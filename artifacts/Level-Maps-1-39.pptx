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1: EDDV | RWY 27R | STAR ELNA2P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V="1">
            <a:off x="3414713" y="3560763"/>
            <a:ext cx="155575" cy="17748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3570288" y="2674144"/>
            <a:ext cx="92869" cy="88661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63156" y="2674144"/>
            <a:ext cx="891381" cy="15081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54538" y="2689225"/>
            <a:ext cx="890588" cy="158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45125" y="2705100"/>
            <a:ext cx="891381" cy="158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36506" y="2720975"/>
            <a:ext cx="889794" cy="158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7226300" y="1846263"/>
            <a:ext cx="15875" cy="8905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 flipV="1">
            <a:off x="6351588" y="1829594"/>
            <a:ext cx="890588" cy="1666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 flipV="1">
            <a:off x="5460206" y="1814513"/>
            <a:ext cx="891381" cy="15081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 flipV="1">
            <a:off x="4568825" y="1798638"/>
            <a:ext cx="891381" cy="158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 flipV="1">
            <a:off x="3683000" y="1704975"/>
            <a:ext cx="885825" cy="9366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 flipV="1">
            <a:off x="2792413" y="1690688"/>
            <a:ext cx="890588" cy="142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 flipV="1">
            <a:off x="1901825" y="1674813"/>
            <a:ext cx="890588" cy="158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51213" y="5272088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19488" y="350996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22675" y="2633663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03738" y="26384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94325" y="265430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96025" y="2679700"/>
            <a:ext cx="80963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5500" y="26860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91375" y="179546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10313" y="1789113"/>
            <a:ext cx="82550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19725" y="1773238"/>
            <a:ext cx="80963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18025" y="174783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32200" y="165417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1613" y="16398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38325" y="1611313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38800" y="3443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8188" y="443865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0" y="5273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11325" y="59578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05800" y="44338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38400" y="3063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95800" y="41211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4800" y="27590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67000" y="21478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49775" y="5937250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58175" y="98742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24400" y="1233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8188" y="94456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71800" y="7778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24800" y="60356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48200" y="22256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62200" y="4435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56588" y="21875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51650" y="339883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45263" y="715963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03613" y="5272088"/>
            <a:ext cx="477838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ELNAT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646488" y="3497263"/>
            <a:ext cx="4937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NORTA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729038" y="2611438"/>
            <a:ext cx="434975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DLE-5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630738" y="2625725"/>
            <a:ext cx="454025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DV582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521325" y="2641600"/>
            <a:ext cx="454025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DV583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402388" y="2657475"/>
            <a:ext cx="454025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DV584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302500" y="2673350"/>
            <a:ext cx="454025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DV585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318375" y="1782763"/>
            <a:ext cx="454025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DV575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418263" y="1766888"/>
            <a:ext cx="454025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DV574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526088" y="1751013"/>
            <a:ext cx="454025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DV573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645025" y="1735138"/>
            <a:ext cx="454025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DV572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759200" y="1641475"/>
            <a:ext cx="482600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XAVER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868613" y="1627188"/>
            <a:ext cx="428625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HANB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1990725" y="1611313"/>
            <a:ext cx="4937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RW27R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761038" y="3429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860425" y="442436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5608638" y="5257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1833563" y="5943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8428038" y="4419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2560638" y="3048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4635500" y="4114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427038" y="2743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2787650" y="2133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4670425" y="5921375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8380413" y="97155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4846638" y="1219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860425" y="928688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3092450" y="762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8045450" y="6019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4770438" y="2209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2484438" y="4419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8378825" y="21717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6973888" y="338296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6665913" y="701675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V71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 flipH="1" flipV="1">
            <a:off x="1211076" y="1542763"/>
            <a:ext cx="358317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 flipH="1" flipV="1">
            <a:off x="714862" y="1539199"/>
            <a:ext cx="496214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 flipH="1">
            <a:off x="588908" y="1539199"/>
            <a:ext cx="125954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 flipH="1">
            <a:off x="484670" y="1544545"/>
            <a:ext cx="104238" cy="2851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 flipH="1">
            <a:off x="396720" y="1573058"/>
            <a:ext cx="87950" cy="4633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 flipH="1">
            <a:off x="303340" y="1619392"/>
            <a:ext cx="93379" cy="8197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 flipH="1">
            <a:off x="229505" y="1701368"/>
            <a:ext cx="73835" cy="10336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 flipH="1">
            <a:off x="178472" y="1804729"/>
            <a:ext cx="51033" cy="9445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 flipH="1">
            <a:off x="62291" y="1899179"/>
            <a:ext cx="116181" cy="21028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 flipH="1" flipV="1">
            <a:off x="353219" y="2806700"/>
            <a:ext cx="3061467" cy="252899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353219" y="992981"/>
            <a:ext cx="433388" cy="1813719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86606" y="992981"/>
            <a:ext cx="2896830" cy="712757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H="1" flipV="1">
            <a:off x="1901650" y="1674637"/>
            <a:ext cx="1781787" cy="31102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V="1">
            <a:off x="3414686" y="4178300"/>
            <a:ext cx="1138264" cy="1157390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9" name="Shape 97"/>
          <p:cNvSpPr/>
          <p:nvPr/>
        </p:nvSpPr>
        <p:spPr>
          <a:xfrm flipV="1">
            <a:off x="4552950" y="2235994"/>
            <a:ext cx="3752056" cy="1942306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0" name="Shape 98"/>
          <p:cNvSpPr/>
          <p:nvPr/>
        </p:nvSpPr>
        <p:spPr>
          <a:xfrm flipV="1">
            <a:off x="8305006" y="1035844"/>
            <a:ext cx="7620" cy="1200150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1" name="Shape 99"/>
          <p:cNvSpPr/>
          <p:nvPr/>
        </p:nvSpPr>
        <p:spPr>
          <a:xfrm flipH="1">
            <a:off x="3683437" y="1035844"/>
            <a:ext cx="4623157" cy="669895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2" name="Shape 100"/>
          <p:cNvSpPr/>
          <p:nvPr/>
        </p:nvSpPr>
        <p:spPr>
          <a:xfrm flipH="1" flipV="1">
            <a:off x="1901650" y="1674637"/>
            <a:ext cx="1781787" cy="31102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3" name="Shape 101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 STAR ELNA2P   |   OSKY SXS9FU   |   DCT V59-V64   |   HDG V58-V69-V62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2: EDDV | RWY 09L | STAR HLZ4R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H="1" flipV="1">
            <a:off x="4933950" y="2990850"/>
            <a:ext cx="2308225" cy="102870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3533775" y="2990850"/>
            <a:ext cx="1400175" cy="2476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 flipV="1">
            <a:off x="3208338" y="3232150"/>
            <a:ext cx="325438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2882900" y="3227388"/>
            <a:ext cx="325438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2559050" y="3221038"/>
            <a:ext cx="323850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2233613" y="3216275"/>
            <a:ext cx="325438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1908969" y="3209925"/>
            <a:ext cx="324644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1901031" y="3209925"/>
            <a:ext cx="7938" cy="40560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1031" y="3615531"/>
            <a:ext cx="325438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6469" y="3621881"/>
            <a:ext cx="325438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1906" y="3627438"/>
            <a:ext cx="324644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876550" y="3606800"/>
            <a:ext cx="250825" cy="269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27375" y="3606800"/>
            <a:ext cx="388938" cy="206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516313" y="3621088"/>
            <a:ext cx="325438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3606800"/>
            <a:ext cx="250825" cy="2698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78675" y="3956050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83150" y="29400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2975" y="318770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7538" y="31813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2100" y="31765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08250" y="317023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82813" y="316547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68488" y="3168650"/>
            <a:ext cx="80963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60550" y="3575050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85988" y="3581400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1425" y="3586163"/>
            <a:ext cx="80963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25750" y="35829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76575" y="355600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65513" y="357663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78250" y="3557588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81800" y="1311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1000" y="4967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4586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76400" y="2073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55850" y="332263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05800" y="49672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19400" y="625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3588" y="4333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53400" y="3444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4875" y="3459163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0" y="2073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47800" y="4205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10200" y="3825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81800" y="29098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86600" y="5424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562600" y="23780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62200" y="3976687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81200" y="6264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33800" y="50434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48000" y="26828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31075" y="395605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HLZ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010150" y="29273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CELNB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609975" y="317500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DV460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284538" y="31686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DV461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959100" y="31638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DV462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2635250" y="31575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DV463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309813" y="315277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DV464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974850" y="31464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DV465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966912" y="35528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DV475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292350" y="35575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DV474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617788" y="35639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DV473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2952750" y="35702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DV472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203575" y="354330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DESIM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3592513" y="35639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HWNB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3930650" y="35575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RW09L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904038" y="1295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503238" y="4953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6065838" y="4572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1798638" y="2057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2478088" y="330676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8426450" y="4953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2941638" y="609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4695825" y="4319588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8275637" y="3429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1025525" y="344487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4237038" y="2057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1570038" y="4191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5532438" y="3810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6904038" y="2895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7208838" y="5410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5683250" y="2362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2484438" y="3962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2103438" y="6248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3854450" y="5029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3168650" y="2667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 flipH="1" flipV="1">
            <a:off x="3652537" y="3585537"/>
            <a:ext cx="98025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 flipH="1" flipV="1">
            <a:off x="3516788" y="3584561"/>
            <a:ext cx="135749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 flipH="1">
            <a:off x="3482331" y="3584561"/>
            <a:ext cx="34457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 flipH="1">
            <a:off x="3453814" y="3586024"/>
            <a:ext cx="28516" cy="780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 flipH="1">
            <a:off x="3429754" y="3593827"/>
            <a:ext cx="24061" cy="1267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 flipH="1">
            <a:off x="3404208" y="3606506"/>
            <a:ext cx="25546" cy="2243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 flipH="1">
            <a:off x="3384009" y="3628937"/>
            <a:ext cx="20199" cy="2828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 flipH="1">
            <a:off x="3370048" y="3657221"/>
            <a:ext cx="13961" cy="2584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7" name="Shape 95"/>
          <p:cNvSpPr/>
          <p:nvPr/>
        </p:nvSpPr>
        <p:spPr>
          <a:xfrm flipH="1">
            <a:off x="3338264" y="3683067"/>
            <a:ext cx="31784" cy="5754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8" name="Shape 96"/>
          <p:cNvSpPr/>
          <p:nvPr/>
        </p:nvSpPr>
        <p:spPr>
          <a:xfrm flipH="1">
            <a:off x="3271429" y="3740609"/>
            <a:ext cx="66835" cy="11703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 flipH="1">
            <a:off x="3222417" y="3857645"/>
            <a:ext cx="49012" cy="8582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 flipH="1">
            <a:off x="3208456" y="3943471"/>
            <a:ext cx="13961" cy="2633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 flipH="1">
            <a:off x="3196574" y="3969804"/>
            <a:ext cx="11882" cy="3657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 flipH="1">
            <a:off x="3195386" y="4006378"/>
            <a:ext cx="7620" cy="4437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>
            <a:off x="3195386" y="4050754"/>
            <a:ext cx="10991" cy="4193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4" name="Shape 102"/>
          <p:cNvSpPr/>
          <p:nvPr/>
        </p:nvSpPr>
        <p:spPr>
          <a:xfrm>
            <a:off x="3206376" y="4092692"/>
            <a:ext cx="17229" cy="3511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5" name="Shape 103"/>
          <p:cNvSpPr/>
          <p:nvPr/>
        </p:nvSpPr>
        <p:spPr>
          <a:xfrm>
            <a:off x="3223605" y="4127803"/>
            <a:ext cx="22575" cy="3072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6" name="Shape 104"/>
          <p:cNvSpPr/>
          <p:nvPr/>
        </p:nvSpPr>
        <p:spPr>
          <a:xfrm flipH="1" flipV="1">
            <a:off x="5458619" y="3874294"/>
            <a:ext cx="1783729" cy="145063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H="1" flipV="1">
            <a:off x="3127016" y="3606879"/>
            <a:ext cx="2331603" cy="267415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127016" y="3606879"/>
            <a:ext cx="714442" cy="14744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H="1" flipV="1">
            <a:off x="6830219" y="2958306"/>
            <a:ext cx="412129" cy="1061050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0" name="Shape 108"/>
          <p:cNvSpPr/>
          <p:nvPr/>
        </p:nvSpPr>
        <p:spPr>
          <a:xfrm flipH="1" flipV="1">
            <a:off x="5610225" y="2426494"/>
            <a:ext cx="1219994" cy="531813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1" name="Shape 109"/>
          <p:cNvSpPr/>
          <p:nvPr/>
        </p:nvSpPr>
        <p:spPr>
          <a:xfrm flipH="1">
            <a:off x="3127016" y="2426494"/>
            <a:ext cx="2483209" cy="1180385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2" name="Shape 110"/>
          <p:cNvSpPr/>
          <p:nvPr/>
        </p:nvSpPr>
        <p:spPr>
          <a:xfrm>
            <a:off x="3127016" y="3606879"/>
            <a:ext cx="714442" cy="1474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3" name="Shape 111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 STAR HLZ4R   |   OSKY SXS9FU   |   DCT V63   |   HDG V64-V66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3: LFPG | RWY 08L | STAR DINA4E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H="1">
            <a:off x="5799138" y="2424113"/>
            <a:ext cx="1443038" cy="4143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5157788" y="2838450"/>
            <a:ext cx="641350" cy="1841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4640263" y="3022600"/>
            <a:ext cx="517525" cy="1682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4259263" y="3190875"/>
            <a:ext cx="381000" cy="1238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3765550" y="3314700"/>
            <a:ext cx="493713" cy="1587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2665413" y="3473450"/>
            <a:ext cx="1100138" cy="5857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2099469" y="4059237"/>
            <a:ext cx="565944" cy="1031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1901825" y="4069556"/>
            <a:ext cx="197644" cy="159544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1825" y="4229100"/>
            <a:ext cx="25400" cy="3571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927225" y="4561681"/>
            <a:ext cx="231775" cy="2460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159000" y="4542631"/>
            <a:ext cx="275431" cy="190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434431" y="4529138"/>
            <a:ext cx="196056" cy="13494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1825" y="4068763"/>
            <a:ext cx="198438" cy="1603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7225" y="4562475"/>
            <a:ext cx="231775" cy="23813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78675" y="2360613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48338" y="27876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06988" y="297180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89463" y="314007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8463" y="326390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14750" y="34226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14613" y="400843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58988" y="4029075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51025" y="417830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76425" y="45354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17725" y="4521200"/>
            <a:ext cx="82550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93950" y="4502150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6988" y="4465638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43497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24200" y="28257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21388" y="492442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47800" y="4283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52800" y="5578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59775" y="3452813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89788" y="418941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0725" y="3468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47800" y="48910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42313" y="19970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67200" y="2073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33563" y="27320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65738" y="416560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91400" y="2987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0" y="3519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35725" y="3484563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" y="2073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0600" y="56546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09800" y="3521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91200" y="1539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31075" y="2360613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'DINAN '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875338" y="2774950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'CRL80 '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233988" y="2959100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'ZERAM '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716463" y="3127375"/>
            <a:ext cx="60325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'ANARU '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335463" y="3251200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'DIVEM '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841750" y="3409950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'LORTA '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2741613" y="3995738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'BUNOR '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165350" y="4005262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'PG529 '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978025" y="4165600"/>
            <a:ext cx="669925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'PG530  '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003425" y="4522788"/>
            <a:ext cx="60325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'PG532 '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2225675" y="4498975"/>
            <a:ext cx="60325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'CI08L '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2500313" y="4478338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'OM08L '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719388" y="4465638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'RW08L '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4254500" y="4343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3263900" y="2819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6143625" y="49101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1570038" y="4267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3475038" y="5562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8480425" y="34385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7312025" y="4173537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842963" y="34528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1568450" y="4876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8464550" y="198120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4389438" y="2057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1954213" y="271780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5387975" y="41513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7513638" y="2971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5608638" y="3505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6556375" y="34686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808038" y="2057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1111250" y="5638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2332038" y="3505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5913438" y="1524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 flipH="1" flipV="1">
            <a:off x="3735933" y="4563018"/>
            <a:ext cx="458310" cy="50701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 flipH="1" flipV="1">
            <a:off x="2857311" y="3605122"/>
            <a:ext cx="878622" cy="95789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 flipH="1" flipV="1">
            <a:off x="2623302" y="3352762"/>
            <a:ext cx="234009" cy="25236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 flipH="1">
            <a:off x="2159209" y="2424484"/>
            <a:ext cx="5083262" cy="2137271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2159209" y="4528825"/>
            <a:ext cx="470956" cy="32929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H="1">
            <a:off x="4171950" y="2424484"/>
            <a:ext cx="3070521" cy="1982416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0" name="Shape 88"/>
          <p:cNvSpPr/>
          <p:nvPr/>
        </p:nvSpPr>
        <p:spPr>
          <a:xfrm flipH="1">
            <a:off x="2159209" y="4406900"/>
            <a:ext cx="2012741" cy="15485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1" name="Shape 89"/>
          <p:cNvSpPr/>
          <p:nvPr/>
        </p:nvSpPr>
        <p:spPr>
          <a:xfrm flipV="1">
            <a:off x="2159209" y="4528825"/>
            <a:ext cx="470956" cy="32929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2" name="Shape 90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 STAR DINA4E   |   OSKY EFW62T   |   DCT shortcut   |   HDG V51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4: LFPG | RWY 26L | STAR SABLO4W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V="1">
            <a:off x="1901825" y="4654550"/>
            <a:ext cx="1133475" cy="2000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3035300" y="3636963"/>
            <a:ext cx="739775" cy="10175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3775075" y="3072606"/>
            <a:ext cx="1108869" cy="56435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4883944" y="2637631"/>
            <a:ext cx="434181" cy="4349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5318125" y="2278856"/>
            <a:ext cx="359569" cy="3587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5677694" y="2249488"/>
            <a:ext cx="426244" cy="2936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6103938" y="2239963"/>
            <a:ext cx="134938" cy="95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6238875" y="2220913"/>
            <a:ext cx="265906" cy="190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04781" y="2220913"/>
            <a:ext cx="339725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44506" y="2220913"/>
            <a:ext cx="325438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7169944" y="2155825"/>
            <a:ext cx="73025" cy="650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6993731" y="2155825"/>
            <a:ext cx="249237" cy="1746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6608763" y="2173288"/>
            <a:ext cx="384969" cy="269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0738" y="2155825"/>
            <a:ext cx="71438" cy="6508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2938" y="2155825"/>
            <a:ext cx="249237" cy="17463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38325" y="4791075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84500" y="46037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4275" y="358616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3463" y="3032125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76850" y="2597150"/>
            <a:ext cx="82550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7213" y="2238375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53138" y="21986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88075" y="218916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64300" y="2179638"/>
            <a:ext cx="80963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04025" y="2179638"/>
            <a:ext cx="80963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29463" y="2179638"/>
            <a:ext cx="80963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02488" y="2114550"/>
            <a:ext cx="80963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53250" y="2132013"/>
            <a:ext cx="80963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45263" y="2136775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33600" y="39687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40449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81800" y="14541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34000" y="4635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39000" y="4968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3138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58200" y="3521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10200" y="1616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0" y="32146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00563" y="49037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6387" y="1612900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6913" y="530860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38800" y="3595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43800" y="17668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28800" y="1233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20000" y="25288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0" y="55768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48075" y="247491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15963" y="4051300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608763" y="323215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90725" y="4791075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'SABLE '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111500" y="45910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LUMAN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851275" y="357346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ROMLO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949825" y="30083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BALOD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384800" y="25749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CR43A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743575" y="221456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DOMUS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180138" y="21859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PG517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315075" y="217646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PG514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570663" y="21574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PG515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910388" y="21574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PG516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7235825" y="2157413"/>
            <a:ext cx="473075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7308850" y="20923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CI26L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7059613" y="21097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FI26L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697663" y="2136775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'RW26L '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2273300" y="3962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4711700" y="4038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6921500" y="1447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5473700" y="457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7361237" y="4953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579438" y="3124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8580438" y="3505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5532438" y="1600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2863850" y="3200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4622800" y="488950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4237038" y="15986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819150" y="52943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5761038" y="3581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7666038" y="1752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1951037" y="1219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7740650" y="2514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2865438" y="5562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3770313" y="24606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836613" y="40354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6731000" y="321786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 flipV="1">
            <a:off x="3766349" y="5273241"/>
            <a:ext cx="204470" cy="42877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 flipV="1">
            <a:off x="3970818" y="1921778"/>
            <a:ext cx="1642255" cy="335146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 flipV="1">
            <a:off x="1901480" y="2155879"/>
            <a:ext cx="5341033" cy="2698601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>
            <a:off x="6608925" y="2155879"/>
            <a:ext cx="633587" cy="44298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1901480" y="4025900"/>
            <a:ext cx="289270" cy="828580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2" name="Shape 90"/>
          <p:cNvSpPr/>
          <p:nvPr/>
        </p:nvSpPr>
        <p:spPr>
          <a:xfrm flipV="1">
            <a:off x="2190750" y="1511300"/>
            <a:ext cx="4648200" cy="2514600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3" name="Shape 91"/>
          <p:cNvSpPr/>
          <p:nvPr/>
        </p:nvSpPr>
        <p:spPr>
          <a:xfrm>
            <a:off x="6838950" y="1511300"/>
            <a:ext cx="403563" cy="644579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4" name="Shape 92"/>
          <p:cNvSpPr/>
          <p:nvPr/>
        </p:nvSpPr>
        <p:spPr>
          <a:xfrm flipH="1">
            <a:off x="6608925" y="2155879"/>
            <a:ext cx="633587" cy="44298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5" name="Shape 93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 STAR SABLO4W   |   OSKY TRA124X   |   DCT shortcut   |   HDG V51-V53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5: EHAM | RWY 06 | STAR REDF1A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V="1">
            <a:off x="1901825" y="3051175"/>
            <a:ext cx="2044700" cy="118110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3946525" y="2778125"/>
            <a:ext cx="1189038" cy="2730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35563" y="2778125"/>
            <a:ext cx="877888" cy="3540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13450" y="3132138"/>
            <a:ext cx="827088" cy="3333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40538" y="3465513"/>
            <a:ext cx="7620" cy="192881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6392863" y="3658394"/>
            <a:ext cx="454819" cy="43735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6392863" y="3658394"/>
            <a:ext cx="454819" cy="43735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6847681" y="3610769"/>
            <a:ext cx="81756" cy="476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6929438" y="3544094"/>
            <a:ext cx="105569" cy="666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7035006" y="3414713"/>
            <a:ext cx="207169" cy="129381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92863" y="3859212"/>
            <a:ext cx="25400" cy="2365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46888" y="3609975"/>
            <a:ext cx="82550" cy="47625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29438" y="3544888"/>
            <a:ext cx="106363" cy="6508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35800" y="3414713"/>
            <a:ext cx="206375" cy="130175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38325" y="4168775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95725" y="300037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84763" y="27273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62650" y="308133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9738" y="34147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6988" y="3819525"/>
            <a:ext cx="82550" cy="80963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42063" y="40449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07200" y="3617913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8163" y="3570288"/>
            <a:ext cx="82550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94525" y="3503613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78675" y="3351213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05400" y="6921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4664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29400" y="42830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57400" y="19208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0" y="28352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71800" y="45116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88" y="443230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85875" y="331152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0" y="3062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4600" y="5121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34200" y="2605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71800" y="26050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82000" y="3673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0" y="3748087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86200" y="4357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0" y="2225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33800" y="6035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24000" y="5349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00600" y="34432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43400" y="2073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90725" y="416877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REDFA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022725" y="298767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SULUT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211763" y="27146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SUGOL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089650" y="30686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D2930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916738" y="34020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484938" y="37957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CHNB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469063" y="4032250"/>
            <a:ext cx="473075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CHNB-4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913563" y="359410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CHNB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996113" y="354647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EH609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100888" y="34813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EH616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331075" y="33512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RW06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245100" y="685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5151438" y="4648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6750050" y="4267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2178050" y="1905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8350250" y="2819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3092450" y="4495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771525" y="44180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1406525" y="32972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2408238" y="3048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6446838" y="5105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7056438" y="2590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3092450" y="2590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8504238" y="3657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6065838" y="3733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4008438" y="4343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6065838" y="2209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3856038" y="6019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1646238" y="5334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4921250" y="3429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4465638" y="2057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 flipV="1">
            <a:off x="824391" y="4292610"/>
            <a:ext cx="402208" cy="8497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 flipV="1">
            <a:off x="1226599" y="4211148"/>
            <a:ext cx="391134" cy="8146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 flipV="1">
            <a:off x="1617733" y="4096680"/>
            <a:ext cx="555250" cy="11446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 flipV="1">
            <a:off x="2172983" y="4072101"/>
            <a:ext cx="104982" cy="2457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 flipV="1">
            <a:off x="2277965" y="4057354"/>
            <a:ext cx="55370" cy="1474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 flipV="1">
            <a:off x="2333335" y="3907772"/>
            <a:ext cx="493679" cy="14958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 flipV="1">
            <a:off x="2827014" y="3752222"/>
            <a:ext cx="521142" cy="15555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 flipV="1">
            <a:off x="3348156" y="3732208"/>
            <a:ext cx="71317" cy="2001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 flipV="1">
            <a:off x="3419473" y="3717109"/>
            <a:ext cx="56699" cy="1509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 flipV="1">
            <a:off x="3476172" y="3703415"/>
            <a:ext cx="59578" cy="1369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 flipV="1">
            <a:off x="3535750" y="3690072"/>
            <a:ext cx="65780" cy="1334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 flipV="1">
            <a:off x="3601529" y="3678836"/>
            <a:ext cx="62900" cy="1123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 flipV="1">
            <a:off x="3664430" y="3664791"/>
            <a:ext cx="97894" cy="1404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 flipV="1">
            <a:off x="3762324" y="3653555"/>
            <a:ext cx="110961" cy="1123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 flipV="1">
            <a:off x="3873285" y="3648990"/>
            <a:ext cx="61793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 flipV="1">
            <a:off x="3935078" y="3645830"/>
            <a:ext cx="67330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 flipV="1">
            <a:off x="4002408" y="3644425"/>
            <a:ext cx="111183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7" name="Shape 95"/>
          <p:cNvSpPr/>
          <p:nvPr/>
        </p:nvSpPr>
        <p:spPr>
          <a:xfrm>
            <a:off x="4113591" y="3644425"/>
            <a:ext cx="109633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8" name="Shape 96"/>
          <p:cNvSpPr/>
          <p:nvPr/>
        </p:nvSpPr>
        <p:spPr>
          <a:xfrm>
            <a:off x="4223224" y="3647234"/>
            <a:ext cx="60021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>
            <a:off x="4283245" y="3650746"/>
            <a:ext cx="69766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>
            <a:off x="4353011" y="3656715"/>
            <a:ext cx="108082" cy="1229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>
            <a:off x="4461093" y="3669004"/>
            <a:ext cx="169432" cy="2738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>
            <a:off x="4630525" y="3696393"/>
            <a:ext cx="98559" cy="1685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>
            <a:off x="4729084" y="3713247"/>
            <a:ext cx="514720" cy="8321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4" name="Shape 102"/>
          <p:cNvSpPr/>
          <p:nvPr/>
        </p:nvSpPr>
        <p:spPr>
          <a:xfrm>
            <a:off x="5243804" y="3796464"/>
            <a:ext cx="440524" cy="7443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5" name="Shape 103"/>
          <p:cNvSpPr/>
          <p:nvPr/>
        </p:nvSpPr>
        <p:spPr>
          <a:xfrm>
            <a:off x="5684327" y="3870904"/>
            <a:ext cx="110297" cy="1896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6" name="Shape 104"/>
          <p:cNvSpPr/>
          <p:nvPr/>
        </p:nvSpPr>
        <p:spPr>
          <a:xfrm>
            <a:off x="5794624" y="3889865"/>
            <a:ext cx="305864" cy="5231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7" name="Shape 105"/>
          <p:cNvSpPr/>
          <p:nvPr/>
        </p:nvSpPr>
        <p:spPr>
          <a:xfrm>
            <a:off x="6100488" y="3942183"/>
            <a:ext cx="118935" cy="2071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8" name="Shape 106"/>
          <p:cNvSpPr/>
          <p:nvPr/>
        </p:nvSpPr>
        <p:spPr>
          <a:xfrm>
            <a:off x="6219423" y="3962900"/>
            <a:ext cx="223916" cy="3897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9" name="Shape 107"/>
          <p:cNvSpPr/>
          <p:nvPr/>
        </p:nvSpPr>
        <p:spPr>
          <a:xfrm flipV="1">
            <a:off x="1882032" y="3491706"/>
            <a:ext cx="2966193" cy="711106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848225" y="3491706"/>
            <a:ext cx="1143794" cy="30480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5992019" y="3590907"/>
            <a:ext cx="991892" cy="205599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6983911" y="3398635"/>
            <a:ext cx="317442" cy="192273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1882032" y="749300"/>
            <a:ext cx="3280518" cy="3453512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4" name="Shape 112"/>
          <p:cNvSpPr/>
          <p:nvPr/>
        </p:nvSpPr>
        <p:spPr>
          <a:xfrm>
            <a:off x="5162550" y="749300"/>
            <a:ext cx="1514475" cy="358219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5" name="Shape 113"/>
          <p:cNvSpPr/>
          <p:nvPr/>
        </p:nvSpPr>
        <p:spPr>
          <a:xfrm flipV="1">
            <a:off x="6677025" y="3590907"/>
            <a:ext cx="306886" cy="740586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6" name="Shape 114"/>
          <p:cNvSpPr/>
          <p:nvPr/>
        </p:nvSpPr>
        <p:spPr>
          <a:xfrm flipV="1">
            <a:off x="6983911" y="3398635"/>
            <a:ext cx="317442" cy="192273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7" name="Shape 115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 STAR REDF1A   |   OSKY WMT4942   |   DCT V69-V64   |   HDG V51-V53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6: EHAM | RWY 18R | STAR PESE2A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H="1" flipV="1">
            <a:off x="4067175" y="4848225"/>
            <a:ext cx="720725" cy="5222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 flipV="1">
            <a:off x="3795713" y="4138613"/>
            <a:ext cx="271463" cy="7096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3795713" y="3176588"/>
            <a:ext cx="865188" cy="9620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4660900" y="2413000"/>
            <a:ext cx="687388" cy="7635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5051425" y="1639888"/>
            <a:ext cx="296863" cy="7731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51425" y="1639888"/>
            <a:ext cx="166688" cy="19050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5199856" y="1830388"/>
            <a:ext cx="18256" cy="25320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5191919" y="2083594"/>
            <a:ext cx="7938" cy="15001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5178425" y="2233613"/>
            <a:ext cx="13494" cy="2809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51425" y="1639888"/>
            <a:ext cx="166688" cy="1905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00650" y="1830388"/>
            <a:ext cx="17463" cy="252413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24400" y="5307013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16375" y="47974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4912" y="4087812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0100" y="31257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97488" y="236220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00625" y="15890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76838" y="1789113"/>
            <a:ext cx="82550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59375" y="2043113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51438" y="2192338"/>
            <a:ext cx="80963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14925" y="2451100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24200" y="31305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81200" y="62547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91000" y="19875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38800" y="3825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80063" y="6111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53038" y="12334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95800" y="471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70538" y="4921250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0" y="3521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32325" y="404336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33600" y="1387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05313" y="609282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96000" y="2835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48400" y="1768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81400" y="5502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10000" y="2682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65688" y="46513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20000" y="3140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95800" y="13874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71800" y="47402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76800" y="53070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PESER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143375" y="4784725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'STDNB '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871913" y="4075113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'RIVER '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737100" y="3113088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'D2230 '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424488" y="2349500"/>
            <a:ext cx="473075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'SPL '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127625" y="1576388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'EH644 '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284788" y="1766888"/>
            <a:ext cx="538163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'INTC '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265738" y="2019300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'EH621 '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257800" y="2170113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'EH622 '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267325" y="2451100"/>
            <a:ext cx="60325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'RW18R '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263900" y="3124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2120900" y="6248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4330700" y="1981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761038" y="3810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702300" y="609600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5373688" y="1219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4618038" y="457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5691188" y="490537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1951037" y="3505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4754563" y="40274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2255838" y="1371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4525963" y="607695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6218238" y="2819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6370638" y="1752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3703638" y="5486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3932238" y="2667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4987925" y="463550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7742238" y="3124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4616450" y="1371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3094038" y="4724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1686423" y="2805251"/>
            <a:ext cx="68074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1754497" y="2809359"/>
            <a:ext cx="79127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>
            <a:off x="1833624" y="2816344"/>
            <a:ext cx="122584" cy="1438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1956207" y="2830724"/>
            <a:ext cx="192165" cy="3204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2148372" y="2862771"/>
            <a:ext cx="111782" cy="1972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2260155" y="2882493"/>
            <a:ext cx="583780" cy="9737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>
            <a:off x="2843934" y="2979868"/>
            <a:ext cx="499629" cy="8710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>
            <a:off x="3343563" y="3066971"/>
            <a:ext cx="125096" cy="2218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>
            <a:off x="3468659" y="3089157"/>
            <a:ext cx="346902" cy="6121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>
            <a:off x="3815561" y="3150376"/>
            <a:ext cx="134892" cy="2424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>
            <a:off x="3950453" y="3174617"/>
            <a:ext cx="253959" cy="4560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>
            <a:off x="4204412" y="3220223"/>
            <a:ext cx="2568983" cy="48276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>
            <a:off x="6773395" y="3702987"/>
            <a:ext cx="603122" cy="11832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 flipH="1" flipV="1">
            <a:off x="3181350" y="3187700"/>
            <a:ext cx="1606454" cy="218340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3181350" y="2731294"/>
            <a:ext cx="677069" cy="456406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3858419" y="2083544"/>
            <a:ext cx="1341705" cy="64775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H="1">
            <a:off x="5177546" y="2083544"/>
            <a:ext cx="22577" cy="430815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4787804" y="4699794"/>
            <a:ext cx="126303" cy="671306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3" name="Shape 91"/>
          <p:cNvSpPr/>
          <p:nvPr/>
        </p:nvSpPr>
        <p:spPr>
          <a:xfrm flipH="1" flipV="1">
            <a:off x="4680744" y="4091781"/>
            <a:ext cx="233362" cy="608013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4" name="Shape 92"/>
          <p:cNvSpPr/>
          <p:nvPr/>
        </p:nvSpPr>
        <p:spPr>
          <a:xfrm flipH="1" flipV="1">
            <a:off x="3181350" y="3187700"/>
            <a:ext cx="1499394" cy="904081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5" name="Shape 93"/>
          <p:cNvSpPr/>
          <p:nvPr/>
        </p:nvSpPr>
        <p:spPr>
          <a:xfrm flipV="1">
            <a:off x="3181350" y="2083544"/>
            <a:ext cx="2018773" cy="1104156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6" name="Shape 94"/>
          <p:cNvSpPr/>
          <p:nvPr/>
        </p:nvSpPr>
        <p:spPr>
          <a:xfrm flipH="1">
            <a:off x="5177546" y="2083544"/>
            <a:ext cx="22577" cy="430815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7" name="Shape 95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  STAR PESE2A   |   OSKY WMT4942   |   DCT V51-V66   |   HDG V67-V60-V51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7: EGLL | RWY 09L | STAR BNN1B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368675" y="1639888"/>
            <a:ext cx="1076325" cy="19415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45000" y="3581400"/>
            <a:ext cx="485775" cy="6207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0775" y="4202113"/>
            <a:ext cx="196850" cy="2524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7625" y="4454525"/>
            <a:ext cx="582613" cy="3111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10238" y="4765675"/>
            <a:ext cx="7620" cy="192881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5516563" y="4958556"/>
            <a:ext cx="197644" cy="53181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5362575" y="5011738"/>
            <a:ext cx="153988" cy="79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62575" y="5019675"/>
            <a:ext cx="8731" cy="25796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71306" y="5277644"/>
            <a:ext cx="13494" cy="8016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84800" y="5357813"/>
            <a:ext cx="96838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1638" y="5360988"/>
            <a:ext cx="134938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16575" y="5365750"/>
            <a:ext cx="158750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0775" y="4202113"/>
            <a:ext cx="196850" cy="252413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16563" y="4957763"/>
            <a:ext cx="198438" cy="53975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05175" y="1576388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94200" y="353060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79975" y="41513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6825" y="44037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59438" y="471487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73725" y="4918075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65763" y="496093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11775" y="496887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30825" y="5237163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34000" y="53070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30838" y="53101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65775" y="53149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11825" y="5307013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5021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46650" y="507365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96200" y="29098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24200" y="4359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95800" y="1539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38400" y="24542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05200" y="61118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10200" y="1920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29400" y="36734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81800" y="53498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76400" y="4891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84788" y="291306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29400" y="1235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79800" y="36353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865438" y="828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05400" y="5607050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0" y="47402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105400" y="3206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75375" y="606266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8200" y="20716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57575" y="15763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NUGRA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521200" y="351790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TOBID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006975" y="41386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SOPIT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203825" y="4391025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'WCONB '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786438" y="470217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BNN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780088" y="489426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BNN05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592763" y="49482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LAM30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438775" y="4956175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'LAM34 '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437188" y="5214938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'GWC39 '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461000" y="5294313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'IAA10 '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557838" y="5297488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'CF09L '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692775" y="5302250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'FF09L '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864225" y="5307013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'RW09L '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540500" y="4495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5068888" y="505936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7818437" y="2895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3246438" y="4343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4618038" y="1524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2559050" y="2438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3625850" y="6096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5532438" y="1905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6751638" y="3657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6904038" y="5334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1798638" y="4876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5407025" y="289877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6751638" y="1219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3602038" y="36210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2987675" y="8143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5226050" y="559276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4235450" y="4724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5226050" y="304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6297613" y="60467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958850" y="2057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 flipH="1" flipV="1">
            <a:off x="6871476" y="6049472"/>
            <a:ext cx="174941" cy="17771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 flipH="1" flipV="1">
            <a:off x="6752394" y="5929682"/>
            <a:ext cx="119081" cy="11979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 flipH="1" flipV="1">
            <a:off x="6655974" y="5832599"/>
            <a:ext cx="96420" cy="9708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 flipH="1" flipV="1">
            <a:off x="6567205" y="5742931"/>
            <a:ext cx="88770" cy="8966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 flipH="1" flipV="1">
            <a:off x="6475115" y="5650945"/>
            <a:ext cx="92090" cy="9198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 flipH="1" flipV="1">
            <a:off x="6402945" y="5579118"/>
            <a:ext cx="72170" cy="7182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 flipH="1" flipV="1">
            <a:off x="6280688" y="5458401"/>
            <a:ext cx="122257" cy="12071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 flipH="1" flipV="1">
            <a:off x="6143420" y="5322624"/>
            <a:ext cx="137268" cy="13577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 flipH="1" flipV="1">
            <a:off x="6068507" y="5247784"/>
            <a:ext cx="74913" cy="7484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 flipH="1" flipV="1">
            <a:off x="5986232" y="5166226"/>
            <a:ext cx="82274" cy="8155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 flipH="1" flipV="1">
            <a:off x="5911319" y="5092313"/>
            <a:ext cx="74913" cy="7391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 flipH="1" flipV="1">
            <a:off x="5891400" y="5072850"/>
            <a:ext cx="19919" cy="1946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>
            <a:off x="3368695" y="1639676"/>
            <a:ext cx="2113039" cy="3721362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481734" y="5361039"/>
            <a:ext cx="293327" cy="10243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368695" y="1639676"/>
            <a:ext cx="1626373" cy="3482392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9" name="Shape 97"/>
          <p:cNvSpPr/>
          <p:nvPr/>
        </p:nvSpPr>
        <p:spPr>
          <a:xfrm flipV="1">
            <a:off x="4995069" y="4559300"/>
            <a:ext cx="1462881" cy="562769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0" name="Shape 98"/>
          <p:cNvSpPr/>
          <p:nvPr/>
        </p:nvSpPr>
        <p:spPr>
          <a:xfrm flipH="1">
            <a:off x="5153025" y="4559300"/>
            <a:ext cx="1304925" cy="1096169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1" name="Shape 99"/>
          <p:cNvSpPr/>
          <p:nvPr/>
        </p:nvSpPr>
        <p:spPr>
          <a:xfrm flipV="1">
            <a:off x="5153025" y="5361039"/>
            <a:ext cx="328709" cy="294430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2" name="Shape 100"/>
          <p:cNvSpPr/>
          <p:nvPr/>
        </p:nvSpPr>
        <p:spPr>
          <a:xfrm>
            <a:off x="5481734" y="5361039"/>
            <a:ext cx="293327" cy="10243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3" name="Shape 101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L7  STAR BNN1B   |   OSKY EZY31UA   |   DCT shortcut   |   HDG V52-V51-V66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8: EGLL | RWY 27L | STAR OCK1A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901825" y="2724150"/>
            <a:ext cx="2855913" cy="10953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7738" y="3819525"/>
            <a:ext cx="1212850" cy="4667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5970588" y="4100513"/>
            <a:ext cx="741363" cy="1857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6711950" y="3995738"/>
            <a:ext cx="423863" cy="1047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7135813" y="3969544"/>
            <a:ext cx="107156" cy="26194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7242175" y="3608388"/>
            <a:ext cx="7620" cy="36115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7029450" y="3240088"/>
            <a:ext cx="212725" cy="36830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 flipV="1">
            <a:off x="6756400" y="3239294"/>
            <a:ext cx="273050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6373813" y="3239294"/>
            <a:ext cx="382588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 flipV="1">
            <a:off x="5773738" y="3219450"/>
            <a:ext cx="600075" cy="206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5813" y="3968750"/>
            <a:ext cx="106363" cy="2698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38325" y="2660650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6938" y="37687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19788" y="42354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61150" y="40497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5013" y="3944937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02488" y="3929063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91375" y="35575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78650" y="31892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15125" y="3198813"/>
            <a:ext cx="82550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3013" y="31892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0238" y="3155950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25971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19400" y="4586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73463" y="243522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53400" y="3140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62800" y="5119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67400" y="549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10400" y="2833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53000" y="21494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33800" y="39782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08850" y="347345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53400" y="3978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96000" y="2606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0" y="3825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95600" y="14636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83463" y="2454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81200" y="64150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06875" y="300831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34000" y="4662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90600" y="3292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47800" y="16906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90725" y="26606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KENET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833938" y="37560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D291L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046788" y="422275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OCK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788150" y="40370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OCK07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212013" y="39322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OC11A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308850" y="39052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OC12B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318375" y="35448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INTC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105650" y="31765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ILL10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823075" y="31765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CF27L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450013" y="31765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FF27L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862638" y="31559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RW27L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68300" y="2590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2941638" y="4572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3694113" y="241935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8275637" y="3124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7285038" y="5105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5989638" y="533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7132638" y="2819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5073650" y="2133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3854450" y="3962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7431088" y="345916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8275637" y="3962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6218238" y="2590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2408238" y="3810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3016250" y="1447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7505700" y="243840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2101850" y="6400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4329113" y="29924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5456238" y="4648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1112838" y="3276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1568450" y="1676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 flipH="1" flipV="1">
            <a:off x="8013979" y="4269812"/>
            <a:ext cx="251058" cy="25358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 flipH="1" flipV="1">
            <a:off x="7753532" y="4009680"/>
            <a:ext cx="260448" cy="26013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 flipH="1" flipV="1">
            <a:off x="7549419" y="3806555"/>
            <a:ext cx="204112" cy="20312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 flipH="1" flipV="1">
            <a:off x="7203653" y="3465172"/>
            <a:ext cx="345767" cy="34138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 flipH="1" flipV="1">
            <a:off x="6815431" y="3081199"/>
            <a:ext cx="388222" cy="38397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 flipH="1" flipV="1">
            <a:off x="6603562" y="2869555"/>
            <a:ext cx="211869" cy="21164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 flipH="1" flipV="1">
            <a:off x="6370874" y="2638909"/>
            <a:ext cx="232688" cy="23064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 flipH="1" flipV="1">
            <a:off x="6159005" y="2429886"/>
            <a:ext cx="211869" cy="20902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 flipH="1" flipV="1">
            <a:off x="6102670" y="2374846"/>
            <a:ext cx="56335" cy="5504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>
            <a:off x="1902049" y="2724487"/>
            <a:ext cx="5156769" cy="157619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058819" y="2882106"/>
            <a:ext cx="298450" cy="639763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357269" y="3521869"/>
            <a:ext cx="844550" cy="504825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H="1" flipV="1">
            <a:off x="6756279" y="3239762"/>
            <a:ext cx="1445539" cy="786931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 flipV="1">
            <a:off x="5773641" y="3218800"/>
            <a:ext cx="982639" cy="20962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H="1" flipV="1">
            <a:off x="285750" y="2654300"/>
            <a:ext cx="1616299" cy="70187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2" name="Shape 90"/>
          <p:cNvSpPr/>
          <p:nvPr/>
        </p:nvSpPr>
        <p:spPr>
          <a:xfrm>
            <a:off x="285750" y="2654300"/>
            <a:ext cx="2048669" cy="121999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3" name="Shape 91"/>
          <p:cNvSpPr/>
          <p:nvPr/>
        </p:nvSpPr>
        <p:spPr>
          <a:xfrm>
            <a:off x="2334419" y="3874294"/>
            <a:ext cx="1447006" cy="152400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4" name="Shape 92"/>
          <p:cNvSpPr/>
          <p:nvPr/>
        </p:nvSpPr>
        <p:spPr>
          <a:xfrm flipV="1">
            <a:off x="3781425" y="3239762"/>
            <a:ext cx="2974854" cy="786931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5" name="Shape 93"/>
          <p:cNvSpPr/>
          <p:nvPr/>
        </p:nvSpPr>
        <p:spPr>
          <a:xfrm flipH="1" flipV="1">
            <a:off x="5773641" y="3218800"/>
            <a:ext cx="982639" cy="20962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6" name="Shape 94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L8  STAR OCK1A   |   OSKY EZY31UA   |   DCT V57-V60-V61   |   HDG V51-V63-V59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9: EKCH | RWY 04L | STAR ALM3M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H="1">
            <a:off x="5262563" y="3744912"/>
            <a:ext cx="1979612" cy="3143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4610100" y="4059237"/>
            <a:ext cx="652463" cy="1031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2605088" y="4162425"/>
            <a:ext cx="2005013" cy="31750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1901825" y="3910013"/>
            <a:ext cx="703263" cy="5699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901825" y="3468688"/>
            <a:ext cx="357188" cy="4413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259013" y="3029744"/>
            <a:ext cx="343694" cy="438944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602706" y="2530475"/>
            <a:ext cx="389731" cy="49926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78675" y="3681413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1763" y="400843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59300" y="41116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4288" y="44291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51025" y="3859212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08213" y="34178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2225" y="2989263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8938" y="2466975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05400" y="54927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4375" y="2144713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39000" y="7016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0088" y="478155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0600" y="4740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4825" y="2146300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838" y="486251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19200" y="3595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59775" y="3467100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62200" y="408305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17913" y="34813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90800" y="1309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11725" y="3011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32200" y="474662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65850" y="34813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91400" y="57308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81200" y="5502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05400" y="854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05200" y="63404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24000" y="2224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31075" y="36814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338763" y="39957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686300" y="40989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CH552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681288" y="44164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CH551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978025" y="38465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CH441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335213" y="34051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CI04L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68588" y="29654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FI04L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081338" y="246697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RW04L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245100" y="5486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8474075" y="213836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7361237" y="685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8442325" y="476567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1112838" y="4724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4435475" y="21320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569075" y="48482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1341438" y="3581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480425" y="34528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2484438" y="406876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3738563" y="34655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2713038" y="1295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033963" y="29956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3754438" y="473075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6288088" y="34655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7512050" y="5715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2103438" y="5486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5227638" y="838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3625850" y="6324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1646238" y="2209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 flipH="1" flipV="1">
            <a:off x="8412528" y="6040714"/>
            <a:ext cx="264242" cy="27389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 flipH="1" flipV="1">
            <a:off x="8184658" y="5801734"/>
            <a:ext cx="227871" cy="23898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 flipH="1" flipV="1">
            <a:off x="7921292" y="5530942"/>
            <a:ext cx="263366" cy="27079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 flipH="1" flipV="1">
            <a:off x="7639959" y="5243080"/>
            <a:ext cx="281333" cy="28786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 flipH="1" flipV="1">
            <a:off x="7368705" y="4963753"/>
            <a:ext cx="271254" cy="27932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 flipH="1" flipV="1">
            <a:off x="7256085" y="4848142"/>
            <a:ext cx="112621" cy="11561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 flipH="1">
            <a:off x="6495256" y="3745552"/>
            <a:ext cx="746909" cy="1165379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H="1" flipV="1">
            <a:off x="2259718" y="3468021"/>
            <a:ext cx="4235538" cy="1442911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2259718" y="2530503"/>
            <a:ext cx="732555" cy="937517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H="1" flipV="1">
            <a:off x="6214269" y="3529806"/>
            <a:ext cx="1027896" cy="215746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77" name="Shape 75"/>
          <p:cNvSpPr/>
          <p:nvPr/>
        </p:nvSpPr>
        <p:spPr>
          <a:xfrm flipH="1">
            <a:off x="5162550" y="3529806"/>
            <a:ext cx="1051719" cy="202009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78" name="Shape 76"/>
          <p:cNvSpPr/>
          <p:nvPr/>
        </p:nvSpPr>
        <p:spPr>
          <a:xfrm flipH="1" flipV="1">
            <a:off x="4960144" y="3059906"/>
            <a:ext cx="202406" cy="248999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79" name="Shape 77"/>
          <p:cNvSpPr/>
          <p:nvPr/>
        </p:nvSpPr>
        <p:spPr>
          <a:xfrm flipH="1">
            <a:off x="2259718" y="3059906"/>
            <a:ext cx="2700426" cy="40811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0" name="Shape 78"/>
          <p:cNvSpPr/>
          <p:nvPr/>
        </p:nvSpPr>
        <p:spPr>
          <a:xfrm flipV="1">
            <a:off x="2259718" y="2530503"/>
            <a:ext cx="732555" cy="937517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1" name="Shape 79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L9  STAR ALM3M   |   OSKY RYR30MV   |   DCT V57   |   HDG V65-V51-V63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10: EKCH | RWY 22L | STAR CDA3N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V="1">
            <a:off x="3817938" y="4324350"/>
            <a:ext cx="361950" cy="104616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4179888" y="3189288"/>
            <a:ext cx="390525" cy="113506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4570413" y="2713038"/>
            <a:ext cx="163513" cy="4762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4733925" y="1982788"/>
            <a:ext cx="592138" cy="7302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5110956" y="1639094"/>
            <a:ext cx="215106" cy="343694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4928394" y="1639094"/>
            <a:ext cx="182563" cy="2254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4884738" y="1864519"/>
            <a:ext cx="43656" cy="539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4663281" y="1918494"/>
            <a:ext cx="221456" cy="2730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4427538" y="2191544"/>
            <a:ext cx="235744" cy="29130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27600" y="1639888"/>
            <a:ext cx="182563" cy="225425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84738" y="1865312"/>
            <a:ext cx="42863" cy="5238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54438" y="5307013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29088" y="42735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19613" y="31384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3125" y="266223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75263" y="19319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0475" y="1598613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87913" y="1824038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3463" y="1878013"/>
            <a:ext cx="82550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2800" y="2151063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64038" y="2419350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60261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05200" y="8064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2911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91200" y="34448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3216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6340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95600" y="17684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60925" y="52466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38800" y="1233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24400" y="1309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89325" y="613092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60813" y="139065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72063" y="406876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67400" y="26066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2759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71800" y="48164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86350" y="581025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19500" y="3884613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05438" y="17684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16337" y="2570163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06838" y="53070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CDA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256088" y="42608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KUTAX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646613" y="31257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CH993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810125" y="26495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CH992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402263" y="19192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CH991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176838" y="15763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CH881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994275" y="18018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LAMOX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951413" y="185420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93DME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729163" y="2127250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'FI22L '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16438" y="2419350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'RW22L '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511300" y="6019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3644900" y="80010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7894638" y="2895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913438" y="3429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2865438" y="3200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4694238" y="6324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3017838" y="1752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4981575" y="523240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5761038" y="1219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4846638" y="1295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3611563" y="611505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4083050" y="137636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5194300" y="40528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5989638" y="2590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579438" y="2743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3094038" y="4800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5208588" y="579596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3740150" y="38703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5526088" y="1752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3836988" y="25542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 flipH="1" flipV="1">
            <a:off x="7787787" y="4717756"/>
            <a:ext cx="168612" cy="17646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 flipH="1" flipV="1">
            <a:off x="7631607" y="4555958"/>
            <a:ext cx="156179" cy="16179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 flipH="1" flipV="1">
            <a:off x="7496925" y="4414786"/>
            <a:ext cx="134682" cy="14117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 flipH="1" flipV="1">
            <a:off x="7341264" y="4254821"/>
            <a:ext cx="155661" cy="15996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 flipH="1" flipV="1">
            <a:off x="7174983" y="4084772"/>
            <a:ext cx="166281" cy="17004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 flipH="1" flipV="1">
            <a:off x="7014660" y="3919766"/>
            <a:ext cx="160323" cy="16500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 flipH="1" flipV="1">
            <a:off x="6948096" y="3851471"/>
            <a:ext cx="66564" cy="6829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 flipH="1" flipV="1">
            <a:off x="3667125" y="3933031"/>
            <a:ext cx="151114" cy="1437965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3667125" y="1918381"/>
            <a:ext cx="1217874" cy="2014651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H="1">
            <a:off x="4427988" y="1918381"/>
            <a:ext cx="457011" cy="563993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H="1">
            <a:off x="1428750" y="5370997"/>
            <a:ext cx="2389489" cy="712303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6" name="Shape 84"/>
          <p:cNvSpPr/>
          <p:nvPr/>
        </p:nvSpPr>
        <p:spPr>
          <a:xfrm flipV="1">
            <a:off x="1428750" y="2618581"/>
            <a:ext cx="2335213" cy="3464719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7" name="Shape 85"/>
          <p:cNvSpPr/>
          <p:nvPr/>
        </p:nvSpPr>
        <p:spPr>
          <a:xfrm flipV="1">
            <a:off x="3763963" y="1918381"/>
            <a:ext cx="1121036" cy="700201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8" name="Shape 86"/>
          <p:cNvSpPr/>
          <p:nvPr/>
        </p:nvSpPr>
        <p:spPr>
          <a:xfrm flipH="1">
            <a:off x="4427988" y="1918381"/>
            <a:ext cx="457011" cy="563993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9" name="Shape 87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L10  STAR CDA3N   |   OSKY RYR30MV   |   DCT V68   |   HDG V51-V70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11: LIRF | RWY 16C | STAR LAT3A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H="1" flipV="1">
            <a:off x="4765675" y="3419475"/>
            <a:ext cx="1952625" cy="1951037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 flipV="1">
            <a:off x="2986088" y="1639888"/>
            <a:ext cx="1779588" cy="17795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2425700" y="1639888"/>
            <a:ext cx="560388" cy="1809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5700" y="1820863"/>
            <a:ext cx="131763" cy="4016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57463" y="2222500"/>
            <a:ext cx="165894" cy="48260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23356" y="2705100"/>
            <a:ext cx="186531" cy="5445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54800" y="5307013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14875" y="336867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35288" y="15890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4900" y="177006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06663" y="217170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82875" y="2663825"/>
            <a:ext cx="80963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46388" y="3186113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3200" y="64071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10000" y="36639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81200" y="1692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32162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5784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09800" y="4054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01938" y="519271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95400" y="1843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45225" y="387350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0088" y="4735513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5913" y="604520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81463" y="896938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67000" y="1463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90800" y="7778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87488" y="305911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78500" y="2581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53400" y="5729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70363" y="2173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92363" y="604520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29400" y="96043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7200" y="53070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41875" y="335597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062288" y="15763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INTC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501900" y="175736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MIKSO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33663" y="215900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CI16C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789238" y="264160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FI16C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998788" y="31861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RW16C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692900" y="6400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3949700" y="3657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2103438" y="1676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8350250" y="3200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579438" y="5562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2332038" y="4038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924175" y="51784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1417638" y="1828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6367463" y="3859212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4632325" y="47196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5518150" y="60293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202113" y="88106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2789238" y="1447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2713038" y="762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609725" y="30432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900738" y="25669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8275637" y="5715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4292600" y="21574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514600" y="60293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6751638" y="94456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 flipH="1" flipV="1">
            <a:off x="8081359" y="4956167"/>
            <a:ext cx="417333" cy="39707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 flipH="1" flipV="1">
            <a:off x="7555405" y="4456378"/>
            <a:ext cx="525954" cy="49978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 flipH="1" flipV="1">
            <a:off x="7270704" y="4184254"/>
            <a:ext cx="284701" cy="27212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 flipH="1" flipV="1">
            <a:off x="7080332" y="4003349"/>
            <a:ext cx="190372" cy="18090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 flipH="1" flipV="1">
            <a:off x="6808208" y="3747322"/>
            <a:ext cx="272124" cy="25602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 flipH="1" flipV="1">
            <a:off x="6475485" y="3443769"/>
            <a:ext cx="332723" cy="30355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 flipH="1" flipV="1">
            <a:off x="6217654" y="3209206"/>
            <a:ext cx="257832" cy="23456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 flipH="1" flipV="1">
            <a:off x="6159342" y="3165513"/>
            <a:ext cx="58312" cy="4369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 flipH="1" flipV="1">
            <a:off x="5946102" y="3022935"/>
            <a:ext cx="213240" cy="14257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 flipH="1" flipV="1">
            <a:off x="5288088" y="2579871"/>
            <a:ext cx="658014" cy="44306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 flipH="1" flipV="1">
            <a:off x="4942788" y="2342241"/>
            <a:ext cx="345300" cy="23763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 flipH="1" flipV="1">
            <a:off x="4716971" y="2182033"/>
            <a:ext cx="225817" cy="16020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 flipH="1" flipV="1">
            <a:off x="6293644" y="3921919"/>
            <a:ext cx="424519" cy="1448776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H="1" flipV="1">
            <a:off x="5826919" y="2629694"/>
            <a:ext cx="466725" cy="1292225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H="1" flipV="1">
            <a:off x="2556733" y="2222288"/>
            <a:ext cx="3270186" cy="407405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556733" y="2222288"/>
            <a:ext cx="353702" cy="1026778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H="1">
            <a:off x="6610350" y="5370694"/>
            <a:ext cx="107813" cy="1093606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1" name="Shape 79"/>
          <p:cNvSpPr/>
          <p:nvPr/>
        </p:nvSpPr>
        <p:spPr>
          <a:xfrm flipH="1" flipV="1">
            <a:off x="4558506" y="4783138"/>
            <a:ext cx="2051844" cy="1681163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2" name="Shape 80"/>
          <p:cNvSpPr/>
          <p:nvPr/>
        </p:nvSpPr>
        <p:spPr>
          <a:xfrm flipH="1" flipV="1">
            <a:off x="3867150" y="3721100"/>
            <a:ext cx="691356" cy="1062038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3" name="Shape 81"/>
          <p:cNvSpPr/>
          <p:nvPr/>
        </p:nvSpPr>
        <p:spPr>
          <a:xfrm flipH="1" flipV="1">
            <a:off x="2556733" y="2222288"/>
            <a:ext cx="1310417" cy="1498812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4" name="Shape 82"/>
          <p:cNvSpPr/>
          <p:nvPr/>
        </p:nvSpPr>
        <p:spPr>
          <a:xfrm>
            <a:off x="2556733" y="2222288"/>
            <a:ext cx="353702" cy="1026778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5" name="Shape 83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L11  STAR LAT3A   |   OSKY RYR2CV   |   DCT V59-V66   |   HDG V51-V60-V52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12: LIRF | RWY 25 | STAR ELKA3A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901825" y="1874838"/>
            <a:ext cx="1716088" cy="99060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17913" y="2865438"/>
            <a:ext cx="1370013" cy="7905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87925" y="3656013"/>
            <a:ext cx="1816100" cy="2873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04025" y="3943350"/>
            <a:ext cx="323056" cy="66436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27081" y="4607719"/>
            <a:ext cx="115094" cy="235744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7190581" y="4843463"/>
            <a:ext cx="51594" cy="206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7074694" y="4864100"/>
            <a:ext cx="115888" cy="46831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6518275" y="4910931"/>
            <a:ext cx="556419" cy="224631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27875" y="4606925"/>
            <a:ext cx="114300" cy="2365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89788" y="4843463"/>
            <a:ext cx="52388" cy="206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73900" y="4864100"/>
            <a:ext cx="115888" cy="47625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38325" y="1811338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7113" y="281463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125" y="36052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53225" y="38925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4567238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91375" y="479266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50100" y="4822825"/>
            <a:ext cx="80963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34213" y="4870450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54775" y="5072063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8200" y="61023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62547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91200" y="45100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62600" y="13874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33600" y="3368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24800" y="33670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26828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76600" y="1768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48000" y="56530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48600" y="58816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22813" y="526891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8025" y="260032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06775" y="4379913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7075" y="1219200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2452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31200" y="4322763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72400" y="50450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24800" y="473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0" y="549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67600" y="43592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90725" y="18113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ELKAP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694113" y="28019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BIBEK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064125" y="35925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TAQ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880225" y="387985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CMP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192963" y="45434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URBNB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7318375" y="477996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INTC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256463" y="480060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CF25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140575" y="48482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FF25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607175" y="507206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RW25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977900" y="6096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6311900" y="6248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5911850" y="4495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5683250" y="1371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2255838" y="3352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8045450" y="3352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521450" y="2667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3398838" y="1752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3168650" y="5638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7969250" y="5867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4845050" y="52546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828675" y="25860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3527425" y="43640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847725" y="12033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4922838" y="2438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8451850" y="43068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7893050" y="5029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8047037" y="457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2865438" y="533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7588250" y="4343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 flipH="1" flipV="1">
            <a:off x="8424711" y="5379652"/>
            <a:ext cx="133129" cy="12529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 flipH="1" flipV="1">
            <a:off x="8261936" y="5231100"/>
            <a:ext cx="162775" cy="14855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 flipH="1" flipV="1">
            <a:off x="8135799" y="5116311"/>
            <a:ext cx="126137" cy="11479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 flipH="1" flipV="1">
            <a:off x="8107271" y="5094928"/>
            <a:ext cx="28528" cy="2138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 flipH="1" flipV="1">
            <a:off x="8002949" y="5025154"/>
            <a:ext cx="104322" cy="6977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 flipH="1" flipV="1">
            <a:off x="7681034" y="4808329"/>
            <a:ext cx="321915" cy="21682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 flipH="1" flipV="1">
            <a:off x="7512106" y="4692039"/>
            <a:ext cx="168928" cy="11629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 flipH="1" flipV="1">
            <a:off x="7401631" y="4613637"/>
            <a:ext cx="110475" cy="7840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>
            <a:off x="1901576" y="1874536"/>
            <a:ext cx="5613649" cy="2533158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515225" y="4407694"/>
            <a:ext cx="304800" cy="68580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H="1" flipV="1">
            <a:off x="7190356" y="4864134"/>
            <a:ext cx="629669" cy="22936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H="1">
            <a:off x="6517834" y="4864134"/>
            <a:ext cx="672522" cy="271684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H="1">
            <a:off x="895350" y="1874536"/>
            <a:ext cx="1006226" cy="428496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6" name="Shape 84"/>
          <p:cNvSpPr/>
          <p:nvPr/>
        </p:nvSpPr>
        <p:spPr>
          <a:xfrm flipV="1">
            <a:off x="895350" y="4864134"/>
            <a:ext cx="6295006" cy="1295366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7" name="Shape 85"/>
          <p:cNvSpPr/>
          <p:nvPr/>
        </p:nvSpPr>
        <p:spPr>
          <a:xfrm flipH="1">
            <a:off x="6517834" y="4864134"/>
            <a:ext cx="672522" cy="27168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8" name="Shape 86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L12  STAR ELKA3A   |   OSKY RYR2CV   |   DCT V70-V67   |   HDG V51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13: LSZH | RWY 14 | STAR NEGR1A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H="1">
            <a:off x="4683125" y="1639888"/>
            <a:ext cx="885825" cy="7699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83125" y="2409825"/>
            <a:ext cx="228600" cy="5667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11725" y="2976563"/>
            <a:ext cx="60325" cy="8588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4864100" y="3835400"/>
            <a:ext cx="107950" cy="6111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3966369" y="4120356"/>
            <a:ext cx="897731" cy="326231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3575050" y="4120356"/>
            <a:ext cx="391319" cy="364331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75050" y="4484688"/>
            <a:ext cx="184944" cy="192881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59994" y="4677569"/>
            <a:ext cx="133350" cy="1365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93344" y="4814094"/>
            <a:ext cx="537369" cy="55641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75050" y="4484688"/>
            <a:ext cx="185738" cy="19208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60788" y="4676775"/>
            <a:ext cx="131763" cy="138113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05450" y="1576388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32325" y="23590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60925" y="292576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21250" y="378460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13300" y="43957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25888" y="4079875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44338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19512" y="4637088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52863" y="4773613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67213" y="5307013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24800" y="29781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05600" y="4967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10000" y="2835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48000" y="55022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53000" y="471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67400" y="41306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38400" y="928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19800" y="23018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67400" y="3214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67200" y="3673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0" y="6188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0" y="5043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8540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83038" y="610870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98813" y="3697288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90600" y="27590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19400" y="4662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62400" y="1844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86200" y="42068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00600" y="13112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57850" y="15763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NEGRA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759325" y="23463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MATIV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987925" y="291306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AMIKI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048250" y="377190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ZUE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940300" y="43830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ZH701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032250" y="405606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651250" y="44211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INTC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825875" y="461327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CF14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959225" y="47513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OSNEM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19613" y="53070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RW14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064500" y="2971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6827838" y="4953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3932238" y="2819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3170238" y="5486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075238" y="457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5989638" y="4114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2560638" y="914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6140450" y="2286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5989638" y="3200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4389438" y="3657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5608638" y="6172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5608638" y="5029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6292850" y="838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4105275" y="60944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3321050" y="36814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1112838" y="2743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2941638" y="4648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4084638" y="1828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4006850" y="4191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4922838" y="1295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1395562" y="1366762"/>
            <a:ext cx="539874" cy="18800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1935436" y="1554770"/>
            <a:ext cx="172465" cy="6133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>
            <a:off x="2107901" y="1616101"/>
            <a:ext cx="4912737" cy="180498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7020638" y="3421088"/>
            <a:ext cx="177891" cy="6706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7198529" y="3488151"/>
            <a:ext cx="92240" cy="3439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 flipH="1">
            <a:off x="4010819" y="1639478"/>
            <a:ext cx="1558687" cy="253616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010819" y="1893094"/>
            <a:ext cx="304800" cy="182880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H="1">
            <a:off x="3760673" y="3721894"/>
            <a:ext cx="554946" cy="955125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760673" y="4677018"/>
            <a:ext cx="670275" cy="694073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569506" y="1639478"/>
            <a:ext cx="497919" cy="710022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5" name="Shape 83"/>
          <p:cNvSpPr/>
          <p:nvPr/>
        </p:nvSpPr>
        <p:spPr>
          <a:xfrm flipH="1">
            <a:off x="3858419" y="2349500"/>
            <a:ext cx="2209006" cy="53419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6" name="Shape 84"/>
          <p:cNvSpPr/>
          <p:nvPr/>
        </p:nvSpPr>
        <p:spPr>
          <a:xfrm>
            <a:off x="3858419" y="2883694"/>
            <a:ext cx="1676400" cy="2208213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7" name="Shape 85"/>
          <p:cNvSpPr/>
          <p:nvPr/>
        </p:nvSpPr>
        <p:spPr>
          <a:xfrm flipH="1" flipV="1">
            <a:off x="3760673" y="4677018"/>
            <a:ext cx="1774146" cy="414888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8" name="Shape 86"/>
          <p:cNvSpPr/>
          <p:nvPr/>
        </p:nvSpPr>
        <p:spPr>
          <a:xfrm>
            <a:off x="3760673" y="4677018"/>
            <a:ext cx="670275" cy="694073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9" name="Shape 87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L13  STAR NEGR1A   |   OSKY SVA932   |   DCT V68-V60   |   HDG V58-V53-V62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14: LSZH | RWY 34 | STAR BLM2G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901825" y="2382838"/>
            <a:ext cx="982662" cy="3206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4488" y="2703513"/>
            <a:ext cx="1254125" cy="40640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38613" y="3109913"/>
            <a:ext cx="2082800" cy="2555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21413" y="3365500"/>
            <a:ext cx="1020763" cy="126206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6701631" y="3982244"/>
            <a:ext cx="540544" cy="64531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6573044" y="3717925"/>
            <a:ext cx="128588" cy="26431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6119813" y="2789238"/>
            <a:ext cx="453231" cy="9286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38325" y="2319338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3688" y="26527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87812" y="30591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0613" y="331470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91375" y="457676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61150" y="3941763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2563" y="3676650"/>
            <a:ext cx="80963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56313" y="2725738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09800" y="34353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34400" y="4635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68625" y="4956175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76800" y="5502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58200" y="25304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0725" y="3468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6238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26013" y="196532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850" y="19573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65975" y="1949450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18500" y="496411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96000" y="44338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73487" y="418465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8087" y="197326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95875" y="3757613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84313" y="49561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09800" y="1311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33800" y="6186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67600" y="3824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48400" y="1387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90725" y="23193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BLM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960688" y="26400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ZH677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214813" y="30464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GIPOL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297613" y="330200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KLO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318375" y="456406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ZH726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767513" y="39179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UTIXO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638925" y="36544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MILNI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208713" y="27257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RW24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349500" y="3429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8674100" y="457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3108325" y="49498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4999038" y="5486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8578850" y="2514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842963" y="345440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4694238" y="609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5048250" y="194945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27088" y="19415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7286625" y="193357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8440738" y="49498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6218238" y="4419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3895725" y="416877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3870325" y="195897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5216525" y="37417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1606550" y="49418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2332038" y="1295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3856038" y="6172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589837" y="3810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6370638" y="1371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1557571" y="1742958"/>
            <a:ext cx="96246" cy="5719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1653817" y="1800155"/>
            <a:ext cx="77326" cy="5293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1731143" y="1853093"/>
            <a:ext cx="576653" cy="41985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2307796" y="2272944"/>
            <a:ext cx="65398" cy="4867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2373194" y="2321622"/>
            <a:ext cx="422824" cy="34318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2796018" y="2664805"/>
            <a:ext cx="71156" cy="5902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2867174" y="2723827"/>
            <a:ext cx="58817" cy="5232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2925991" y="2776157"/>
            <a:ext cx="67866" cy="6510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2993857" y="2841264"/>
            <a:ext cx="564725" cy="54763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3558582" y="3388896"/>
            <a:ext cx="70334" cy="7484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>
            <a:off x="3628915" y="3463739"/>
            <a:ext cx="188790" cy="21114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1901494" y="2383296"/>
            <a:ext cx="1920413" cy="1849773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3821906" y="3806031"/>
            <a:ext cx="1321594" cy="427038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143500" y="3806031"/>
            <a:ext cx="1558117" cy="176356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H="1" flipV="1">
            <a:off x="6119381" y="2788326"/>
            <a:ext cx="582236" cy="1194061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901494" y="2383296"/>
            <a:ext cx="365456" cy="110920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3" name="Shape 81"/>
          <p:cNvSpPr/>
          <p:nvPr/>
        </p:nvSpPr>
        <p:spPr>
          <a:xfrm flipV="1">
            <a:off x="2266950" y="2021681"/>
            <a:ext cx="1529556" cy="1470819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4" name="Shape 82"/>
          <p:cNvSpPr/>
          <p:nvPr/>
        </p:nvSpPr>
        <p:spPr>
          <a:xfrm>
            <a:off x="3796506" y="2021681"/>
            <a:ext cx="2347913" cy="2460625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5" name="Shape 83"/>
          <p:cNvSpPr/>
          <p:nvPr/>
        </p:nvSpPr>
        <p:spPr>
          <a:xfrm flipV="1">
            <a:off x="6144419" y="3982387"/>
            <a:ext cx="557198" cy="499919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6" name="Shape 84"/>
          <p:cNvSpPr/>
          <p:nvPr/>
        </p:nvSpPr>
        <p:spPr>
          <a:xfrm flipH="1" flipV="1">
            <a:off x="6119381" y="2788326"/>
            <a:ext cx="582236" cy="1194061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7" name="Shape 85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L14  STAR BLM2G   |   OSKY ELY326   |   DCT V63-V65   |   HDG V51-V64-V62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15: LEBL | RWY 02 | STAR VERDB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H="1">
            <a:off x="5200650" y="3536950"/>
            <a:ext cx="2041525" cy="2508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2971800" y="3787775"/>
            <a:ext cx="2228850" cy="2746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 flipV="1">
            <a:off x="2516188" y="3829050"/>
            <a:ext cx="455613" cy="233362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2219325" y="3829050"/>
            <a:ext cx="296863" cy="57944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1901031" y="3672681"/>
            <a:ext cx="318294" cy="2143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901031" y="3336925"/>
            <a:ext cx="116681" cy="33575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017713" y="2947988"/>
            <a:ext cx="133350" cy="3889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78675" y="3473450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49850" y="373697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1000" y="40116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5388" y="37782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78050" y="3846513"/>
            <a:ext cx="82550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60550" y="3632200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66912" y="32861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87563" y="2884488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57400" y="40449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09800" y="16065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10400" y="7762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39000" y="57308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38400" y="60356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89663" y="2733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23000" y="414972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4587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2073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33725" y="272891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42213" y="2749550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7575" y="345916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12125" y="347503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59675" y="415925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33800" y="3521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38400" y="4892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34000" y="3216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71600" y="3900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19200" y="2605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25963" y="274320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31075" y="34734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VERSO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5276850" y="372427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BL038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048000" y="39989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BL012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592388" y="37655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VIBIM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2286000" y="38242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INTC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966912" y="360997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SANIS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093912" y="32734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DM06A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239963" y="28844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RW02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197100" y="4038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2349500" y="1600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7131050" y="762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7361237" y="5715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2560638" y="6019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6311900" y="271780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345238" y="41354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4237038" y="4572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5608638" y="2057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3255963" y="27130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7664450" y="273367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039812" y="344487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8234363" y="345916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7681912" y="4144962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3856038" y="3505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560638" y="4876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5456238" y="3200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1493838" y="3886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1341438" y="2590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4648200" y="27289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2411412" y="821913"/>
            <a:ext cx="10305" cy="23562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2421716" y="1057537"/>
            <a:ext cx="11820" cy="27960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2433536" y="1337139"/>
            <a:ext cx="16972" cy="40467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2450508" y="1741816"/>
            <a:ext cx="17275" cy="41879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2467783" y="2160614"/>
            <a:ext cx="7620" cy="14444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2473845" y="2305055"/>
            <a:ext cx="7620" cy="9884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2478391" y="2403904"/>
            <a:ext cx="7620" cy="3752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 flipH="1">
            <a:off x="2477482" y="2441426"/>
            <a:ext cx="7620" cy="4075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 flipH="1">
            <a:off x="2472633" y="2482176"/>
            <a:ext cx="7620" cy="3469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 flipH="1">
            <a:off x="2467177" y="2516874"/>
            <a:ext cx="7620" cy="2783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 flipH="1">
            <a:off x="2407168" y="2544714"/>
            <a:ext cx="60009" cy="25176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 flipH="1">
            <a:off x="2328369" y="2796476"/>
            <a:ext cx="78799" cy="33971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 flipH="1">
            <a:off x="2271997" y="3136195"/>
            <a:ext cx="56372" cy="24611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 flipH="1">
            <a:off x="2205624" y="3382309"/>
            <a:ext cx="66373" cy="28807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 flipH="1">
            <a:off x="2178953" y="3670384"/>
            <a:ext cx="26671" cy="11740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 flipH="1">
            <a:off x="2171680" y="3787793"/>
            <a:ext cx="7620" cy="2703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 flipH="1">
            <a:off x="2159254" y="3814825"/>
            <a:ext cx="12426" cy="2622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 flipH="1">
            <a:off x="2143797" y="3841050"/>
            <a:ext cx="15457" cy="1815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 flipH="1">
            <a:off x="2123794" y="3859206"/>
            <a:ext cx="20003" cy="1371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 flipH="1">
            <a:off x="2095608" y="3872924"/>
            <a:ext cx="28186" cy="806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 flipH="1" flipV="1">
            <a:off x="2068937" y="3879783"/>
            <a:ext cx="26671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 flipH="1" flipV="1">
            <a:off x="2047419" y="3872117"/>
            <a:ext cx="21518" cy="766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 flipH="1" flipV="1">
            <a:off x="2025901" y="3856382"/>
            <a:ext cx="21518" cy="1573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 flipH="1" flipV="1">
            <a:off x="2011656" y="3839033"/>
            <a:ext cx="14244" cy="1734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 flipH="1" flipV="1">
            <a:off x="1998927" y="3818053"/>
            <a:ext cx="12729" cy="2098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 flipH="1" flipV="1">
            <a:off x="1958012" y="3747446"/>
            <a:ext cx="40915" cy="7060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 flipH="1" flipV="1">
            <a:off x="1945889" y="3722431"/>
            <a:ext cx="12123" cy="2501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 flipH="1" flipV="1">
            <a:off x="1941949" y="3701048"/>
            <a:ext cx="7620" cy="2138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 flipH="1">
            <a:off x="2114550" y="3537130"/>
            <a:ext cx="5127846" cy="56497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2114550" y="1663700"/>
            <a:ext cx="152400" cy="243840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H="1">
            <a:off x="1901535" y="1663700"/>
            <a:ext cx="365415" cy="2009301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V="1">
            <a:off x="1901535" y="2948180"/>
            <a:ext cx="249536" cy="724821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H="1">
            <a:off x="6271419" y="3537130"/>
            <a:ext cx="970978" cy="66101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0" name="Shape 98"/>
          <p:cNvSpPr/>
          <p:nvPr/>
        </p:nvSpPr>
        <p:spPr>
          <a:xfrm flipH="1" flipV="1">
            <a:off x="3782219" y="3569494"/>
            <a:ext cx="2489200" cy="628650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1" name="Shape 99"/>
          <p:cNvSpPr/>
          <p:nvPr/>
        </p:nvSpPr>
        <p:spPr>
          <a:xfrm flipH="1">
            <a:off x="2114550" y="3569494"/>
            <a:ext cx="1667669" cy="532606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2" name="Shape 100"/>
          <p:cNvSpPr/>
          <p:nvPr/>
        </p:nvSpPr>
        <p:spPr>
          <a:xfrm flipH="1" flipV="1">
            <a:off x="1901535" y="3673001"/>
            <a:ext cx="213015" cy="429099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3" name="Shape 101"/>
          <p:cNvSpPr/>
          <p:nvPr/>
        </p:nvSpPr>
        <p:spPr>
          <a:xfrm flipV="1">
            <a:off x="1901535" y="2948180"/>
            <a:ext cx="249536" cy="724821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4" name="Shape 102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L15  STAR VERDB   |   OSKY RYR916W   |   DCT V51-V52   |   HDG V57-V65-V51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16: LEBL | RWY 25R | STAR BIS2DD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H="1">
            <a:off x="5754688" y="1639888"/>
            <a:ext cx="1377950" cy="6127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5148263" y="2252663"/>
            <a:ext cx="606425" cy="13017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4629150" y="3554413"/>
            <a:ext cx="519113" cy="11128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4299744" y="4667250"/>
            <a:ext cx="329406" cy="70405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3926681" y="5318919"/>
            <a:ext cx="373063" cy="523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3078956" y="4789488"/>
            <a:ext cx="847725" cy="529431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2761456" y="4783931"/>
            <a:ext cx="317500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2484438" y="4783931"/>
            <a:ext cx="277019" cy="123031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2287588" y="4906963"/>
            <a:ext cx="196850" cy="873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2011363" y="4994275"/>
            <a:ext cx="276225" cy="1238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7588" y="4906963"/>
            <a:ext cx="196850" cy="87313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69138" y="1576388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03888" y="220186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97463" y="35036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8350" y="46164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9263" y="5330825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86200" y="5278438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8475" y="4748213"/>
            <a:ext cx="80963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20975" y="4743450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33638" y="485616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36788" y="494347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47863" y="5054600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688" y="896938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81800" y="2757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33800" y="3968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59578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3400" y="2682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90800" y="4357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33800" y="44354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48450" y="4132263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38800" y="1157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5825" y="605790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62400" y="32146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19600" y="2071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38400" y="2224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96200" y="5729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38800" y="4738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08950" y="230505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31175" y="925512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95600" y="52720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09800" y="3748087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06463" y="460851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21538" y="15763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BISBA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830888" y="218916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BGR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224463" y="34909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BL045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705350" y="46037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XAMUR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365625" y="53070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D0970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992563" y="52546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LESBA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144838" y="4725988"/>
            <a:ext cx="473075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SLL-16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2827338" y="47196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TEBLA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2560638" y="484346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CI25R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2363788" y="493077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FU25R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2100263" y="505460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RW25R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068388" y="8905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6904038" y="2743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3854450" y="381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4921250" y="5943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655638" y="2667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713038" y="4343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3854450" y="4419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6770688" y="4116387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5761038" y="1143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1008063" y="60420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4083050" y="3200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4541838" y="2057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2560638" y="2209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7818437" y="5715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5761038" y="4724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8231188" y="229076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8251825" y="9112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3016250" y="5257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2332038" y="3733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1028700" y="45926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 flipH="1">
            <a:off x="2429310" y="328652"/>
            <a:ext cx="32687" cy="31561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 flipH="1">
            <a:off x="2406963" y="644267"/>
            <a:ext cx="22347" cy="24148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 flipH="1">
            <a:off x="2382948" y="885751"/>
            <a:ext cx="24015" cy="27388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 flipH="1">
            <a:off x="2359267" y="1159639"/>
            <a:ext cx="23681" cy="26856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 flipH="1">
            <a:off x="2336586" y="1428201"/>
            <a:ext cx="22681" cy="24725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 flipH="1">
            <a:off x="2290225" y="1675455"/>
            <a:ext cx="46362" cy="51537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 flipH="1">
            <a:off x="2279551" y="2190827"/>
            <a:ext cx="10673" cy="11852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 flipH="1">
            <a:off x="2278551" y="2309350"/>
            <a:ext cx="7620" cy="5193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>
            <a:off x="2278551" y="2361286"/>
            <a:ext cx="7620" cy="5548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>
            <a:off x="2280885" y="2416774"/>
            <a:ext cx="16677" cy="36178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>
            <a:off x="2297562" y="2778556"/>
            <a:ext cx="24348" cy="56686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2321911" y="3345421"/>
            <a:ext cx="18678" cy="44523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2340589" y="3790656"/>
            <a:ext cx="19012" cy="46077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>
            <a:off x="2359600" y="4251428"/>
            <a:ext cx="7620" cy="15891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2366271" y="4410345"/>
            <a:ext cx="7620" cy="10875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 flipH="1">
            <a:off x="2370274" y="4519102"/>
            <a:ext cx="7620" cy="8611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 flipH="1">
            <a:off x="2364937" y="4605219"/>
            <a:ext cx="7620" cy="3817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 flipH="1">
            <a:off x="2358933" y="4643395"/>
            <a:ext cx="7620" cy="3062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 flipH="1">
            <a:off x="2292893" y="4674024"/>
            <a:ext cx="66041" cy="27699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 flipH="1">
            <a:off x="2206173" y="4951020"/>
            <a:ext cx="86720" cy="37376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7" name="Shape 95"/>
          <p:cNvSpPr/>
          <p:nvPr/>
        </p:nvSpPr>
        <p:spPr>
          <a:xfrm flipH="1">
            <a:off x="2071090" y="5324787"/>
            <a:ext cx="135083" cy="58772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8" name="Shape 96"/>
          <p:cNvSpPr/>
          <p:nvPr/>
        </p:nvSpPr>
        <p:spPr>
          <a:xfrm flipH="1">
            <a:off x="2041739" y="5912515"/>
            <a:ext cx="29351" cy="12917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 flipH="1">
            <a:off x="2033734" y="6041691"/>
            <a:ext cx="8005" cy="2974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 flipH="1">
            <a:off x="2020059" y="6071432"/>
            <a:ext cx="13675" cy="2885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 flipH="1">
            <a:off x="2003048" y="6100286"/>
            <a:ext cx="17010" cy="1997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 flipH="1">
            <a:off x="1950016" y="6120262"/>
            <a:ext cx="53033" cy="2397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 flipH="1" flipV="1">
            <a:off x="1920664" y="6142901"/>
            <a:ext cx="29351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4" name="Shape 102"/>
          <p:cNvSpPr/>
          <p:nvPr/>
        </p:nvSpPr>
        <p:spPr>
          <a:xfrm flipH="1" flipV="1">
            <a:off x="1896983" y="6134467"/>
            <a:ext cx="23681" cy="843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5" name="Shape 103"/>
          <p:cNvSpPr/>
          <p:nvPr/>
        </p:nvSpPr>
        <p:spPr>
          <a:xfrm flipH="1" flipV="1">
            <a:off x="1873302" y="6117154"/>
            <a:ext cx="23681" cy="1731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6" name="Shape 104"/>
          <p:cNvSpPr/>
          <p:nvPr/>
        </p:nvSpPr>
        <p:spPr>
          <a:xfrm flipH="1" flipV="1">
            <a:off x="1857626" y="6098067"/>
            <a:ext cx="15676" cy="1908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7" name="Shape 105"/>
          <p:cNvSpPr/>
          <p:nvPr/>
        </p:nvSpPr>
        <p:spPr>
          <a:xfrm flipH="1" flipV="1">
            <a:off x="1798589" y="5997301"/>
            <a:ext cx="59036" cy="10076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8" name="Shape 106"/>
          <p:cNvSpPr/>
          <p:nvPr/>
        </p:nvSpPr>
        <p:spPr>
          <a:xfrm flipH="1" flipV="1">
            <a:off x="1785248" y="5969778"/>
            <a:ext cx="13342" cy="2752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9" name="Shape 107"/>
          <p:cNvSpPr/>
          <p:nvPr/>
        </p:nvSpPr>
        <p:spPr>
          <a:xfrm flipH="1" flipV="1">
            <a:off x="1780912" y="5946252"/>
            <a:ext cx="7620" cy="2352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10" name="Shape 108"/>
          <p:cNvSpPr/>
          <p:nvPr/>
        </p:nvSpPr>
        <p:spPr>
          <a:xfrm flipH="1">
            <a:off x="2486819" y="1639442"/>
            <a:ext cx="4646434" cy="633065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H="1">
            <a:off x="2258219" y="2272506"/>
            <a:ext cx="228600" cy="152400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258219" y="3796506"/>
            <a:ext cx="381000" cy="60960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H="1">
            <a:off x="2484216" y="4406106"/>
            <a:ext cx="155003" cy="501177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H="1">
            <a:off x="2011053" y="4907284"/>
            <a:ext cx="473163" cy="210644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H="1">
            <a:off x="3781425" y="1639442"/>
            <a:ext cx="3351828" cy="2843658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6" name="Shape 114"/>
          <p:cNvSpPr/>
          <p:nvPr/>
        </p:nvSpPr>
        <p:spPr>
          <a:xfrm flipH="1" flipV="1">
            <a:off x="985838" y="954087"/>
            <a:ext cx="2795588" cy="3529013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7" name="Shape 115"/>
          <p:cNvSpPr/>
          <p:nvPr/>
        </p:nvSpPr>
        <p:spPr>
          <a:xfrm>
            <a:off x="985838" y="954087"/>
            <a:ext cx="1957388" cy="4366419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8" name="Shape 116"/>
          <p:cNvSpPr/>
          <p:nvPr/>
        </p:nvSpPr>
        <p:spPr>
          <a:xfrm flipH="1" flipV="1">
            <a:off x="2484216" y="4907284"/>
            <a:ext cx="459009" cy="413223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9" name="Shape 117"/>
          <p:cNvSpPr/>
          <p:nvPr/>
        </p:nvSpPr>
        <p:spPr>
          <a:xfrm flipH="1">
            <a:off x="2011053" y="4907284"/>
            <a:ext cx="473163" cy="21064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20" name="Shape 118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L16  STAR BIS2DD   |   OSKY RYR916W   |   DCT V63-V69-V56   |   HDG V57-V51-V68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17: EBBR | RWY 02 | STAR ARVO2A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V="1">
            <a:off x="1901825" y="3414713"/>
            <a:ext cx="1198563" cy="17129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3100388" y="2308225"/>
            <a:ext cx="774700" cy="11064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3875088" y="1882775"/>
            <a:ext cx="708025" cy="4254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83113" y="1882775"/>
            <a:ext cx="792163" cy="1682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75275" y="2051050"/>
            <a:ext cx="384175" cy="166370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59450" y="3714750"/>
            <a:ext cx="454819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6214269" y="3628231"/>
            <a:ext cx="374650" cy="8651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6588919" y="2694781"/>
            <a:ext cx="455613" cy="9334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7044531" y="2460625"/>
            <a:ext cx="57944" cy="23415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7102475" y="1938337"/>
            <a:ext cx="139700" cy="5222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3738" y="2460625"/>
            <a:ext cx="58737" cy="2349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38325" y="5064125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49588" y="33639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24288" y="22574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32313" y="183197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24475" y="20002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08650" y="36639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3788" y="3673475"/>
            <a:ext cx="80963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48438" y="3587750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04050" y="2654300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61200" y="2419350"/>
            <a:ext cx="82550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78675" y="1874838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6000" y="29019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95800" y="28257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48400" y="5807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7550" y="3433763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24600" y="4359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39000" y="32908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1614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05300" y="393223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06550" y="21621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31200" y="12207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8025" y="5702300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12150" y="2595563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31088" y="4760913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86200" y="598963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86363" y="4799013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48200" y="1004887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78013" y="365442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5200" y="5492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82938" y="456882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48400" y="1538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90725" y="50641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ARVOL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176588" y="33512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AKOVI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951288" y="22447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RODRI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659313" y="181927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KERKY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451475" y="198755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835650" y="3651250"/>
            <a:ext cx="473075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AFI-12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280150" y="36512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NIVOR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654800" y="3563938"/>
            <a:ext cx="473075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HUL-11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110413" y="263207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CF02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7169150" y="23971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OM02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331075" y="18748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RW02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235700" y="2895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4635500" y="2819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370638" y="5791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838200" y="34178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6446838" y="4343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7359650" y="3276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2865438" y="1600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4427538" y="391795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1728788" y="21478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8451850" y="120650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828675" y="56864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8432800" y="258127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7553325" y="47450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4008438" y="597376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5308600" y="47831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4770438" y="990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2000250" y="36401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7435850" y="533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3305175" y="455295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6370638" y="1524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2722782" y="302097"/>
            <a:ext cx="550545" cy="3926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3273327" y="341357"/>
            <a:ext cx="459595" cy="3243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3732923" y="373790"/>
            <a:ext cx="579068" cy="4011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4311991" y="413904"/>
            <a:ext cx="113553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 flipV="1">
            <a:off x="4425544" y="415611"/>
            <a:ext cx="78034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 flipV="1">
            <a:off x="4503578" y="383178"/>
            <a:ext cx="592522" cy="3243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 flipV="1">
            <a:off x="5096101" y="371229"/>
            <a:ext cx="547854" cy="1194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 flipV="1">
            <a:off x="5643955" y="363548"/>
            <a:ext cx="547316" cy="768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 flipV="1">
            <a:off x="6191272" y="354160"/>
            <a:ext cx="582297" cy="938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 flipV="1">
            <a:off x="6773569" y="334530"/>
            <a:ext cx="1116159" cy="1963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 flipV="1">
            <a:off x="7889728" y="328555"/>
            <a:ext cx="335817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8225545" y="328555"/>
            <a:ext cx="67271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8292816" y="330262"/>
            <a:ext cx="68885" cy="1450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>
            <a:off x="8361701" y="344771"/>
            <a:ext cx="51126" cy="2389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 flipV="1">
            <a:off x="1901420" y="1053306"/>
            <a:ext cx="2795198" cy="407435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4696619" y="596900"/>
            <a:ext cx="2666206" cy="456406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362825" y="596900"/>
            <a:ext cx="1016000" cy="672306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H="1">
            <a:off x="7043941" y="1269206"/>
            <a:ext cx="1334884" cy="1425777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7043941" y="1938225"/>
            <a:ext cx="198371" cy="756758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1901420" y="4617244"/>
            <a:ext cx="1329936" cy="510413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7" name="Shape 95"/>
          <p:cNvSpPr/>
          <p:nvPr/>
        </p:nvSpPr>
        <p:spPr>
          <a:xfrm flipV="1">
            <a:off x="3231356" y="2882900"/>
            <a:ext cx="1321594" cy="173434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8" name="Shape 96"/>
          <p:cNvSpPr/>
          <p:nvPr/>
        </p:nvSpPr>
        <p:spPr>
          <a:xfrm>
            <a:off x="4552950" y="2882900"/>
            <a:ext cx="1600200" cy="76200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9" name="Shape 97"/>
          <p:cNvSpPr/>
          <p:nvPr/>
        </p:nvSpPr>
        <p:spPr>
          <a:xfrm flipV="1">
            <a:off x="6153150" y="2694983"/>
            <a:ext cx="890791" cy="264117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0" name="Shape 98"/>
          <p:cNvSpPr/>
          <p:nvPr/>
        </p:nvSpPr>
        <p:spPr>
          <a:xfrm flipV="1">
            <a:off x="7043941" y="1938225"/>
            <a:ext cx="198371" cy="756758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1" name="Shape 99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L17  STAR ARVO2A   |   OSKY DHK453   |   DCT V66-V68-V60   |   HDG V69-V52-V51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18: EBBR | RWY 25R | STAR TULN3B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V="1">
            <a:off x="1901825" y="4427538"/>
            <a:ext cx="1590675" cy="5556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3492500" y="3625850"/>
            <a:ext cx="2330450" cy="8016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5822950" y="3051175"/>
            <a:ext cx="1419225" cy="5746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6661944" y="2564606"/>
            <a:ext cx="580231" cy="48656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6307138" y="2527300"/>
            <a:ext cx="354806" cy="3730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5815806" y="2527300"/>
            <a:ext cx="491331" cy="218281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5684838" y="2745581"/>
            <a:ext cx="130969" cy="61912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5410200" y="2807494"/>
            <a:ext cx="274638" cy="127794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84838" y="2746375"/>
            <a:ext cx="130175" cy="60325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38325" y="4419600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41700" y="437673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72150" y="35750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91375" y="300037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1463" y="2524125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5863" y="2486025"/>
            <a:ext cx="82550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75325" y="2705100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43563" y="2767013"/>
            <a:ext cx="82550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6700" y="2871788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111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57975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6200" y="59499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4664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39000" y="21494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52600" y="35210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77000" y="29098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57775" y="475773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24800" y="27574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43000" y="5500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95600" y="53498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97325" y="314166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95800" y="26066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96200" y="34448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91200" y="2071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96075" y="3859212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19200" y="1539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18050" y="377983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92413" y="379571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24200" y="29098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90725" y="441960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TULNI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568700" y="43640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899150" y="356235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HUL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318375" y="298767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727825" y="2500313"/>
            <a:ext cx="473075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FLO-10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373813" y="246380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INTC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881688" y="268287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CF25R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751513" y="274320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OM25R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499100" y="28717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RW25R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711700" y="304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4483100" y="5791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7835900" y="5943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6294438" y="4648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7359650" y="2133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1874838" y="3505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6599238" y="2895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180013" y="474186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8045450" y="2743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1265238" y="5486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3017838" y="5334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4119562" y="31257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4616450" y="2590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7818437" y="3429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5913438" y="2057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6816725" y="38433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1341438" y="1524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4838700" y="376396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2914650" y="37798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3246438" y="2895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1461635" y="1964479"/>
            <a:ext cx="342816" cy="2092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1804452" y="1985403"/>
            <a:ext cx="339948" cy="2137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2144399" y="2006782"/>
            <a:ext cx="286302" cy="1865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2430701" y="2025431"/>
            <a:ext cx="270524" cy="1819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2701225" y="2043626"/>
            <a:ext cx="299785" cy="1955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3001010" y="2063186"/>
            <a:ext cx="293474" cy="2092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>
            <a:off x="3294483" y="2084110"/>
            <a:ext cx="244992" cy="1728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3539475" y="2101395"/>
            <a:ext cx="308678" cy="2137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3848153" y="2122774"/>
            <a:ext cx="60531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 flipV="1">
            <a:off x="3908684" y="2123683"/>
            <a:ext cx="41597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 flipV="1">
            <a:off x="3950281" y="2106398"/>
            <a:ext cx="315850" cy="1728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 flipV="1">
            <a:off x="4266131" y="2100030"/>
            <a:ext cx="292039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 flipV="1">
            <a:off x="4558170" y="2095936"/>
            <a:ext cx="291752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 flipV="1">
            <a:off x="4849923" y="2090933"/>
            <a:ext cx="310399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 flipV="1">
            <a:off x="5160322" y="2080471"/>
            <a:ext cx="594980" cy="1046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 flipV="1">
            <a:off x="5755302" y="2077287"/>
            <a:ext cx="179010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>
            <a:off x="5934312" y="2077287"/>
            <a:ext cx="35859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5970172" y="2078196"/>
            <a:ext cx="36720" cy="773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6006892" y="2085929"/>
            <a:ext cx="27253" cy="1273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 flipH="1" flipV="1">
            <a:off x="1267619" y="1588294"/>
            <a:ext cx="634084" cy="2894862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267619" y="1588294"/>
            <a:ext cx="4572000" cy="531813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H="1">
            <a:off x="5815584" y="2120106"/>
            <a:ext cx="24035" cy="626033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H="1">
            <a:off x="5410191" y="2746139"/>
            <a:ext cx="405394" cy="189033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1901703" y="3844131"/>
            <a:ext cx="939128" cy="63902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5" name="Shape 93"/>
          <p:cNvSpPr/>
          <p:nvPr/>
        </p:nvSpPr>
        <p:spPr>
          <a:xfrm flipV="1">
            <a:off x="2840831" y="368300"/>
            <a:ext cx="1788319" cy="3475831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6" name="Shape 94"/>
          <p:cNvSpPr/>
          <p:nvPr/>
        </p:nvSpPr>
        <p:spPr>
          <a:xfrm>
            <a:off x="4629150" y="368300"/>
            <a:ext cx="1186434" cy="2377839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7" name="Shape 95"/>
          <p:cNvSpPr/>
          <p:nvPr/>
        </p:nvSpPr>
        <p:spPr>
          <a:xfrm flipH="1">
            <a:off x="5410191" y="2746139"/>
            <a:ext cx="405394" cy="189033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8" name="Shape 96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L18  STAR TULN3B   |   OSKY DHK453   |   DCT V67-V65   |   HDG V69-V51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19: LOWW | RWY 11 | STAR GIGOW1W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H="1">
            <a:off x="5392738" y="4437063"/>
            <a:ext cx="1849438" cy="2936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 flipV="1">
            <a:off x="4722813" y="3902075"/>
            <a:ext cx="669925" cy="8286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 flipV="1">
            <a:off x="3700463" y="3468688"/>
            <a:ext cx="1022350" cy="4333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2924175" y="3054350"/>
            <a:ext cx="776288" cy="4143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2582863" y="2909888"/>
            <a:ext cx="341313" cy="14446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1901825" y="2620963"/>
            <a:ext cx="681038" cy="2889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901825" y="2280444"/>
            <a:ext cx="144463" cy="34051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46288" y="2280444"/>
            <a:ext cx="340519" cy="14446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86806" y="2424906"/>
            <a:ext cx="340519" cy="14446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27325" y="2569369"/>
            <a:ext cx="327025" cy="13890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54350" y="2708275"/>
            <a:ext cx="128588" cy="571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938" y="2765425"/>
            <a:ext cx="327025" cy="13970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09963" y="2905125"/>
            <a:ext cx="238125" cy="1000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54350" y="2708275"/>
            <a:ext cx="128588" cy="571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09963" y="2905125"/>
            <a:ext cx="238125" cy="100013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78675" y="4373563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41938" y="46799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72013" y="385127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49663" y="34178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3375" y="30035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32063" y="28590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51025" y="257016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5013" y="2239963"/>
            <a:ext cx="82550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46325" y="2384425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86050" y="2528888"/>
            <a:ext cx="82550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03550" y="265747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32138" y="27146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59163" y="28543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84588" y="2941638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15000" y="42068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67600" y="56530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90800" y="19208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57800" y="55022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15175" y="28860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19200" y="29876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99450" y="36210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0" y="29876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47800" y="17668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29000" y="21494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24600" y="8540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13438" y="32924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0" y="3976687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44937" y="5099050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95800" y="23018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0" y="40544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96025" y="513715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81200" y="61880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24400" y="3367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43000" y="4816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31075" y="437356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GIGOR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468938" y="46672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PESAT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799013" y="383857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WW841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776662" y="34051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WW843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000375" y="29908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WW844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659063" y="28463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WW845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978025" y="255746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WW846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112963" y="22161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WW813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2452688" y="236220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WW812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2794000" y="250666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WW811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3130550" y="264477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WW919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3259138" y="27019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CI11X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3586163" y="28416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36DME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836988" y="29416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RW11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837238" y="4191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7588250" y="5638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2713038" y="1905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5380038" y="5486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7235825" y="287020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1339850" y="2971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8420100" y="36052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2406650" y="2971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1570038" y="1752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3551238" y="2133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6446838" y="838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6034088" y="32781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2408238" y="3962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4065588" y="508317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4618038" y="2286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3779838" y="4038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6418263" y="512286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2101850" y="6172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4846638" y="3352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1265238" y="4800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1533549" y="4534618"/>
            <a:ext cx="130131" cy="4929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1663680" y="4583914"/>
            <a:ext cx="134874" cy="5151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1798554" y="4635430"/>
            <a:ext cx="56321" cy="2176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>
            <a:off x="1854875" y="4657192"/>
            <a:ext cx="152363" cy="5817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2007238" y="4715370"/>
            <a:ext cx="432487" cy="16609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>
            <a:off x="2439725" y="4881466"/>
            <a:ext cx="597893" cy="23182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>
            <a:off x="3037618" y="5113291"/>
            <a:ext cx="200088" cy="7771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3237706" y="5191010"/>
            <a:ext cx="60471" cy="2353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>
            <a:off x="3298177" y="5214548"/>
            <a:ext cx="132206" cy="5151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>
            <a:off x="3430383" y="5266064"/>
            <a:ext cx="192084" cy="7549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7" name="Shape 95"/>
          <p:cNvSpPr/>
          <p:nvPr/>
        </p:nvSpPr>
        <p:spPr>
          <a:xfrm>
            <a:off x="3622467" y="5341563"/>
            <a:ext cx="119756" cy="4707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8" name="Shape 96"/>
          <p:cNvSpPr/>
          <p:nvPr/>
        </p:nvSpPr>
        <p:spPr>
          <a:xfrm>
            <a:off x="3742224" y="5388638"/>
            <a:ext cx="139617" cy="5462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>
            <a:off x="3881841" y="5443263"/>
            <a:ext cx="188231" cy="7461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>
            <a:off x="4070072" y="5517874"/>
            <a:ext cx="130131" cy="5107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>
            <a:off x="4200203" y="5568946"/>
            <a:ext cx="193863" cy="7683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>
            <a:off x="4394066" y="5645777"/>
            <a:ext cx="186452" cy="7416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 flipH="1">
            <a:off x="3992563" y="4437476"/>
            <a:ext cx="3249490" cy="709199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H="1" flipV="1">
            <a:off x="1191419" y="4864894"/>
            <a:ext cx="2801144" cy="281781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1191419" y="2765507"/>
            <a:ext cx="1991420" cy="2099387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182838" y="2765507"/>
            <a:ext cx="565314" cy="240046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H="1">
            <a:off x="6344444" y="4437476"/>
            <a:ext cx="897609" cy="748093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8" name="Shape 106"/>
          <p:cNvSpPr/>
          <p:nvPr/>
        </p:nvSpPr>
        <p:spPr>
          <a:xfrm flipH="1" flipV="1">
            <a:off x="4772819" y="3415506"/>
            <a:ext cx="1571625" cy="1770063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9" name="Shape 107"/>
          <p:cNvSpPr/>
          <p:nvPr/>
        </p:nvSpPr>
        <p:spPr>
          <a:xfrm flipH="1">
            <a:off x="3706019" y="3415506"/>
            <a:ext cx="1066800" cy="68659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0" name="Shape 108"/>
          <p:cNvSpPr/>
          <p:nvPr/>
        </p:nvSpPr>
        <p:spPr>
          <a:xfrm flipH="1" flipV="1">
            <a:off x="3182838" y="2765507"/>
            <a:ext cx="523180" cy="1336593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1" name="Shape 109"/>
          <p:cNvSpPr/>
          <p:nvPr/>
        </p:nvSpPr>
        <p:spPr>
          <a:xfrm>
            <a:off x="3182838" y="2765507"/>
            <a:ext cx="565314" cy="240046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2" name="Shape 110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L19  STAR GIGOW1W   |   OSKY VIR346   |   DCT V64-V70   |   HDG V67-V69-V66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20: LOWW | RWY 34 | STAR LANU5W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827338" y="1639888"/>
            <a:ext cx="1135063" cy="13049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62400" y="2944813"/>
            <a:ext cx="1344613" cy="5159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7013" y="3460750"/>
            <a:ext cx="735013" cy="76200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42025" y="4222750"/>
            <a:ext cx="40481" cy="114855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6082506" y="4869656"/>
            <a:ext cx="234156" cy="5016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6136481" y="4345781"/>
            <a:ext cx="180181" cy="5238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6076156" y="4161631"/>
            <a:ext cx="60325" cy="1841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 flipV="1">
            <a:off x="6011069" y="3971131"/>
            <a:ext cx="65088" cy="19050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 flipV="1">
            <a:off x="5913438" y="3690937"/>
            <a:ext cx="97631" cy="280194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76950" y="4160838"/>
            <a:ext cx="58737" cy="1857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10275" y="3971925"/>
            <a:ext cx="66675" cy="188913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63838" y="1576388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11600" y="28940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56213" y="34099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91225" y="41719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42025" y="5330825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5388" y="4829175"/>
            <a:ext cx="82550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6000" y="4305300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675" y="4121150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70588" y="3930650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49938" y="3627438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13779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62600" y="28257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4206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24400" y="5121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14875" y="86201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67600" y="24542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549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38800" y="5043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57400" y="5502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55863" y="287020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62600" y="58070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34200" y="6069013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91000" y="4129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99000" y="204470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0" y="35972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60763" y="86995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81600" y="4359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65950" y="364331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62400" y="16922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05600" y="4738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16238" y="15763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LANUX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038600" y="28813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NERDU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383213" y="33972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WW925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118225" y="41592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WW926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148388" y="53070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WW927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383338" y="480536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WW924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202363" y="428307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WW834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142038" y="40973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CI34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076950" y="39084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OM34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002338" y="36274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RW34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511300" y="1371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5702300" y="2819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1493838" y="4191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4846638" y="5105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4837113" y="8461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7588250" y="2438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7208838" y="533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5761038" y="5029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2179638" y="5486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2578100" y="28543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5683250" y="5791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7054850" y="60531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4313238" y="4114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4821238" y="20288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3321050" y="3581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3683000" y="85566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5303838" y="4343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7088188" y="36290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4084638" y="1676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6827838" y="4724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1258420" y="4156666"/>
            <a:ext cx="67939" cy="2491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1326359" y="4181582"/>
            <a:ext cx="120903" cy="4443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>
            <a:off x="1447262" y="4226016"/>
            <a:ext cx="321946" cy="11793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1769209" y="4343952"/>
            <a:ext cx="179691" cy="6602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1948899" y="4409980"/>
            <a:ext cx="360768" cy="13371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2309668" y="4543696"/>
            <a:ext cx="55737" cy="2076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>
            <a:off x="2365405" y="4564459"/>
            <a:ext cx="132827" cy="4941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>
            <a:off x="2498233" y="4613876"/>
            <a:ext cx="199934" cy="7433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>
            <a:off x="2698167" y="4688209"/>
            <a:ext cx="231269" cy="8637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>
            <a:off x="2929435" y="4774584"/>
            <a:ext cx="143087" cy="5398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>
            <a:off x="3072523" y="4828569"/>
            <a:ext cx="53519" cy="1993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>
            <a:off x="3126042" y="4848502"/>
            <a:ext cx="177195" cy="6685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>
            <a:off x="3303237" y="4915360"/>
            <a:ext cx="539073" cy="20472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3842310" y="5120087"/>
            <a:ext cx="121735" cy="4609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3964045" y="5166182"/>
            <a:ext cx="126172" cy="4817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>
            <a:off x="4090217" y="5214353"/>
            <a:ext cx="52687" cy="2034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4142904" y="5234701"/>
            <a:ext cx="142533" cy="5440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>
            <a:off x="4285437" y="5289101"/>
            <a:ext cx="404582" cy="15531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>
            <a:off x="4690019" y="5444411"/>
            <a:ext cx="559316" cy="21677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5249335" y="5661181"/>
            <a:ext cx="187178" cy="7267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>
            <a:off x="5436513" y="5733853"/>
            <a:ext cx="56569" cy="2200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>
            <a:off x="5493082" y="5755862"/>
            <a:ext cx="123676" cy="4817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7" name="Shape 95"/>
          <p:cNvSpPr/>
          <p:nvPr/>
        </p:nvSpPr>
        <p:spPr>
          <a:xfrm>
            <a:off x="5616758" y="5804033"/>
            <a:ext cx="179691" cy="7059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8" name="Shape 96"/>
          <p:cNvSpPr/>
          <p:nvPr/>
        </p:nvSpPr>
        <p:spPr>
          <a:xfrm>
            <a:off x="5796449" y="5874628"/>
            <a:ext cx="112030" cy="4401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>
            <a:off x="5908479" y="5918647"/>
            <a:ext cx="130609" cy="5107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>
            <a:off x="6039088" y="5969725"/>
            <a:ext cx="176086" cy="6976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>
            <a:off x="6215174" y="6039490"/>
            <a:ext cx="121735" cy="4775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>
            <a:off x="6336909" y="6087245"/>
            <a:ext cx="181355" cy="7184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>
            <a:off x="6518264" y="6159087"/>
            <a:ext cx="174422" cy="6935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4" name="Shape 102"/>
          <p:cNvSpPr/>
          <p:nvPr/>
        </p:nvSpPr>
        <p:spPr>
          <a:xfrm flipH="1">
            <a:off x="1420019" y="1639433"/>
            <a:ext cx="1407253" cy="261586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420019" y="4255294"/>
            <a:ext cx="3352800" cy="91440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72819" y="5169694"/>
            <a:ext cx="837406" cy="68580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5610225" y="4161493"/>
            <a:ext cx="466053" cy="1694001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H="1" flipV="1">
            <a:off x="5914025" y="3690321"/>
            <a:ext cx="162253" cy="471172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H="1" flipV="1">
            <a:off x="1428750" y="1435100"/>
            <a:ext cx="1398522" cy="204333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0" name="Shape 108"/>
          <p:cNvSpPr/>
          <p:nvPr/>
        </p:nvSpPr>
        <p:spPr>
          <a:xfrm>
            <a:off x="1428750" y="1435100"/>
            <a:ext cx="4191000" cy="1447800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1" name="Shape 109"/>
          <p:cNvSpPr/>
          <p:nvPr/>
        </p:nvSpPr>
        <p:spPr>
          <a:xfrm>
            <a:off x="5619750" y="2882900"/>
            <a:ext cx="456528" cy="1278593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2" name="Shape 110"/>
          <p:cNvSpPr/>
          <p:nvPr/>
        </p:nvSpPr>
        <p:spPr>
          <a:xfrm flipH="1" flipV="1">
            <a:off x="5914025" y="3690321"/>
            <a:ext cx="162253" cy="471172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3" name="Shape 111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L20  STAR LANU5W   |   OSKY VIR346   |   DCT V53-V54-V61   |   HDG V51-V52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21: LTFJ | RWY 06 | STAR GELG1G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901825" y="3057525"/>
            <a:ext cx="1066800" cy="7762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968625" y="3611563"/>
            <a:ext cx="1144588" cy="2222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4113213" y="3582988"/>
            <a:ext cx="1649413" cy="285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2625" y="3582988"/>
            <a:ext cx="279400" cy="4651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6042025" y="3652838"/>
            <a:ext cx="657225" cy="3952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699250" y="3527425"/>
            <a:ext cx="215900" cy="1254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6915150" y="3338513"/>
            <a:ext cx="327025" cy="1889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 flipV="1">
            <a:off x="7042944" y="2993231"/>
            <a:ext cx="199231" cy="345281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6715919" y="2993231"/>
            <a:ext cx="327025" cy="18970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6499225" y="3182938"/>
            <a:ext cx="216694" cy="1254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6372225" y="3308350"/>
            <a:ext cx="127000" cy="7620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6372225" y="3184525"/>
            <a:ext cx="7620" cy="2000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6371431" y="3184525"/>
            <a:ext cx="7620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6371431" y="3144044"/>
            <a:ext cx="68263" cy="412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6439694" y="3067844"/>
            <a:ext cx="128588" cy="7620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568281" y="2962275"/>
            <a:ext cx="180181" cy="10556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99250" y="3527425"/>
            <a:ext cx="215900" cy="125413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9225" y="3182938"/>
            <a:ext cx="215900" cy="125413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2225" y="3308350"/>
            <a:ext cx="127000" cy="762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2225" y="3144838"/>
            <a:ext cx="68263" cy="3968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0488" y="3067050"/>
            <a:ext cx="127000" cy="7778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67488" y="2962275"/>
            <a:ext cx="180975" cy="104775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38325" y="2994025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17825" y="37830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62412" y="356076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11825" y="35321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91225" y="39973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48450" y="360203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64350" y="34766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91375" y="32877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02463" y="2952750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438" y="3141663"/>
            <a:ext cx="80963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8425" y="32575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21425" y="33337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1425" y="31337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30950" y="3144838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99213" y="3103563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27800" y="3027363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84963" y="2898775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1000" y="53403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72200" y="36639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29600" y="930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4800" y="2759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24400" y="2452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05200" y="27590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133600" y="42052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05400" y="45878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10400" y="3976687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90600" y="3824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86200" y="13874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20063" y="344963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733800" y="4281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619375" y="307340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710238" y="3016250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038600" y="65690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608888" y="277653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90600" y="61118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52600" y="1920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629400" y="57308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990725" y="29940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GELBU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3044825" y="37703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TURKO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4189413" y="354806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FJ510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838825" y="35194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FJ511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118225" y="39846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FJ512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775450" y="35893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FJ513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991350" y="34639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BUKED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7318375" y="32750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FJ515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7108825" y="29305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FJ516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781800" y="31194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FJ517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575425" y="32448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FJ518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6448425" y="33210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FJ519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6448425" y="31210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6437313" y="31210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ASDEV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6505575" y="30813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CI06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6634163" y="300355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FI06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6837363" y="289877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RW06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520700" y="5334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6311900" y="3657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8351838" y="914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427038" y="2743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4846638" y="2438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3625850" y="2743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2254250" y="4191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5227638" y="4572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7131050" y="3962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1112838" y="3810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4008438" y="1371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91" name="Text 89"/>
          <p:cNvSpPr/>
          <p:nvPr/>
        </p:nvSpPr>
        <p:spPr>
          <a:xfrm>
            <a:off x="8242300" y="343376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3856038" y="4267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2741613" y="30575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5830888" y="300196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95" name="Text 93"/>
          <p:cNvSpPr/>
          <p:nvPr/>
        </p:nvSpPr>
        <p:spPr>
          <a:xfrm>
            <a:off x="4160838" y="6553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7731125" y="276225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1112838" y="6096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1874838" y="1905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99" name="Text 97"/>
          <p:cNvSpPr/>
          <p:nvPr/>
        </p:nvSpPr>
        <p:spPr>
          <a:xfrm>
            <a:off x="6751638" y="5715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4963340" y="1816768"/>
            <a:ext cx="7620" cy="5382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>
            <a:off x="4967406" y="1870598"/>
            <a:ext cx="7620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>
            <a:off x="4967406" y="1870598"/>
            <a:ext cx="35466" cy="7835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>
            <a:off x="5002872" y="1948949"/>
            <a:ext cx="21009" cy="2183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4" name="Shape 102"/>
          <p:cNvSpPr/>
          <p:nvPr/>
        </p:nvSpPr>
        <p:spPr>
          <a:xfrm>
            <a:off x="5023881" y="1970780"/>
            <a:ext cx="23042" cy="1884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5" name="Shape 103"/>
          <p:cNvSpPr/>
          <p:nvPr/>
        </p:nvSpPr>
        <p:spPr>
          <a:xfrm>
            <a:off x="5046923" y="1989620"/>
            <a:ext cx="19653" cy="1555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6" name="Shape 104"/>
          <p:cNvSpPr/>
          <p:nvPr/>
        </p:nvSpPr>
        <p:spPr>
          <a:xfrm>
            <a:off x="5066576" y="2005171"/>
            <a:ext cx="115886" cy="9330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7" name="Shape 105"/>
          <p:cNvSpPr/>
          <p:nvPr/>
        </p:nvSpPr>
        <p:spPr>
          <a:xfrm>
            <a:off x="5182462" y="2098475"/>
            <a:ext cx="128311" cy="10915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8" name="Shape 106"/>
          <p:cNvSpPr/>
          <p:nvPr/>
        </p:nvSpPr>
        <p:spPr>
          <a:xfrm>
            <a:off x="5310773" y="2207629"/>
            <a:ext cx="84260" cy="7147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9" name="Shape 107"/>
          <p:cNvSpPr/>
          <p:nvPr/>
        </p:nvSpPr>
        <p:spPr>
          <a:xfrm>
            <a:off x="5395033" y="2279102"/>
            <a:ext cx="25753" cy="1884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10" name="Shape 108"/>
          <p:cNvSpPr/>
          <p:nvPr/>
        </p:nvSpPr>
        <p:spPr>
          <a:xfrm>
            <a:off x="5420786" y="2297942"/>
            <a:ext cx="24171" cy="1644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11" name="Shape 109"/>
          <p:cNvSpPr/>
          <p:nvPr/>
        </p:nvSpPr>
        <p:spPr>
          <a:xfrm>
            <a:off x="5444957" y="2314390"/>
            <a:ext cx="90586" cy="5801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12" name="Shape 110"/>
          <p:cNvSpPr/>
          <p:nvPr/>
        </p:nvSpPr>
        <p:spPr>
          <a:xfrm>
            <a:off x="5535543" y="2372406"/>
            <a:ext cx="126955" cy="8223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13" name="Shape 111"/>
          <p:cNvSpPr/>
          <p:nvPr/>
        </p:nvSpPr>
        <p:spPr>
          <a:xfrm>
            <a:off x="5662498" y="2454645"/>
            <a:ext cx="152482" cy="9958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14" name="Shape 112"/>
          <p:cNvSpPr/>
          <p:nvPr/>
        </p:nvSpPr>
        <p:spPr>
          <a:xfrm>
            <a:off x="5814980" y="2554229"/>
            <a:ext cx="30722" cy="2003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15" name="Shape 113"/>
          <p:cNvSpPr/>
          <p:nvPr/>
        </p:nvSpPr>
        <p:spPr>
          <a:xfrm>
            <a:off x="5845702" y="2574266"/>
            <a:ext cx="28237" cy="2033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16" name="Shape 114"/>
          <p:cNvSpPr/>
          <p:nvPr/>
        </p:nvSpPr>
        <p:spPr>
          <a:xfrm>
            <a:off x="5873939" y="2594601"/>
            <a:ext cx="26430" cy="2123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17" name="Shape 115"/>
          <p:cNvSpPr/>
          <p:nvPr/>
        </p:nvSpPr>
        <p:spPr>
          <a:xfrm>
            <a:off x="5900370" y="2615834"/>
            <a:ext cx="23719" cy="2213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>
            <a:off x="5924089" y="2637964"/>
            <a:ext cx="29593" cy="3020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19" name="Shape 117"/>
          <p:cNvSpPr/>
          <p:nvPr/>
        </p:nvSpPr>
        <p:spPr>
          <a:xfrm>
            <a:off x="5953682" y="2668168"/>
            <a:ext cx="132377" cy="13636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20" name="Shape 118"/>
          <p:cNvSpPr/>
          <p:nvPr/>
        </p:nvSpPr>
        <p:spPr>
          <a:xfrm>
            <a:off x="6086059" y="2804535"/>
            <a:ext cx="190885" cy="19438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21" name="Shape 119"/>
          <p:cNvSpPr/>
          <p:nvPr/>
        </p:nvSpPr>
        <p:spPr>
          <a:xfrm>
            <a:off x="6276944" y="2998919"/>
            <a:ext cx="51279" cy="5233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22" name="Shape 120"/>
          <p:cNvSpPr/>
          <p:nvPr/>
        </p:nvSpPr>
        <p:spPr>
          <a:xfrm>
            <a:off x="6328223" y="3051253"/>
            <a:ext cx="27334" cy="2601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23" name="Shape 121"/>
          <p:cNvSpPr/>
          <p:nvPr/>
        </p:nvSpPr>
        <p:spPr>
          <a:xfrm>
            <a:off x="6355556" y="3077270"/>
            <a:ext cx="32755" cy="2601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24" name="Shape 122"/>
          <p:cNvSpPr/>
          <p:nvPr/>
        </p:nvSpPr>
        <p:spPr>
          <a:xfrm>
            <a:off x="6388312" y="3103287"/>
            <a:ext cx="39758" cy="2362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25" name="Shape 123"/>
          <p:cNvSpPr/>
          <p:nvPr/>
        </p:nvSpPr>
        <p:spPr>
          <a:xfrm>
            <a:off x="6428070" y="3126913"/>
            <a:ext cx="29819" cy="1285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26" name="Shape 124"/>
          <p:cNvSpPr/>
          <p:nvPr/>
        </p:nvSpPr>
        <p:spPr>
          <a:xfrm>
            <a:off x="6457889" y="3139772"/>
            <a:ext cx="35466" cy="1136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27" name="Shape 125"/>
          <p:cNvSpPr/>
          <p:nvPr/>
        </p:nvSpPr>
        <p:spPr>
          <a:xfrm>
            <a:off x="6493355" y="3151136"/>
            <a:ext cx="179364" cy="4336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28" name="Shape 126"/>
          <p:cNvSpPr/>
          <p:nvPr/>
        </p:nvSpPr>
        <p:spPr>
          <a:xfrm>
            <a:off x="6672719" y="3194498"/>
            <a:ext cx="228158" cy="6190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29" name="Shape 127"/>
          <p:cNvSpPr/>
          <p:nvPr/>
        </p:nvSpPr>
        <p:spPr>
          <a:xfrm>
            <a:off x="6900877" y="3256402"/>
            <a:ext cx="196080" cy="5203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30" name="Shape 128"/>
          <p:cNvSpPr/>
          <p:nvPr/>
        </p:nvSpPr>
        <p:spPr>
          <a:xfrm>
            <a:off x="7096958" y="3308437"/>
            <a:ext cx="110691" cy="2930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31" name="Shape 129"/>
          <p:cNvSpPr/>
          <p:nvPr/>
        </p:nvSpPr>
        <p:spPr>
          <a:xfrm>
            <a:off x="1901438" y="3057484"/>
            <a:ext cx="766356" cy="64335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667794" y="3121819"/>
            <a:ext cx="3561556" cy="599281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6229350" y="3144114"/>
            <a:ext cx="210688" cy="576986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6440038" y="2962434"/>
            <a:ext cx="309261" cy="181679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H="1">
            <a:off x="438150" y="3057484"/>
            <a:ext cx="1463288" cy="2340016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36" name="Shape 134"/>
          <p:cNvSpPr/>
          <p:nvPr/>
        </p:nvSpPr>
        <p:spPr>
          <a:xfrm flipV="1">
            <a:off x="438150" y="3144114"/>
            <a:ext cx="6001888" cy="2253386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37" name="Shape 135"/>
          <p:cNvSpPr/>
          <p:nvPr/>
        </p:nvSpPr>
        <p:spPr>
          <a:xfrm flipV="1">
            <a:off x="6440038" y="2962434"/>
            <a:ext cx="309261" cy="181679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38" name="Shape 136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L21  STAR GELG1G   |   OSKY THY5FM   |   DCT V64-V52   |   HDG V51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22: LTFJ | RWY 24 | STAR TETS1H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592388" y="1639888"/>
            <a:ext cx="2487613" cy="954087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80000" y="2593975"/>
            <a:ext cx="1471613" cy="5953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6158706" y="3189288"/>
            <a:ext cx="392906" cy="185181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5586413" y="5041106"/>
            <a:ext cx="572294" cy="32940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5376863" y="5010150"/>
            <a:ext cx="209550" cy="36036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5376863" y="4905375"/>
            <a:ext cx="180975" cy="1047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5557838" y="4800600"/>
            <a:ext cx="180975" cy="1047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5738813" y="4695825"/>
            <a:ext cx="180975" cy="1047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5918994" y="4695825"/>
            <a:ext cx="7620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5293519" y="4696619"/>
            <a:ext cx="625475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5214144" y="4696619"/>
            <a:ext cx="79375" cy="444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4943475" y="4741069"/>
            <a:ext cx="270669" cy="15716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4702175" y="4898231"/>
            <a:ext cx="241300" cy="13890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76863" y="4905375"/>
            <a:ext cx="180975" cy="104775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57838" y="4800600"/>
            <a:ext cx="180975" cy="104775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38813" y="4695825"/>
            <a:ext cx="180975" cy="104775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4938" y="4695825"/>
            <a:ext cx="77788" cy="460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2175" y="4899025"/>
            <a:ext cx="241300" cy="138113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8888" y="1576388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254317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00813" y="31384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18225" y="5000625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35613" y="53197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26063" y="49593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07038" y="485457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88013" y="474980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68988" y="46450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78513" y="4656138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53038" y="4656138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73663" y="4700588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02200" y="4857750"/>
            <a:ext cx="82550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38675" y="4973638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54927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58200" y="33686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14600" y="31400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2400" y="16922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62600" y="40544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10400" y="56546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05400" y="35210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19813" y="17303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19512" y="302101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08850" y="4332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47838" y="259080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39000" y="2605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962400" y="41306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30375" y="850900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37250" y="45116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124200" y="6340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40100" y="85883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447800" y="5119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62600" y="6238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67200" y="13858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81288" y="15763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TETSA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156200" y="253047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PABDO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627813" y="31257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PAZAR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224588" y="49768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MEBOV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662613" y="53070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FJ931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453063" y="49466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FJ932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634038" y="484187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FJ933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815013" y="473710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FJ934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995988" y="46323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FJ935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984875" y="46323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359400" y="46323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BEMKA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280025" y="467836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CI24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010150" y="48355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FI24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4791075" y="49736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RW24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940300" y="5486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8580438" y="3352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2636838" y="3124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274638" y="1676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5683250" y="4038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7132638" y="5638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5227638" y="3505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6242050" y="171450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3841750" y="30067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7431088" y="43164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1870075" y="25765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7361237" y="2590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4084638" y="4114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1852612" y="8350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6059488" y="4495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3246438" y="6324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3462338" y="84455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1570038" y="5105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5684838" y="609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4387850" y="1371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2207005" y="3437737"/>
            <a:ext cx="7620" cy="7515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2212686" y="3512894"/>
            <a:ext cx="7620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>
            <a:off x="2212686" y="3512894"/>
            <a:ext cx="49554" cy="10939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>
            <a:off x="2262240" y="3622290"/>
            <a:ext cx="29354" cy="3048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2291594" y="3652771"/>
            <a:ext cx="32194" cy="2630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>
            <a:off x="2323788" y="3679076"/>
            <a:ext cx="27460" cy="2171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>
            <a:off x="2351248" y="3700788"/>
            <a:ext cx="161919" cy="13027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7" name="Shape 95"/>
          <p:cNvSpPr/>
          <p:nvPr/>
        </p:nvSpPr>
        <p:spPr>
          <a:xfrm>
            <a:off x="2513168" y="3831061"/>
            <a:ext cx="179279" cy="15240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8" name="Shape 96"/>
          <p:cNvSpPr/>
          <p:nvPr/>
        </p:nvSpPr>
        <p:spPr>
          <a:xfrm>
            <a:off x="2692447" y="3983464"/>
            <a:ext cx="117731" cy="9979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>
            <a:off x="2810178" y="4083256"/>
            <a:ext cx="35982" cy="2630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>
            <a:off x="2846160" y="4109561"/>
            <a:ext cx="33773" cy="2296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>
            <a:off x="2879932" y="4132526"/>
            <a:ext cx="126568" cy="8100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>
            <a:off x="3006501" y="4213529"/>
            <a:ext cx="177385" cy="11482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>
            <a:off x="3183886" y="4328353"/>
            <a:ext cx="213052" cy="13904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4" name="Shape 102"/>
          <p:cNvSpPr/>
          <p:nvPr/>
        </p:nvSpPr>
        <p:spPr>
          <a:xfrm>
            <a:off x="3396938" y="4467395"/>
            <a:ext cx="42926" cy="2797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5" name="Shape 103"/>
          <p:cNvSpPr/>
          <p:nvPr/>
        </p:nvSpPr>
        <p:spPr>
          <a:xfrm>
            <a:off x="3439864" y="4495370"/>
            <a:ext cx="39454" cy="2839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6" name="Shape 104"/>
          <p:cNvSpPr/>
          <p:nvPr/>
        </p:nvSpPr>
        <p:spPr>
          <a:xfrm>
            <a:off x="3479318" y="4523763"/>
            <a:ext cx="36929" cy="2964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7" name="Shape 105"/>
          <p:cNvSpPr/>
          <p:nvPr/>
        </p:nvSpPr>
        <p:spPr>
          <a:xfrm>
            <a:off x="3516247" y="4553408"/>
            <a:ext cx="33141" cy="3089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8" name="Shape 106"/>
          <p:cNvSpPr/>
          <p:nvPr/>
        </p:nvSpPr>
        <p:spPr>
          <a:xfrm>
            <a:off x="3549388" y="4584306"/>
            <a:ext cx="41348" cy="4217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9" name="Shape 107"/>
          <p:cNvSpPr/>
          <p:nvPr/>
        </p:nvSpPr>
        <p:spPr>
          <a:xfrm>
            <a:off x="3590736" y="4626478"/>
            <a:ext cx="184960" cy="19039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10" name="Shape 108"/>
          <p:cNvSpPr/>
          <p:nvPr/>
        </p:nvSpPr>
        <p:spPr>
          <a:xfrm>
            <a:off x="3775696" y="4816877"/>
            <a:ext cx="266709" cy="27140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11" name="Shape 109"/>
          <p:cNvSpPr/>
          <p:nvPr/>
        </p:nvSpPr>
        <p:spPr>
          <a:xfrm>
            <a:off x="4042405" y="5088279"/>
            <a:ext cx="71648" cy="7307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12" name="Shape 110"/>
          <p:cNvSpPr/>
          <p:nvPr/>
        </p:nvSpPr>
        <p:spPr>
          <a:xfrm>
            <a:off x="4114054" y="5161349"/>
            <a:ext cx="38191" cy="3632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13" name="Shape 111"/>
          <p:cNvSpPr/>
          <p:nvPr/>
        </p:nvSpPr>
        <p:spPr>
          <a:xfrm>
            <a:off x="4152245" y="5197675"/>
            <a:ext cx="45767" cy="3632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14" name="Shape 112"/>
          <p:cNvSpPr/>
          <p:nvPr/>
        </p:nvSpPr>
        <p:spPr>
          <a:xfrm>
            <a:off x="4198012" y="5234001"/>
            <a:ext cx="55551" cy="3298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15" name="Shape 113"/>
          <p:cNvSpPr/>
          <p:nvPr/>
        </p:nvSpPr>
        <p:spPr>
          <a:xfrm>
            <a:off x="4253563" y="5266987"/>
            <a:ext cx="41663" cy="1795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16" name="Shape 114"/>
          <p:cNvSpPr/>
          <p:nvPr/>
        </p:nvSpPr>
        <p:spPr>
          <a:xfrm>
            <a:off x="4295227" y="5284941"/>
            <a:ext cx="49554" cy="1586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17" name="Shape 115"/>
          <p:cNvSpPr/>
          <p:nvPr/>
        </p:nvSpPr>
        <p:spPr>
          <a:xfrm>
            <a:off x="4344781" y="5300808"/>
            <a:ext cx="250612" cy="6054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>
            <a:off x="4595393" y="5361351"/>
            <a:ext cx="318788" cy="8643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19" name="Shape 117"/>
          <p:cNvSpPr/>
          <p:nvPr/>
        </p:nvSpPr>
        <p:spPr>
          <a:xfrm>
            <a:off x="4914181" y="5447782"/>
            <a:ext cx="273969" cy="7265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20" name="Shape 118"/>
          <p:cNvSpPr/>
          <p:nvPr/>
        </p:nvSpPr>
        <p:spPr>
          <a:xfrm>
            <a:off x="5188150" y="5520435"/>
            <a:ext cx="154660" cy="4091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21" name="Shape 119"/>
          <p:cNvSpPr/>
          <p:nvPr/>
        </p:nvSpPr>
        <p:spPr>
          <a:xfrm flipH="1">
            <a:off x="2563019" y="1639525"/>
            <a:ext cx="29182" cy="1548175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563019" y="3187700"/>
            <a:ext cx="2294731" cy="236220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V="1">
            <a:off x="4857750" y="4741580"/>
            <a:ext cx="356952" cy="80832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H="1">
            <a:off x="4702392" y="4741580"/>
            <a:ext cx="512310" cy="295759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592201" y="1639525"/>
            <a:ext cx="3018024" cy="2462575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26" name="Shape 124"/>
          <p:cNvSpPr/>
          <p:nvPr/>
        </p:nvSpPr>
        <p:spPr>
          <a:xfrm flipH="1">
            <a:off x="4857750" y="4102100"/>
            <a:ext cx="752475" cy="1447800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27" name="Shape 125"/>
          <p:cNvSpPr/>
          <p:nvPr/>
        </p:nvSpPr>
        <p:spPr>
          <a:xfrm flipV="1">
            <a:off x="4857750" y="4741580"/>
            <a:ext cx="356952" cy="808320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28" name="Shape 126"/>
          <p:cNvSpPr/>
          <p:nvPr/>
        </p:nvSpPr>
        <p:spPr>
          <a:xfrm flipH="1">
            <a:off x="4702392" y="4741580"/>
            <a:ext cx="512310" cy="295759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29" name="Shape 127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L22  STAR TETS1H   |   OSKY THY5FM   |   DCT V53-V51   |   HDG V55-V51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23: VTBS | RWY 01L | STAR CABI1B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H="1" flipV="1">
            <a:off x="4452938" y="2295525"/>
            <a:ext cx="2490788" cy="30749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 flipV="1">
            <a:off x="3482975" y="2108200"/>
            <a:ext cx="969963" cy="1873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3055938" y="2108200"/>
            <a:ext cx="427038" cy="159226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2259013" y="3486150"/>
            <a:ext cx="796925" cy="2143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2200275" y="2928938"/>
            <a:ext cx="58737" cy="5572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200275" y="2659063"/>
            <a:ext cx="73025" cy="2698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273300" y="2260600"/>
            <a:ext cx="106363" cy="39846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2379663" y="1639888"/>
            <a:ext cx="166688" cy="6207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80225" y="5307013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02138" y="22447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32175" y="205740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05138" y="364966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08213" y="34353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9475" y="287813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2500" y="260826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28863" y="220980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82850" y="1576388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95400" y="3062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3400" y="6340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62642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19400" y="547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76800" y="4511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24600" y="625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2225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05200" y="45116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03325" y="90646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4587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96000" y="60356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82000" y="2071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1311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62400" y="3138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20038" y="449262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81800" y="2759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81937" y="600710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09800" y="4129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0" y="3214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2350" y="199866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32625" y="53070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529138" y="22320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BS652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559175" y="204470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BS651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132138" y="363696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BYLON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335213" y="34226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SHEEN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276475" y="28654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349500" y="259556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LEVIN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455863" y="219710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FI09L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635250" y="15763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RW01L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417638" y="3048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655638" y="6324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3321050" y="6248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2941638" y="533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4999038" y="4495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6446838" y="609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5608638" y="2209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3627438" y="4495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325563" y="8905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1036638" y="4572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6218238" y="6019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8504238" y="2057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4237038" y="1295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4084638" y="3124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8042275" y="44783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6904038" y="2743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8004175" y="59928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2332038" y="4114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2865438" y="3200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1144588" y="198437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 flipH="1">
            <a:off x="2355007" y="1862198"/>
            <a:ext cx="39410" cy="15822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 flipH="1">
            <a:off x="2277147" y="2020423"/>
            <a:ext cx="77859" cy="30260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 flipH="1">
            <a:off x="2144498" y="2323027"/>
            <a:ext cx="132649" cy="50631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 flipH="1">
            <a:off x="2116622" y="2829345"/>
            <a:ext cx="27876" cy="9295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 flipH="1">
            <a:off x="2066639" y="2922302"/>
            <a:ext cx="49984" cy="8306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 flipH="1">
            <a:off x="1978206" y="3005370"/>
            <a:ext cx="88433" cy="7021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 flipH="1">
            <a:off x="1880161" y="3075582"/>
            <a:ext cx="98045" cy="3461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 flipH="1">
            <a:off x="1783077" y="3110194"/>
            <a:ext cx="97084" cy="791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 flipH="1" flipV="1">
            <a:off x="1674458" y="3099316"/>
            <a:ext cx="108619" cy="1878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 flipH="1" flipV="1">
            <a:off x="1372633" y="3023170"/>
            <a:ext cx="301825" cy="7614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 flipH="1" flipV="1">
            <a:off x="1164047" y="2965814"/>
            <a:ext cx="208586" cy="5735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 flipH="1" flipV="1">
            <a:off x="1079459" y="2942080"/>
            <a:ext cx="84588" cy="2373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 flipH="1" flipV="1">
            <a:off x="964112" y="2905491"/>
            <a:ext cx="115347" cy="3658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 flipH="1" flipV="1">
            <a:off x="851648" y="2848134"/>
            <a:ext cx="112464" cy="5735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 flipH="1" flipV="1">
            <a:off x="758409" y="2776933"/>
            <a:ext cx="93239" cy="7120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 flipH="1" flipV="1">
            <a:off x="671899" y="2691888"/>
            <a:ext cx="86510" cy="8504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 flipH="1" flipV="1">
            <a:off x="587311" y="2607831"/>
            <a:ext cx="84588" cy="8405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 flipH="1" flipV="1">
            <a:off x="328741" y="2346761"/>
            <a:ext cx="258570" cy="26107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 flipH="1" flipV="1">
            <a:off x="2791619" y="3263106"/>
            <a:ext cx="4152131" cy="2107483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H="1" flipV="1">
            <a:off x="1343819" y="3110706"/>
            <a:ext cx="1447800" cy="15240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 flipV="1">
            <a:off x="1070769" y="2047081"/>
            <a:ext cx="273050" cy="1063625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70769" y="2047081"/>
            <a:ext cx="1202404" cy="611501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2273172" y="1639695"/>
            <a:ext cx="273119" cy="1018887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H="1" flipV="1">
            <a:off x="6830219" y="2807494"/>
            <a:ext cx="113531" cy="2563096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4" name="Shape 92"/>
          <p:cNvSpPr/>
          <p:nvPr/>
        </p:nvSpPr>
        <p:spPr>
          <a:xfrm flipH="1">
            <a:off x="3553619" y="2807494"/>
            <a:ext cx="3276600" cy="1751806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5" name="Shape 93"/>
          <p:cNvSpPr/>
          <p:nvPr/>
        </p:nvSpPr>
        <p:spPr>
          <a:xfrm flipV="1">
            <a:off x="3553619" y="1359694"/>
            <a:ext cx="609600" cy="3199606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6" name="Shape 94"/>
          <p:cNvSpPr/>
          <p:nvPr/>
        </p:nvSpPr>
        <p:spPr>
          <a:xfrm flipH="1">
            <a:off x="2273172" y="1359694"/>
            <a:ext cx="1890046" cy="1298889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7" name="Shape 95"/>
          <p:cNvSpPr/>
          <p:nvPr/>
        </p:nvSpPr>
        <p:spPr>
          <a:xfrm flipV="1">
            <a:off x="2273172" y="1639695"/>
            <a:ext cx="273119" cy="1018887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8" name="Shape 96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L23  STAR CABI1B   |   OSKY THA920   |   DCT V69-V51-V70   |   HDG V66-V58-V63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24: VTBS | RWY 19L | STAR SILV1B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V="1">
            <a:off x="3259138" y="3432175"/>
            <a:ext cx="1514475" cy="1938337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4773613" y="1639888"/>
            <a:ext cx="479425" cy="17922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53038" y="1639888"/>
            <a:ext cx="595313" cy="1587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48350" y="1798638"/>
            <a:ext cx="37306" cy="427831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5799138" y="2226469"/>
            <a:ext cx="86519" cy="32146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5729288" y="2547938"/>
            <a:ext cx="69850" cy="261937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5602288" y="2809875"/>
            <a:ext cx="127000" cy="47466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95638" y="5307013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22813" y="338137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02238" y="15890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97550" y="174783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45175" y="2185988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48338" y="249713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78488" y="275907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38788" y="3221038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40449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7000" y="1843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90800" y="3140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24600" y="39020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47402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13163" y="19081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0600" y="1158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95600" y="4206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48125" y="83661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67600" y="58070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46825" y="83661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29860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91000" y="50450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81600" y="10810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09800" y="55006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05400" y="2835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29000" y="6186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34000" y="1843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2000" y="4511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81400" y="2986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48038" y="53070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SILVA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849813" y="336867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BAKKE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329238" y="15763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924550" y="17351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ROBIN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951538" y="216376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LYNDA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875338" y="24844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LEMON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805488" y="274637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FI19L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691188" y="32210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RW19L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397500" y="4038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6599238" y="1828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2713038" y="3124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6446838" y="3886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5151438" y="4724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3835400" y="1893887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1112838" y="1143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3017838" y="4191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170363" y="8207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7588250" y="5791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6469063" y="8207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6750050" y="2971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4313238" y="5029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5302250" y="1066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2330450" y="5486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5227638" y="2819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3551238" y="6172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5456238" y="1828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884238" y="4495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3703638" y="2971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 flipH="1">
            <a:off x="5459433" y="3450223"/>
            <a:ext cx="29394" cy="11802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 flipH="1">
            <a:off x="5401361" y="3568253"/>
            <a:ext cx="58071" cy="22573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 flipH="1">
            <a:off x="5302425" y="3793984"/>
            <a:ext cx="98936" cy="37769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 flipH="1">
            <a:off x="5281634" y="4171678"/>
            <a:ext cx="20791" cy="6934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 flipH="1">
            <a:off x="5244353" y="4241021"/>
            <a:ext cx="37280" cy="6196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 flipH="1">
            <a:off x="5178396" y="4302986"/>
            <a:ext cx="65958" cy="5237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 flipH="1">
            <a:off x="5105269" y="4355362"/>
            <a:ext cx="73127" cy="2581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 flipH="1">
            <a:off x="5032859" y="4381181"/>
            <a:ext cx="72410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 flipH="1" flipV="1">
            <a:off x="4951845" y="4373066"/>
            <a:ext cx="81013" cy="1401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 flipH="1" flipV="1">
            <a:off x="4726729" y="4316264"/>
            <a:ext cx="225116" cy="5680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 flipH="1" flipV="1">
            <a:off x="4571155" y="4273479"/>
            <a:ext cx="155574" cy="4278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 flipH="1" flipV="1">
            <a:off x="4508065" y="4255774"/>
            <a:ext cx="63090" cy="1770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 flipH="1" flipV="1">
            <a:off x="4422034" y="4228480"/>
            <a:ext cx="86032" cy="2729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 flipH="1" flipV="1">
            <a:off x="4338153" y="4185694"/>
            <a:ext cx="83881" cy="4278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 flipH="1" flipV="1">
            <a:off x="4268610" y="4132581"/>
            <a:ext cx="69542" cy="5311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 flipH="1" flipV="1">
            <a:off x="4204087" y="4069140"/>
            <a:ext cx="64524" cy="6344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 flipH="1" flipV="1">
            <a:off x="4140997" y="4006437"/>
            <a:ext cx="63090" cy="6270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 flipH="1" flipV="1">
            <a:off x="3948142" y="3811689"/>
            <a:ext cx="192854" cy="19474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 flipH="1" flipV="1">
            <a:off x="3764608" y="3624317"/>
            <a:ext cx="183534" cy="18737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 flipH="1" flipV="1">
            <a:off x="3290000" y="3144822"/>
            <a:ext cx="474608" cy="47949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 flipH="1" flipV="1">
            <a:off x="2861275" y="2712539"/>
            <a:ext cx="428725" cy="43228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 flipH="1" flipV="1">
            <a:off x="2580238" y="2429269"/>
            <a:ext cx="281037" cy="28327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 flipH="1" flipV="1">
            <a:off x="2187360" y="2032395"/>
            <a:ext cx="392878" cy="39687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 flipH="1" flipV="1">
            <a:off x="1934284" y="1776418"/>
            <a:ext cx="253077" cy="25597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 flipH="1" flipV="1">
            <a:off x="1573668" y="1412740"/>
            <a:ext cx="360616" cy="36367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 flipH="1" flipV="1">
            <a:off x="1162866" y="999637"/>
            <a:ext cx="410801" cy="41310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 flipH="1" flipV="1">
            <a:off x="751348" y="584321"/>
            <a:ext cx="411518" cy="41531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 flipV="1">
            <a:off x="3259059" y="4787900"/>
            <a:ext cx="1818560" cy="582537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5077619" y="4102100"/>
            <a:ext cx="237331" cy="68580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H="1" flipV="1">
            <a:off x="5153819" y="2883694"/>
            <a:ext cx="161131" cy="1218406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5153819" y="2547945"/>
            <a:ext cx="645623" cy="335749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H="1">
            <a:off x="5602102" y="2547945"/>
            <a:ext cx="197340" cy="73630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3259059" y="5092700"/>
            <a:ext cx="980360" cy="277737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0" name="Shape 98"/>
          <p:cNvSpPr/>
          <p:nvPr/>
        </p:nvSpPr>
        <p:spPr>
          <a:xfrm flipH="1" flipV="1">
            <a:off x="3629819" y="3034506"/>
            <a:ext cx="609600" cy="205819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1" name="Shape 99"/>
          <p:cNvSpPr/>
          <p:nvPr/>
        </p:nvSpPr>
        <p:spPr>
          <a:xfrm>
            <a:off x="3629819" y="3034506"/>
            <a:ext cx="1685131" cy="106759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2" name="Shape 100"/>
          <p:cNvSpPr/>
          <p:nvPr/>
        </p:nvSpPr>
        <p:spPr>
          <a:xfrm flipV="1">
            <a:off x="5314950" y="2547945"/>
            <a:ext cx="484491" cy="1554155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3" name="Shape 101"/>
          <p:cNvSpPr/>
          <p:nvPr/>
        </p:nvSpPr>
        <p:spPr>
          <a:xfrm flipH="1">
            <a:off x="5602102" y="2547945"/>
            <a:ext cx="197340" cy="736300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4" name="Shape 102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L24  STAR SILV1B   |   OSKY THA920   |   DCT V55-V51-V66   |   HDG V63-V70-V51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25: WADD | RWY 27 | STAR GAGA1B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H="1" flipV="1">
            <a:off x="3863975" y="2776538"/>
            <a:ext cx="2505075" cy="25939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 flipV="1">
            <a:off x="3357563" y="1639888"/>
            <a:ext cx="506413" cy="11366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3204369" y="1639888"/>
            <a:ext cx="153194" cy="1031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3048000" y="1650206"/>
            <a:ext cx="156369" cy="111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2774950" y="1661319"/>
            <a:ext cx="273050" cy="1825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5550" y="5307013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13175" y="272573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06763" y="15890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63888" y="1609725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06725" y="1620838"/>
            <a:ext cx="82550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1450" y="1616075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19113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4635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96200" y="32829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95800" y="6264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5400" y="41306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2400" y="1844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4891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91163" y="2452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19400" y="5424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6416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76600" y="3976687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92363" y="287020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1525" y="365283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43800" y="50450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62800" y="1843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96000" y="62642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1000" y="64166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0" y="12350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24062" y="86201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51338" y="16525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57950" y="53070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GAGAK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940175" y="27130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KEDAT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433763" y="15763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BENOA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270250" y="15859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97DME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114675" y="15970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62DME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863850" y="161607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RW27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797300" y="1905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8597900" y="457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7835900" y="3276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4618038" y="6248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416050" y="4114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274638" y="1828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4922838" y="4876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5613400" y="2438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2941638" y="5410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8580438" y="6400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3397250" y="3962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2514600" y="2854325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5973763" y="363696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7664450" y="5029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7285038" y="1828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6218238" y="6248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501650" y="6400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3778250" y="1219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2146300" y="846138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4473575" y="16383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 flipH="1" flipV="1">
            <a:off x="3714750" y="1968500"/>
            <a:ext cx="2654408" cy="340212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H="1" flipV="1">
            <a:off x="3204991" y="1650216"/>
            <a:ext cx="509759" cy="318284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>
            <a:off x="2774806" y="1650216"/>
            <a:ext cx="430185" cy="30078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H="1" flipV="1">
            <a:off x="3714750" y="1968500"/>
            <a:ext cx="2654408" cy="3402120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65" name="Shape 63"/>
          <p:cNvSpPr/>
          <p:nvPr/>
        </p:nvSpPr>
        <p:spPr>
          <a:xfrm flipH="1" flipV="1">
            <a:off x="3204991" y="1650216"/>
            <a:ext cx="509759" cy="31828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66" name="Shape 64"/>
          <p:cNvSpPr/>
          <p:nvPr/>
        </p:nvSpPr>
        <p:spPr>
          <a:xfrm flipH="1">
            <a:off x="2774806" y="1650216"/>
            <a:ext cx="430185" cy="30078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67" name="Shape 65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L25  STAR GAGA1B   |   DCT V51   |   HDG V51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26: WIII | RWY 07R | STAR CARLI2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V="1">
            <a:off x="3279775" y="1639888"/>
            <a:ext cx="2352675" cy="396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32450" y="1639888"/>
            <a:ext cx="231775" cy="8064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4693444" y="2446338"/>
            <a:ext cx="1170781" cy="229790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3846513" y="4744244"/>
            <a:ext cx="846931" cy="22621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6513" y="4970463"/>
            <a:ext cx="162719" cy="400844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4009231" y="5174456"/>
            <a:ext cx="487363" cy="1968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4496594" y="5058569"/>
            <a:ext cx="236538" cy="1158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4733131" y="4937125"/>
            <a:ext cx="300831" cy="121444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5059363"/>
            <a:ext cx="236538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16275" y="1616075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81650" y="15890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13425" y="239553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52963" y="4703763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5713" y="491966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68750" y="5330825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56113" y="5133975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92650" y="5018088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70463" y="4873625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34000" y="61023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4800" y="39687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6975" y="399256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38600" y="3216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63388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71975" y="85090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20000" y="32146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48400" y="50450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52600" y="47386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18250" y="83661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05200" y="41306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0" y="828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76800" y="21478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48000" y="2300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81200" y="2757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19512" y="60991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50450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05600" y="20732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86600" y="6035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58832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68675" y="161607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CARLI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708650" y="15763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DKI44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940425" y="23828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NOKTA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759325" y="46799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DKI28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922713" y="4906963"/>
            <a:ext cx="473075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DKI-42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075113" y="53070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INTC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562475" y="511016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CF07R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799013" y="499586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OM07R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122863" y="48736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RW07R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473700" y="6096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444500" y="3962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399213" y="397827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4160838" y="3200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2027238" y="6324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4494213" y="83661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7740650" y="3200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6369050" y="5029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1873250" y="4724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6440488" y="820738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3627438" y="4114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865438" y="814388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4997450" y="2133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3170238" y="2286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2103438" y="2743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3841750" y="6084888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3322638" y="5029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6827838" y="2057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7208838" y="6019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579438" y="5867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 flipH="1">
            <a:off x="4910332" y="4935932"/>
            <a:ext cx="20910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 flipH="1">
            <a:off x="4890543" y="4943445"/>
            <a:ext cx="19789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 flipH="1" flipV="1">
            <a:off x="4870380" y="4946825"/>
            <a:ext cx="20163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 flipH="1" flipV="1">
            <a:off x="4850964" y="4941942"/>
            <a:ext cx="19416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 flipH="1" flipV="1">
            <a:off x="4821840" y="4931801"/>
            <a:ext cx="29124" cy="1014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 flipH="1" flipV="1">
            <a:off x="4738202" y="4900249"/>
            <a:ext cx="83638" cy="3155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 flipH="1" flipV="1">
            <a:off x="4614985" y="4850667"/>
            <a:ext cx="123217" cy="4958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 flipH="1" flipV="1">
            <a:off x="4560098" y="4828881"/>
            <a:ext cx="54887" cy="2178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3279962" y="1680492"/>
            <a:ext cx="1644463" cy="515814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H="1">
            <a:off x="4496271" y="2196306"/>
            <a:ext cx="428154" cy="2977963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4496271" y="4937059"/>
            <a:ext cx="538025" cy="23721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H="1">
            <a:off x="3248819" y="1680492"/>
            <a:ext cx="31143" cy="3412208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3" name="Shape 81"/>
          <p:cNvSpPr/>
          <p:nvPr/>
        </p:nvSpPr>
        <p:spPr>
          <a:xfrm>
            <a:off x="3248819" y="5092700"/>
            <a:ext cx="2142331" cy="1066800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4" name="Shape 82"/>
          <p:cNvSpPr/>
          <p:nvPr/>
        </p:nvSpPr>
        <p:spPr>
          <a:xfrm flipH="1" flipV="1">
            <a:off x="4496271" y="5174269"/>
            <a:ext cx="894879" cy="985231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5" name="Shape 83"/>
          <p:cNvSpPr/>
          <p:nvPr/>
        </p:nvSpPr>
        <p:spPr>
          <a:xfrm flipV="1">
            <a:off x="4496271" y="4937059"/>
            <a:ext cx="538025" cy="237210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6" name="Shape 84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L26  STAR CARLI2   |   OSKY CTV936   |   DCT V63   |   HDG V67-V51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27: VVTS | RWY 25L | STAR T10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901825" y="2389188"/>
            <a:ext cx="1789113" cy="6508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90937" y="3040063"/>
            <a:ext cx="3551238" cy="15811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42175" y="4621213"/>
            <a:ext cx="7620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7242175" y="4099719"/>
            <a:ext cx="7620" cy="521494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6755606" y="4099719"/>
            <a:ext cx="487363" cy="1873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6110288" y="4287044"/>
            <a:ext cx="645319" cy="24685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38325" y="2325688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40138" y="298926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91375" y="45704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91375" y="45704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02488" y="4059237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15125" y="4246563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46788" y="4470400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3400" y="62547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05800" y="9207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45200" y="196532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48600" y="41306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05400" y="49688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0725" y="3468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0" y="3444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73913" y="2708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45100" y="3190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23018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62800" y="34432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850" y="196532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18500" y="4957763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38400" y="14636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19400" y="4054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52800" y="61880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73800" y="3287713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84650" y="403225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10400" y="65690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0" y="320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90725" y="23256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POPET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767138" y="297656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SAPEN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318375" y="45577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TSN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318375" y="45577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308850" y="40354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CI25L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821488" y="422275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SGNB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199188" y="447040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RW25L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73100" y="6248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445500" y="914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167438" y="194945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7969250" y="4114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5227638" y="4953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842963" y="3454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1951037" y="3429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7296150" y="2693988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5367338" y="3176588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4235450" y="2286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7283450" y="3429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27088" y="194945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8440738" y="4941888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2560638" y="1447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2941638" y="4038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3475038" y="6172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6394450" y="3271838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4306888" y="401796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7132638" y="6553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4694238" y="304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 flipH="1">
            <a:off x="1877219" y="2389070"/>
            <a:ext cx="24439" cy="1104223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1877219" y="2349500"/>
            <a:ext cx="2285206" cy="1143794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162425" y="2349500"/>
            <a:ext cx="3080115" cy="1750058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>
            <a:off x="6109967" y="4099558"/>
            <a:ext cx="1132573" cy="434699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H="1">
            <a:off x="590550" y="2389070"/>
            <a:ext cx="1311108" cy="3922830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69" name="Shape 67"/>
          <p:cNvSpPr/>
          <p:nvPr/>
        </p:nvSpPr>
        <p:spPr>
          <a:xfrm flipV="1">
            <a:off x="590550" y="4102894"/>
            <a:ext cx="2277269" cy="2209006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70" name="Shape 68"/>
          <p:cNvSpPr/>
          <p:nvPr/>
        </p:nvSpPr>
        <p:spPr>
          <a:xfrm flipV="1">
            <a:off x="2867819" y="4080669"/>
            <a:ext cx="1365250" cy="22225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71" name="Shape 69"/>
          <p:cNvSpPr/>
          <p:nvPr/>
        </p:nvSpPr>
        <p:spPr>
          <a:xfrm>
            <a:off x="4233069" y="4080669"/>
            <a:ext cx="3009471" cy="18890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72" name="Shape 70"/>
          <p:cNvSpPr/>
          <p:nvPr/>
        </p:nvSpPr>
        <p:spPr>
          <a:xfrm flipH="1">
            <a:off x="6109967" y="4099558"/>
            <a:ext cx="1132573" cy="434699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73" name="Shape 71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L27  STAR T10   |   DCT V57-V60   |   HDG V51-V65-V68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28: FACT | RWY 01 | STAR WY4C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H="1">
            <a:off x="4564063" y="1639888"/>
            <a:ext cx="1736725" cy="8080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4048125" y="2447925"/>
            <a:ext cx="515938" cy="29225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48125" y="5370513"/>
            <a:ext cx="7620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2844006" y="3934619"/>
            <a:ext cx="1204119" cy="1435894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844006" y="3523456"/>
            <a:ext cx="72231" cy="41116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916238" y="3043238"/>
            <a:ext cx="76200" cy="48021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7288" y="1576388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13263" y="23971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97325" y="53197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97325" y="53197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03525" y="3894138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4963" y="3482975"/>
            <a:ext cx="82550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8938" y="2979738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82000" y="64833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27495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0434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33600" y="55784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57800" y="49688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62400" y="852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1788" y="353060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76800" y="60356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8200" y="7778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6525" y="88265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76400" y="25304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33600" y="42814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16275" y="1662113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43800" y="15398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32150" y="6076950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29000" y="4357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82000" y="3190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67400" y="2605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0300" y="566102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48400" y="44338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9688" y="15763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WYNB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640263" y="23844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CTV30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124325" y="53070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D065H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124325" y="5307013"/>
            <a:ext cx="473075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2909888" y="38719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CI01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982913" y="345916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FI01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081338" y="29797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RW01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521700" y="6477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3797300" y="2743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577850" y="5029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2254250" y="5562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5378450" y="4953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4084638" y="838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5534025" y="35163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99038" y="6019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958850" y="762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5338763" y="866775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1797050" y="2514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2254250" y="4267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3336925" y="1646238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7666038" y="1524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3352800" y="606266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3551238" y="4343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8502650" y="304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5989638" y="2590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6332538" y="564515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6370638" y="4419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 flipH="1" flipV="1">
            <a:off x="5264944" y="931069"/>
            <a:ext cx="1035334" cy="708383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264944" y="931069"/>
            <a:ext cx="650875" cy="1722438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H="1">
            <a:off x="2843505" y="2653506"/>
            <a:ext cx="3072314" cy="128108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2843505" y="3043368"/>
            <a:ext cx="148590" cy="891218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00278" y="1639452"/>
            <a:ext cx="2138872" cy="4901048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69" name="Shape 67"/>
          <p:cNvSpPr/>
          <p:nvPr/>
        </p:nvSpPr>
        <p:spPr>
          <a:xfrm flipH="1" flipV="1">
            <a:off x="5460206" y="3579019"/>
            <a:ext cx="2978944" cy="2961481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70" name="Shape 68"/>
          <p:cNvSpPr/>
          <p:nvPr/>
        </p:nvSpPr>
        <p:spPr>
          <a:xfrm flipH="1">
            <a:off x="5305425" y="3579019"/>
            <a:ext cx="154781" cy="1437481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71" name="Shape 69"/>
          <p:cNvSpPr/>
          <p:nvPr/>
        </p:nvSpPr>
        <p:spPr>
          <a:xfrm flipH="1" flipV="1">
            <a:off x="2843505" y="3934586"/>
            <a:ext cx="2461920" cy="108191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72" name="Shape 70"/>
          <p:cNvSpPr/>
          <p:nvPr/>
        </p:nvSpPr>
        <p:spPr>
          <a:xfrm flipV="1">
            <a:off x="2843505" y="3043368"/>
            <a:ext cx="148590" cy="891218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73" name="Shape 71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L28  STAR WY4C   |   DCT V60-V68   |   HDG V51-V57-V55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29: HKJK | RWY 6 | STAR AVIT1P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H="1">
            <a:off x="3297238" y="1639888"/>
            <a:ext cx="3022600" cy="37306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 flipV="1">
            <a:off x="2824163" y="5226050"/>
            <a:ext cx="473075" cy="14446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824163" y="5099844"/>
            <a:ext cx="180181" cy="12620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3004344" y="5026025"/>
            <a:ext cx="102394" cy="7381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3106738" y="4919663"/>
            <a:ext cx="146050" cy="10636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24163" y="5100638"/>
            <a:ext cx="180975" cy="125413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05138" y="5026025"/>
            <a:ext cx="101600" cy="74613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6738" y="4919663"/>
            <a:ext cx="146050" cy="106363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6338" y="1576388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438" y="53197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73363" y="51752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63863" y="5059363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5463" y="4984750"/>
            <a:ext cx="82550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89288" y="4856163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84388" y="852488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81200" y="51879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2238" y="2435225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38800" y="4205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95400" y="31400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6188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473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20000" y="23764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76800" y="1309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56546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34000" y="5121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48400" y="29860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4800" y="4054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19800" y="6415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92463" y="365283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1000" y="6492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68563" y="1687513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5578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43800" y="1233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41625" y="2452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8738" y="15763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AVITU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373438" y="53070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900363" y="51625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TV-11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070225" y="50371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CI06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173413" y="4962525"/>
            <a:ext cx="439738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NONB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341688" y="4856163"/>
            <a:ext cx="4302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RW06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224088" y="846138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2120900" y="5181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4071938" y="2428875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5761038" y="4191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1416050" y="3124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8351838" y="6172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6065838" y="457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7740650" y="2362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4999038" y="1295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2863850" y="5638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5456238" y="5105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6369050" y="2971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427038" y="4038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6142038" y="6400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3314700" y="363696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03238" y="6477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589213" y="1671638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4237038" y="5562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7666038" y="1219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2963863" y="2438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 flipV="1">
            <a:off x="3229372" y="4857202"/>
            <a:ext cx="111234" cy="7936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 flipV="1">
            <a:off x="3340606" y="4703055"/>
            <a:ext cx="210049" cy="15414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 flipV="1">
            <a:off x="3550655" y="4656082"/>
            <a:ext cx="63447" cy="4697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 flipV="1">
            <a:off x="3614102" y="4568615"/>
            <a:ext cx="118794" cy="8746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 flipV="1">
            <a:off x="3732896" y="4483308"/>
            <a:ext cx="118794" cy="8530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 flipV="1">
            <a:off x="3851689" y="4452802"/>
            <a:ext cx="43198" cy="3050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 flipV="1">
            <a:off x="3894887" y="4411498"/>
            <a:ext cx="40768" cy="4130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 flipV="1">
            <a:off x="3935655" y="4397730"/>
            <a:ext cx="8910" cy="1376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 flipV="1">
            <a:off x="3944564" y="4371544"/>
            <a:ext cx="12689" cy="2618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3957254" y="4371544"/>
            <a:ext cx="7620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 flipV="1">
            <a:off x="3957254" y="4338879"/>
            <a:ext cx="9450" cy="3266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3966703" y="4338879"/>
            <a:ext cx="7620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 flipH="1" flipV="1">
            <a:off x="3958334" y="4240884"/>
            <a:ext cx="8370" cy="9799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 flipH="1" flipV="1">
            <a:off x="3951044" y="4224146"/>
            <a:ext cx="7620" cy="1673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 flipH="1" flipV="1">
            <a:off x="3918106" y="4178523"/>
            <a:ext cx="32938" cy="4562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 flipH="1" flipV="1">
            <a:off x="3894887" y="4158546"/>
            <a:ext cx="23219" cy="1997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3894887" y="4158546"/>
            <a:ext cx="7620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 flipH="1" flipV="1">
            <a:off x="3771504" y="4126151"/>
            <a:ext cx="123384" cy="3239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 flipH="1">
            <a:off x="3707517" y="4126151"/>
            <a:ext cx="63987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 flipH="1">
            <a:off x="3363015" y="4130470"/>
            <a:ext cx="344502" cy="2969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 flipH="1">
            <a:off x="3196164" y="4160166"/>
            <a:ext cx="166851" cy="1160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 flipH="1">
            <a:off x="3134067" y="4171774"/>
            <a:ext cx="62097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>
            <a:off x="3134067" y="4173664"/>
            <a:ext cx="7620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 flipH="1" flipV="1">
            <a:off x="3030662" y="4163945"/>
            <a:ext cx="103405" cy="971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 flipH="1" flipV="1">
            <a:off x="2993404" y="4157196"/>
            <a:ext cx="37258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 flipH="1" flipV="1">
            <a:off x="2965326" y="4150447"/>
            <a:ext cx="28079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 flipH="1" flipV="1">
            <a:off x="2949127" y="4145858"/>
            <a:ext cx="16199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 flipH="1" flipV="1">
            <a:off x="2775256" y="4092676"/>
            <a:ext cx="173871" cy="5318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 flipH="1" flipV="1">
            <a:off x="2602465" y="4039224"/>
            <a:ext cx="172791" cy="5345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 flipH="1" flipV="1">
            <a:off x="2377837" y="3968764"/>
            <a:ext cx="224628" cy="7046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 flipH="1" flipV="1">
            <a:off x="2279562" y="3937719"/>
            <a:ext cx="98275" cy="3104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 flipH="1">
            <a:off x="3004709" y="1639914"/>
            <a:ext cx="3315135" cy="3459754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3004709" y="4919833"/>
            <a:ext cx="247612" cy="179836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H="1" flipV="1">
            <a:off x="2141538" y="909638"/>
            <a:ext cx="4178306" cy="730277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8" name="Shape 96"/>
          <p:cNvSpPr/>
          <p:nvPr/>
        </p:nvSpPr>
        <p:spPr>
          <a:xfrm>
            <a:off x="2141538" y="909638"/>
            <a:ext cx="863171" cy="4190031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9" name="Shape 97"/>
          <p:cNvSpPr/>
          <p:nvPr/>
        </p:nvSpPr>
        <p:spPr>
          <a:xfrm flipV="1">
            <a:off x="3004709" y="4919833"/>
            <a:ext cx="247612" cy="179836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0" name="Shape 98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L29  STAR AVIT1P   |   OSKY ABD3163   |   DCT shortcut   |   HDG V51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30: GMMX | RWY 10 | STAR BGA7A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H="1">
            <a:off x="5716588" y="2249488"/>
            <a:ext cx="1525588" cy="4079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 flipV="1">
            <a:off x="4972050" y="2295525"/>
            <a:ext cx="744538" cy="3619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 flipV="1">
            <a:off x="4033837" y="2197100"/>
            <a:ext cx="938213" cy="984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3219450" y="2197100"/>
            <a:ext cx="814388" cy="233362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2441575" y="2430463"/>
            <a:ext cx="777875" cy="5651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1901031" y="2995613"/>
            <a:ext cx="540544" cy="934244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1031" y="3929856"/>
            <a:ext cx="1888331" cy="724694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89363" y="4654550"/>
            <a:ext cx="495300" cy="777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84663" y="4732338"/>
            <a:ext cx="512762" cy="8096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8675" y="2185988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5788" y="260667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21250" y="22447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83038" y="214630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68650" y="237966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90775" y="29448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60550" y="3889375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8087" y="4613275"/>
            <a:ext cx="82550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33863" y="468153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33925" y="4749800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76800" y="64166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1082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91400" y="4740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3400" y="61864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99450" y="3632200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4513" y="306705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71800" y="55784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10826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48000" y="1462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03913" y="5237163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44988" y="327342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96075" y="325596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19400" y="48148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29263" y="4059237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48600" y="61880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4850" y="4033837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0" y="38258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0" y="1463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00200" y="25288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52600" y="50450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31075" y="21859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OBOGA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792788" y="259397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D032M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048250" y="22320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D013M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110038" y="2133600"/>
            <a:ext cx="469900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D354M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295650" y="2366963"/>
            <a:ext cx="469900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D332M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517775" y="2932113"/>
            <a:ext cx="469900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D310M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966912" y="3865563"/>
            <a:ext cx="469900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D288M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856038" y="4591050"/>
            <a:ext cx="371475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CI10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360863" y="4668838"/>
            <a:ext cx="376238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886325" y="4749800"/>
            <a:ext cx="4302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RW10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997450" y="6400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579438" y="1066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7513638" y="4724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654050" y="6172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8420100" y="3616325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666750" y="3051175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3094038" y="5562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8351838" y="1066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3170238" y="1447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6026150" y="5221288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4467225" y="325755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6818313" y="3241675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2941638" y="4800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5651500" y="404336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7970838" y="6172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827088" y="401796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3321050" y="3810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5608638" y="1447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1722438" y="2514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1873250" y="5029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 flipH="1" flipV="1">
            <a:off x="5534819" y="1512094"/>
            <a:ext cx="1707241" cy="73752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534819" y="1512094"/>
            <a:ext cx="1209675" cy="1792288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H="1">
            <a:off x="3789254" y="3304381"/>
            <a:ext cx="2955240" cy="1349677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789254" y="4654058"/>
            <a:ext cx="1008029" cy="159617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242060" y="2249614"/>
            <a:ext cx="1105015" cy="1431005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78" name="Shape 76"/>
          <p:cNvSpPr/>
          <p:nvPr/>
        </p:nvSpPr>
        <p:spPr>
          <a:xfrm flipH="1" flipV="1">
            <a:off x="3096419" y="1510506"/>
            <a:ext cx="5250656" cy="2170113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79" name="Shape 77"/>
          <p:cNvSpPr/>
          <p:nvPr/>
        </p:nvSpPr>
        <p:spPr>
          <a:xfrm>
            <a:off x="3096419" y="1510506"/>
            <a:ext cx="1296988" cy="1811338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0" name="Shape 78"/>
          <p:cNvSpPr/>
          <p:nvPr/>
        </p:nvSpPr>
        <p:spPr>
          <a:xfrm flipH="1">
            <a:off x="3789254" y="3321844"/>
            <a:ext cx="604152" cy="133221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1" name="Shape 79"/>
          <p:cNvSpPr/>
          <p:nvPr/>
        </p:nvSpPr>
        <p:spPr>
          <a:xfrm>
            <a:off x="3789254" y="4654058"/>
            <a:ext cx="1008029" cy="159617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82" name="Shape 80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L30  STAR BGA7A   |   DCT V68-V62   |   HDG V55-V59-V61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31: DTTA | RWY 29 | STAR NOLSI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02125" y="1639888"/>
            <a:ext cx="465138" cy="29416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67263" y="4581525"/>
            <a:ext cx="34925" cy="2762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02188" y="4857750"/>
            <a:ext cx="71438" cy="2111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4865688" y="5068888"/>
            <a:ext cx="7938" cy="2524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746625" y="5321300"/>
            <a:ext cx="119063" cy="5000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4584700" y="5308600"/>
            <a:ext cx="161925" cy="6270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4270375" y="5187950"/>
            <a:ext cx="314325" cy="1206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2188" y="4857750"/>
            <a:ext cx="71438" cy="2111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46625" y="5321300"/>
            <a:ext cx="119063" cy="49213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84700" y="5308600"/>
            <a:ext cx="161925" cy="61912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38625" y="1576388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16463" y="45307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1388" y="48069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22825" y="50180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14888" y="527050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5350" y="5330825"/>
            <a:ext cx="82550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33900" y="525780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875" y="5124450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05400" y="30543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47800" y="16827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38400" y="5348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76600" y="37496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81400" y="2224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19400" y="6188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86200" y="396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16488" y="215106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34000" y="43576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10138" y="1373188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41788" y="436721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10000" y="3138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95788" y="5754688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0" y="625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0050" y="5151438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5304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39000" y="9286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0" y="35956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10200" y="59578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10810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91025" y="1576388"/>
            <a:ext cx="60325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'NOLSI '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843463" y="45180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MARSA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878388" y="47942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D062M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949825" y="50053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D082M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941888" y="525780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D103M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813300" y="53070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CI29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660900" y="5245100"/>
            <a:ext cx="538163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'FI29 '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359275" y="512445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RW29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245100" y="3048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1587500" y="1676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2560638" y="5334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3397250" y="3733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3703638" y="2209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2941638" y="6172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4008438" y="381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5038725" y="21351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454650" y="4343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032375" y="13573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4264025" y="43529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3932238" y="3124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4518025" y="573881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5151438" y="609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5602288" y="513556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6065838" y="2514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7359650" y="914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6064250" y="3581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5532438" y="5943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3321050" y="1066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4302000" y="1639868"/>
            <a:ext cx="444723" cy="3731413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H="1" flipV="1">
            <a:off x="4270399" y="5188333"/>
            <a:ext cx="476323" cy="182947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302000" y="1639868"/>
            <a:ext cx="860550" cy="1471632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73" name="Shape 71"/>
          <p:cNvSpPr/>
          <p:nvPr/>
        </p:nvSpPr>
        <p:spPr>
          <a:xfrm flipH="1">
            <a:off x="4746722" y="3111500"/>
            <a:ext cx="415828" cy="2259781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74" name="Shape 72"/>
          <p:cNvSpPr/>
          <p:nvPr/>
        </p:nvSpPr>
        <p:spPr>
          <a:xfrm flipH="1" flipV="1">
            <a:off x="4270399" y="5188333"/>
            <a:ext cx="476323" cy="182947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75" name="Shape 73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L31  STAR NOLSI   |   DCT shortcut   |   HDG V51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32: RJTT | RWY 22 | STAR NYLON2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V="1">
            <a:off x="5086350" y="4495800"/>
            <a:ext cx="446088" cy="8747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 flipV="1">
            <a:off x="5357813" y="3394075"/>
            <a:ext cx="174625" cy="11017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 flipV="1">
            <a:off x="5183188" y="2293938"/>
            <a:ext cx="174625" cy="11001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4971256" y="1639094"/>
            <a:ext cx="211931" cy="654844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664869" y="1639094"/>
            <a:ext cx="306388" cy="9921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4541044" y="1738313"/>
            <a:ext cx="123825" cy="40481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3611563" y="1778794"/>
            <a:ext cx="929481" cy="30241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40250" y="1738313"/>
            <a:ext cx="125413" cy="41275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2850" y="5307013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1638" y="444500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7013" y="334327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32388" y="224313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0775" y="1598613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4388" y="1697038"/>
            <a:ext cx="80963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00563" y="1738313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48063" y="2017713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24800" y="36639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000" y="43497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13096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0" y="2378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0" y="7016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81400" y="6111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35650" y="610870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77000" y="3749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0" y="5119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10000" y="11588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81800" y="1768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19192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48926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0" y="2757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24200" y="4511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57800" y="1081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46763" y="2781300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05000" y="59578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0" y="3824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19600" y="3063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75250" y="5307013"/>
            <a:ext cx="60325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'ADDUM '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608638" y="443230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BLITZ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434013" y="333057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259388" y="22304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NYLON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037138" y="15763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NIFTY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730750" y="16748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606925" y="17160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NITRO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700463" y="2017713"/>
            <a:ext cx="496888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'RW22 '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8064500" y="3657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901700" y="4343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1949450" y="1295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237038" y="2362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7893050" y="685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3703638" y="6096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5957888" y="609441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6599238" y="3733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4237038" y="5105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3932238" y="1143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6904038" y="1752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607050" y="1905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6523038" y="4876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2865438" y="2743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3246438" y="4495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5380038" y="1066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5969000" y="2765425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2025650" y="5943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4237038" y="3810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4541838" y="3048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 flipV="1">
            <a:off x="720346" y="5423743"/>
            <a:ext cx="46726" cy="1101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 flipV="1">
            <a:off x="767073" y="5388347"/>
            <a:ext cx="107534" cy="3539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 flipV="1">
            <a:off x="874607" y="5368682"/>
            <a:ext cx="47366" cy="1966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 flipV="1">
            <a:off x="921974" y="5196422"/>
            <a:ext cx="415416" cy="17226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 flipV="1">
            <a:off x="1337390" y="5092595"/>
            <a:ext cx="255714" cy="10382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 flipV="1">
            <a:off x="1593104" y="4918762"/>
            <a:ext cx="425337" cy="17383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 flipV="1">
            <a:off x="2018441" y="4823979"/>
            <a:ext cx="235232" cy="9478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 flipV="1">
            <a:off x="2253673" y="4733523"/>
            <a:ext cx="223710" cy="9045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 flipV="1">
            <a:off x="2477383" y="4580141"/>
            <a:ext cx="374450" cy="15338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 flipV="1">
            <a:off x="2851834" y="4557724"/>
            <a:ext cx="47686" cy="2241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 flipV="1">
            <a:off x="2899520" y="4305233"/>
            <a:ext cx="484865" cy="25249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 flipV="1">
            <a:off x="3384385" y="4282029"/>
            <a:ext cx="37125" cy="2320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 flipV="1">
            <a:off x="3421511" y="4168369"/>
            <a:ext cx="152981" cy="11366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 flipV="1">
            <a:off x="3574491" y="4137693"/>
            <a:ext cx="38725" cy="3067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 flipV="1">
            <a:off x="3613216" y="4108196"/>
            <a:ext cx="33605" cy="2949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 flipV="1">
            <a:off x="3646821" y="4037798"/>
            <a:ext cx="59528" cy="7039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 flipV="1">
            <a:off x="3706349" y="3992963"/>
            <a:ext cx="29124" cy="4483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 flipV="1">
            <a:off x="3735473" y="3435282"/>
            <a:ext cx="372850" cy="55768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 flipV="1">
            <a:off x="4108323" y="2785571"/>
            <a:ext cx="439739" cy="64971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 flipV="1">
            <a:off x="4548062" y="2486279"/>
            <a:ext cx="200987" cy="29929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 flipV="1">
            <a:off x="4749049" y="2350202"/>
            <a:ext cx="91852" cy="13607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 flipV="1">
            <a:off x="4840902" y="2207832"/>
            <a:ext cx="97293" cy="14237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 flipV="1">
            <a:off x="4938195" y="2162211"/>
            <a:ext cx="22403" cy="4562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 flipV="1">
            <a:off x="4960598" y="2138613"/>
            <a:ext cx="7620" cy="2359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 flipH="1" flipV="1">
            <a:off x="4954197" y="2083160"/>
            <a:ext cx="9281" cy="5545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 flipH="1" flipV="1">
            <a:off x="4947156" y="2055236"/>
            <a:ext cx="7620" cy="2792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 flipH="1" flipV="1">
            <a:off x="4924433" y="1980512"/>
            <a:ext cx="22723" cy="7472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 flipH="1" flipV="1">
            <a:off x="4914832" y="1960847"/>
            <a:ext cx="9601" cy="1966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 flipH="1" flipV="1">
            <a:off x="4895309" y="1937250"/>
            <a:ext cx="19523" cy="2359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7" name="Shape 95"/>
          <p:cNvSpPr/>
          <p:nvPr/>
        </p:nvSpPr>
        <p:spPr>
          <a:xfrm flipH="1" flipV="1">
            <a:off x="4854984" y="1912866"/>
            <a:ext cx="40325" cy="2438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8" name="Shape 96"/>
          <p:cNvSpPr/>
          <p:nvPr/>
        </p:nvSpPr>
        <p:spPr>
          <a:xfrm flipH="1" flipV="1">
            <a:off x="4788415" y="1878650"/>
            <a:ext cx="66569" cy="3421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 flipH="1" flipV="1">
            <a:off x="4738488" y="1869605"/>
            <a:ext cx="49927" cy="904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 flipH="1">
            <a:off x="4666798" y="1869605"/>
            <a:ext cx="71690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 flipH="1">
            <a:off x="4180653" y="1870391"/>
            <a:ext cx="486146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 flipH="1">
            <a:off x="4159210" y="1873931"/>
            <a:ext cx="21443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 flipH="1" flipV="1">
            <a:off x="3172619" y="4560094"/>
            <a:ext cx="1913273" cy="81095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3172619" y="3872706"/>
            <a:ext cx="990600" cy="687388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4163219" y="3112294"/>
            <a:ext cx="304800" cy="760413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4468019" y="1738484"/>
            <a:ext cx="197371" cy="137381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H="1">
            <a:off x="3611616" y="1738484"/>
            <a:ext cx="1053774" cy="342316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5085891" y="3721100"/>
            <a:ext cx="2896059" cy="164994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9" name="Shape 107"/>
          <p:cNvSpPr/>
          <p:nvPr/>
        </p:nvSpPr>
        <p:spPr>
          <a:xfrm flipH="1" flipV="1">
            <a:off x="5895181" y="2828925"/>
            <a:ext cx="2086769" cy="892175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0" name="Shape 108"/>
          <p:cNvSpPr/>
          <p:nvPr/>
        </p:nvSpPr>
        <p:spPr>
          <a:xfrm flipH="1" flipV="1">
            <a:off x="5534025" y="1967706"/>
            <a:ext cx="361156" cy="861219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1" name="Shape 109"/>
          <p:cNvSpPr/>
          <p:nvPr/>
        </p:nvSpPr>
        <p:spPr>
          <a:xfrm flipH="1" flipV="1">
            <a:off x="4665390" y="1738484"/>
            <a:ext cx="868635" cy="229223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2" name="Shape 110"/>
          <p:cNvSpPr/>
          <p:nvPr/>
        </p:nvSpPr>
        <p:spPr>
          <a:xfrm flipH="1">
            <a:off x="3611616" y="1738484"/>
            <a:ext cx="1053774" cy="342316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3" name="Shape 111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L32  STAR NYLON2   |   OSKY ANA452D   |   DCT V65-V69-V70   |   HDG V51-V67-V62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33: RJTT | RWY 34L | STAR CREAM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H="1">
            <a:off x="5168900" y="1639888"/>
            <a:ext cx="257175" cy="95726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5073650" y="2597150"/>
            <a:ext cx="95250" cy="9128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5010150" y="3509963"/>
            <a:ext cx="63500" cy="6000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10150" y="4110038"/>
            <a:ext cx="9525" cy="5778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510088" y="4687888"/>
            <a:ext cx="509587" cy="5286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4144962" y="5216525"/>
            <a:ext cx="365125" cy="1539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3777456" y="4503738"/>
            <a:ext cx="367506" cy="8667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 flipV="1">
            <a:off x="3717925" y="4365625"/>
            <a:ext cx="59531" cy="1381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17925" y="4365625"/>
            <a:ext cx="58737" cy="138113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62575" y="1576388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18100" y="25463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2850" y="345916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59350" y="4059237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68875" y="46370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59288" y="51657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94163" y="53197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6975" y="4462463"/>
            <a:ext cx="80963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4425" y="4302125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7800" y="5397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6800" y="2454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48600" y="6264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1539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2000" y="6264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32325" y="7889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86200" y="5807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52900" y="314642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19800" y="6035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54244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73725" y="79533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4550" y="3473450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53200" y="43576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62325" y="521493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29000" y="1006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75088" y="22621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91200" y="32162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77000" y="22256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05800" y="8540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76738" y="434975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14975" y="1576388"/>
            <a:ext cx="60483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'STONE '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245100" y="253365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149850" y="344646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086350" y="40465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COUPE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095875" y="46243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CUTIE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586288" y="5153025"/>
            <a:ext cx="503238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221163" y="5307013"/>
            <a:ext cx="488950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ARLON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843338" y="4440238"/>
            <a:ext cx="490538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APOLO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806825" y="4302125"/>
            <a:ext cx="484187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RW34L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587500" y="533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1189038" y="2438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7970838" y="6248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2408238" y="1524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84238" y="6248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4754563" y="7747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4008438" y="5791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4275138" y="313055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142038" y="6019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4921250" y="5410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5795963" y="78105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3506788" y="3457575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6673850" y="4343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3484563" y="520065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3551238" y="990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3997325" y="22479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5911850" y="3200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6599238" y="2209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8428038" y="838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4498975" y="433546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 flipV="1">
            <a:off x="3500443" y="6474433"/>
            <a:ext cx="35575" cy="2223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 flipV="1">
            <a:off x="3536017" y="6449558"/>
            <a:ext cx="35881" cy="2487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 flipV="1">
            <a:off x="3571899" y="6365509"/>
            <a:ext cx="110711" cy="8404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 flipV="1">
            <a:off x="3682609" y="6336111"/>
            <a:ext cx="37108" cy="2939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 flipV="1">
            <a:off x="3719717" y="6307843"/>
            <a:ext cx="32201" cy="2826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 flipV="1">
            <a:off x="3751918" y="6272414"/>
            <a:ext cx="32814" cy="3542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 flipV="1">
            <a:off x="3784733" y="6240378"/>
            <a:ext cx="24228" cy="3203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 flipV="1">
            <a:off x="3808960" y="6197411"/>
            <a:ext cx="27908" cy="4296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 flipV="1">
            <a:off x="3836868" y="6116378"/>
            <a:ext cx="52135" cy="8103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 flipV="1">
            <a:off x="3889003" y="5662966"/>
            <a:ext cx="305144" cy="45341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 flipV="1">
            <a:off x="4194147" y="5040327"/>
            <a:ext cx="421375" cy="62264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 flipV="1">
            <a:off x="4615522" y="4878637"/>
            <a:ext cx="108564" cy="16169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 flipV="1">
            <a:off x="4724085" y="4753506"/>
            <a:ext cx="84030" cy="12513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 flipV="1">
            <a:off x="4808115" y="4623098"/>
            <a:ext cx="88016" cy="13040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 flipV="1">
            <a:off x="4896131" y="4486660"/>
            <a:ext cx="93230" cy="13643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 flipV="1">
            <a:off x="4989361" y="4465177"/>
            <a:ext cx="13494" cy="2148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 flipV="1">
            <a:off x="5002855" y="4442940"/>
            <a:ext cx="7974" cy="2223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 flipV="1">
            <a:off x="5010829" y="4420326"/>
            <a:ext cx="7620" cy="2261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 flipH="1" flipV="1">
            <a:off x="5009602" y="4390174"/>
            <a:ext cx="7620" cy="3015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 flipH="1" flipV="1">
            <a:off x="5004695" y="4367183"/>
            <a:ext cx="7620" cy="2299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 flipH="1" flipV="1">
            <a:off x="4997948" y="4340423"/>
            <a:ext cx="7620" cy="2676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 flipH="1" flipV="1">
            <a:off x="4983228" y="4291049"/>
            <a:ext cx="14721" cy="4937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 flipH="1" flipV="1">
            <a:off x="4976174" y="4268812"/>
            <a:ext cx="7620" cy="2223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 flipH="1" flipV="1">
            <a:off x="4966974" y="4249967"/>
            <a:ext cx="9200" cy="1884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 flipH="1" flipV="1">
            <a:off x="4948267" y="4227353"/>
            <a:ext cx="18707" cy="2261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 flipH="1" flipV="1">
            <a:off x="4930786" y="4215292"/>
            <a:ext cx="17481" cy="1206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7" name="Shape 95"/>
          <p:cNvSpPr/>
          <p:nvPr/>
        </p:nvSpPr>
        <p:spPr>
          <a:xfrm flipH="1" flipV="1">
            <a:off x="4909625" y="4203985"/>
            <a:ext cx="21161" cy="1130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8" name="Shape 96"/>
          <p:cNvSpPr/>
          <p:nvPr/>
        </p:nvSpPr>
        <p:spPr>
          <a:xfrm flipH="1" flipV="1">
            <a:off x="4845836" y="4171194"/>
            <a:ext cx="63789" cy="3279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 flipH="1" flipV="1">
            <a:off x="4823449" y="4164033"/>
            <a:ext cx="22387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 flipH="1" flipV="1">
            <a:off x="4797995" y="4162526"/>
            <a:ext cx="25454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 flipH="1">
            <a:off x="4729299" y="4162526"/>
            <a:ext cx="68696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 flipH="1">
            <a:off x="4451449" y="4163280"/>
            <a:ext cx="277850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 flipH="1">
            <a:off x="4263456" y="4165164"/>
            <a:ext cx="187993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4" name="Shape 102"/>
          <p:cNvSpPr/>
          <p:nvPr/>
        </p:nvSpPr>
        <p:spPr>
          <a:xfrm flipH="1">
            <a:off x="4242909" y="4166672"/>
            <a:ext cx="20547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5" name="Shape 103"/>
          <p:cNvSpPr/>
          <p:nvPr/>
        </p:nvSpPr>
        <p:spPr>
          <a:xfrm flipH="1">
            <a:off x="4425156" y="1639381"/>
            <a:ext cx="1000828" cy="2758788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H="1">
            <a:off x="3934619" y="4398169"/>
            <a:ext cx="490538" cy="1457325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3934619" y="5371043"/>
            <a:ext cx="210690" cy="48445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H="1" flipV="1">
            <a:off x="3718184" y="4364921"/>
            <a:ext cx="427125" cy="1006122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H="1" flipV="1">
            <a:off x="1504950" y="596900"/>
            <a:ext cx="3921034" cy="1042481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0" name="Shape 108"/>
          <p:cNvSpPr/>
          <p:nvPr/>
        </p:nvSpPr>
        <p:spPr>
          <a:xfrm>
            <a:off x="1504950" y="596900"/>
            <a:ext cx="3343275" cy="4876006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1" name="Shape 109"/>
          <p:cNvSpPr/>
          <p:nvPr/>
        </p:nvSpPr>
        <p:spPr>
          <a:xfrm flipH="1" flipV="1">
            <a:off x="4145308" y="5371043"/>
            <a:ext cx="702917" cy="101863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2" name="Shape 110"/>
          <p:cNvSpPr/>
          <p:nvPr/>
        </p:nvSpPr>
        <p:spPr>
          <a:xfrm flipH="1" flipV="1">
            <a:off x="3718184" y="4364921"/>
            <a:ext cx="427125" cy="1006122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3" name="Shape 111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L33  STAR CREAM   |   OSKY ANA452D   |   DCT V70-V57   |   HDG V51-V60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34: VIDP | RWY 11 | STAR AKBA2B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V="1">
            <a:off x="1901825" y="3997325"/>
            <a:ext cx="1839913" cy="11493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3741738" y="3482975"/>
            <a:ext cx="892175" cy="5143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4633913" y="3081338"/>
            <a:ext cx="695325" cy="4016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5329238" y="2508250"/>
            <a:ext cx="90488" cy="5730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5328444" y="1986756"/>
            <a:ext cx="91281" cy="521494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5328444" y="1862931"/>
            <a:ext cx="1004887" cy="1238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33331" y="1862931"/>
            <a:ext cx="298450" cy="6826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31781" y="1931194"/>
            <a:ext cx="610394" cy="142081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38325" y="5083175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90937" y="39465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83113" y="343217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78438" y="303053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68925" y="24574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87963" y="1946275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92850" y="1822450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91300" y="1890713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675" y="2009775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4800" y="6159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24600" y="55689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67200" y="47307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67400" y="1158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7550" y="34321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53400" y="3825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95600" y="5729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24400" y="64150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19400" y="2757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5800" y="6254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57400" y="35972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51500" y="4348163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025" y="57292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01000" y="15382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38800" y="2149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38600" y="23780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66063" y="479583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0663" y="312102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24000" y="16144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43400" y="1235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90725" y="508317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AKBAN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817938" y="39338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710113" y="341947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D240T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405438" y="30178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D240O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495925" y="2444750"/>
            <a:ext cx="469900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D253M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394325" y="1922462"/>
            <a:ext cx="469900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D267M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399213" y="1800225"/>
            <a:ext cx="371475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CI11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697663" y="1868488"/>
            <a:ext cx="422275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'FI11 '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7331075" y="2009775"/>
            <a:ext cx="4302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RW11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44500" y="609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6464300" y="5562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4406900" y="4724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5989638" y="1143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38200" y="3417888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275637" y="3810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3017838" y="5715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4845050" y="6400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2941638" y="2743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8426450" y="609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178050" y="3581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5772150" y="4332288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828675" y="5715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8121650" y="1524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5761038" y="2133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4159250" y="2362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7988300" y="477996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6691313" y="310515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1644650" y="1600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4465638" y="1219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 flipV="1">
            <a:off x="8673373" y="5983427"/>
            <a:ext cx="94057" cy="75433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 flipV="1">
            <a:off x="8767430" y="3611420"/>
            <a:ext cx="14405" cy="237200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 flipH="1" flipV="1">
            <a:off x="8721672" y="3571870"/>
            <a:ext cx="60163" cy="3955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 flipH="1" flipV="1">
            <a:off x="8639478" y="3532321"/>
            <a:ext cx="82194" cy="3955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 flipH="1" flipV="1">
            <a:off x="8566605" y="3509170"/>
            <a:ext cx="72873" cy="2315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 flipH="1" flipV="1">
            <a:off x="8053950" y="3379910"/>
            <a:ext cx="512654" cy="12925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 flipH="1" flipV="1">
            <a:off x="7966672" y="3359653"/>
            <a:ext cx="87278" cy="2025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 flipH="1" flipV="1">
            <a:off x="7162525" y="3164799"/>
            <a:ext cx="804147" cy="19485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 flipH="1" flipV="1">
            <a:off x="7080331" y="3144542"/>
            <a:ext cx="82194" cy="2025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 flipH="1" flipV="1">
            <a:off x="7011695" y="3120427"/>
            <a:ext cx="68636" cy="2411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 flipH="1" flipV="1">
            <a:off x="6943058" y="3091488"/>
            <a:ext cx="68636" cy="2893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 flipH="1" flipV="1">
            <a:off x="6873574" y="3058691"/>
            <a:ext cx="69484" cy="3279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 flipH="1" flipV="1">
            <a:off x="6811717" y="3027823"/>
            <a:ext cx="61857" cy="3086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 flipH="1" flipV="1">
            <a:off x="6422778" y="2813677"/>
            <a:ext cx="388939" cy="21414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 flipH="1" flipV="1">
            <a:off x="6050785" y="2600495"/>
            <a:ext cx="371992" cy="21318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 flipH="1" flipV="1">
            <a:off x="5731330" y="2419146"/>
            <a:ext cx="319456" cy="18134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 flipH="1" flipV="1">
            <a:off x="5626257" y="2361268"/>
            <a:ext cx="105073" cy="5787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 flipV="1">
            <a:off x="1901498" y="2197894"/>
            <a:ext cx="3785721" cy="2949288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687219" y="2197894"/>
            <a:ext cx="931069" cy="97155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18288" y="3169444"/>
            <a:ext cx="1583531" cy="70485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 flipV="1">
            <a:off x="6333514" y="1863086"/>
            <a:ext cx="1868305" cy="2011207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333514" y="1863086"/>
            <a:ext cx="908663" cy="20976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H="1" flipV="1">
            <a:off x="361950" y="673100"/>
            <a:ext cx="1539548" cy="4474082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3" name="Shape 91"/>
          <p:cNvSpPr/>
          <p:nvPr/>
        </p:nvSpPr>
        <p:spPr>
          <a:xfrm>
            <a:off x="361950" y="673100"/>
            <a:ext cx="2505869" cy="2132806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4" name="Shape 92"/>
          <p:cNvSpPr/>
          <p:nvPr/>
        </p:nvSpPr>
        <p:spPr>
          <a:xfrm flipV="1">
            <a:off x="2867819" y="2426494"/>
            <a:ext cx="1218406" cy="379413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5" name="Shape 93"/>
          <p:cNvSpPr/>
          <p:nvPr/>
        </p:nvSpPr>
        <p:spPr>
          <a:xfrm flipV="1">
            <a:off x="4086225" y="1863086"/>
            <a:ext cx="2247289" cy="563407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6" name="Shape 94"/>
          <p:cNvSpPr/>
          <p:nvPr/>
        </p:nvSpPr>
        <p:spPr>
          <a:xfrm>
            <a:off x="6333514" y="1863086"/>
            <a:ext cx="908663" cy="209760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97" name="Shape 95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L34  STAR AKBA2B   |   OSKY BDA684   |   DCT V65-V68-V56   |   HDG V51-V59-V66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35: VIDP | RWY 28 | STAR BASO1A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H="1">
            <a:off x="3681413" y="1639888"/>
            <a:ext cx="1268413" cy="228600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81413" y="3925888"/>
            <a:ext cx="647700" cy="12731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29113" y="5199063"/>
            <a:ext cx="86519" cy="1285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15631" y="5327650"/>
            <a:ext cx="752475" cy="38894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68106" y="5366544"/>
            <a:ext cx="123825" cy="762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5291931" y="5199856"/>
            <a:ext cx="106363" cy="1714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5398294" y="5041900"/>
            <a:ext cx="65088" cy="15795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 flipV="1">
            <a:off x="5001419" y="4836319"/>
            <a:ext cx="461963" cy="205581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 flipV="1">
            <a:off x="4796631" y="4745038"/>
            <a:ext cx="204788" cy="91281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 flipV="1">
            <a:off x="4478338" y="4672013"/>
            <a:ext cx="318294" cy="730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9113" y="5199063"/>
            <a:ext cx="87313" cy="12858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92725" y="5200650"/>
            <a:ext cx="106363" cy="169863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9088" y="5041900"/>
            <a:ext cx="63500" cy="1587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95838" y="4745038"/>
            <a:ext cx="206375" cy="92075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86325" y="1576388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30613" y="38750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78313" y="514826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75150" y="5286375"/>
            <a:ext cx="80963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7625" y="5326063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51450" y="5330825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57813" y="5159375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22900" y="5000625"/>
            <a:ext cx="80963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60938" y="4795838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6150" y="4703763"/>
            <a:ext cx="80963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14838" y="4608513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21050" y="8064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67400" y="47307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24225" y="228123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8200" y="6416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22938" y="79533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2987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0" y="45878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24400" y="40528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75150" y="82073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17668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01000" y="61880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62600" y="41306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6035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05800" y="16160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90800" y="32162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57625" y="139065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43000" y="1920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10200" y="25288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0" y="5807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91200" y="5348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38725" y="15763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BASOT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757613" y="3862387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CHI27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405313" y="513556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DI26Z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481513" y="52641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RUGDA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233988" y="53038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D274V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357813" y="53070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PEDKA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464175" y="51371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DI170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529263" y="497840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VENGI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5067300" y="47736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CI28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862513" y="46815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OM28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567238" y="46085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RW288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460750" y="8001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6007100" y="4724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3446463" y="226695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960438" y="6400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5845175" y="78105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4694238" y="2971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2865438" y="4572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4846638" y="4038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4497388" y="80645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6294438" y="1752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8121650" y="6172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5683250" y="4114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5151438" y="6019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8428038" y="1600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2711450" y="3200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3979863" y="137636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1265238" y="1905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5532438" y="2514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3779838" y="5791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5913438" y="5334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 flipV="1">
            <a:off x="5215005" y="5958103"/>
            <a:ext cx="78121" cy="60103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 flipV="1">
            <a:off x="5293126" y="5681564"/>
            <a:ext cx="35175" cy="27654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 flipV="1">
            <a:off x="5328300" y="5641991"/>
            <a:ext cx="7620" cy="3957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 flipH="1" flipV="1">
            <a:off x="5326664" y="5593108"/>
            <a:ext cx="7620" cy="4888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 flipH="1" flipV="1">
            <a:off x="5316848" y="5552605"/>
            <a:ext cx="9816" cy="4050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 flipH="1" flipV="1">
            <a:off x="5303760" y="5518154"/>
            <a:ext cx="13088" cy="3445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 flipH="1" flipV="1">
            <a:off x="5281264" y="5478116"/>
            <a:ext cx="22495" cy="4003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 flipH="1" flipV="1">
            <a:off x="5255088" y="5444596"/>
            <a:ext cx="26177" cy="335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 flipH="1" flipV="1">
            <a:off x="5221958" y="5414335"/>
            <a:ext cx="33130" cy="3026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 flipH="1" flipV="1">
            <a:off x="5192919" y="5395247"/>
            <a:ext cx="29040" cy="1908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 flipH="1" flipV="1">
            <a:off x="5153245" y="5376159"/>
            <a:ext cx="39674" cy="1908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 flipH="1" flipV="1">
            <a:off x="5118070" y="5364986"/>
            <a:ext cx="35175" cy="1117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 flipH="1" flipV="1">
            <a:off x="4870620" y="5302602"/>
            <a:ext cx="247450" cy="6238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 flipH="1" flipV="1">
            <a:off x="4828492" y="5292825"/>
            <a:ext cx="42128" cy="977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 flipH="1" flipV="1">
            <a:off x="4440344" y="5198783"/>
            <a:ext cx="388149" cy="9404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 flipH="1" flipV="1">
            <a:off x="4400670" y="5189006"/>
            <a:ext cx="39674" cy="977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 flipH="1" flipV="1">
            <a:off x="4367540" y="5177367"/>
            <a:ext cx="33130" cy="1163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7" name="Shape 95"/>
          <p:cNvSpPr/>
          <p:nvPr/>
        </p:nvSpPr>
        <p:spPr>
          <a:xfrm flipH="1" flipV="1">
            <a:off x="4334411" y="5163401"/>
            <a:ext cx="33130" cy="1396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8" name="Shape 96"/>
          <p:cNvSpPr/>
          <p:nvPr/>
        </p:nvSpPr>
        <p:spPr>
          <a:xfrm flipH="1" flipV="1">
            <a:off x="4300872" y="5147572"/>
            <a:ext cx="33539" cy="1582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 flipH="1" flipV="1">
            <a:off x="4271014" y="5132674"/>
            <a:ext cx="29858" cy="1489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 flipH="1" flipV="1">
            <a:off x="4083280" y="5029321"/>
            <a:ext cx="187735" cy="10335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 flipH="1" flipV="1">
            <a:off x="3903725" y="4926433"/>
            <a:ext cx="179555" cy="10288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 flipH="1" flipV="1">
            <a:off x="3749529" y="4838909"/>
            <a:ext cx="154196" cy="8752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 flipH="1" flipV="1">
            <a:off x="3698812" y="4810975"/>
            <a:ext cx="50717" cy="2793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4" name="Shape 102"/>
          <p:cNvSpPr/>
          <p:nvPr/>
        </p:nvSpPr>
        <p:spPr>
          <a:xfrm flipH="1">
            <a:off x="4620419" y="1639619"/>
            <a:ext cx="328552" cy="1396475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620419" y="3036094"/>
            <a:ext cx="457200" cy="304800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H="1" flipV="1">
            <a:off x="5002004" y="4836606"/>
            <a:ext cx="75615" cy="1247487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H="1" flipV="1">
            <a:off x="4478790" y="4671774"/>
            <a:ext cx="523214" cy="164832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H="1" flipV="1">
            <a:off x="3378200" y="863600"/>
            <a:ext cx="1570771" cy="776019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9" name="Shape 107"/>
          <p:cNvSpPr/>
          <p:nvPr/>
        </p:nvSpPr>
        <p:spPr>
          <a:xfrm>
            <a:off x="3378200" y="863600"/>
            <a:ext cx="1394619" cy="3237706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0" name="Shape 108"/>
          <p:cNvSpPr/>
          <p:nvPr/>
        </p:nvSpPr>
        <p:spPr>
          <a:xfrm>
            <a:off x="4772819" y="4101306"/>
            <a:ext cx="1151731" cy="68659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1" name="Shape 109"/>
          <p:cNvSpPr/>
          <p:nvPr/>
        </p:nvSpPr>
        <p:spPr>
          <a:xfrm flipH="1">
            <a:off x="5002004" y="4787900"/>
            <a:ext cx="922546" cy="48706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2" name="Shape 110"/>
          <p:cNvSpPr/>
          <p:nvPr/>
        </p:nvSpPr>
        <p:spPr>
          <a:xfrm flipH="1" flipV="1">
            <a:off x="4478790" y="4671774"/>
            <a:ext cx="523214" cy="164832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3" name="Shape 111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L35  STAR BASO1A   |   OSKY BDA684   |   DCT V56-V63   |   HDG V51-V58-V52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36: RPLL | RWY 06 | STAR CAB1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719638" y="1639888"/>
            <a:ext cx="258763" cy="146526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78400" y="3105150"/>
            <a:ext cx="71438" cy="40640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4622800" y="3511550"/>
            <a:ext cx="427038" cy="131286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4094163" y="4824413"/>
            <a:ext cx="528638" cy="54610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4094163" y="5050631"/>
            <a:ext cx="7620" cy="319881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4099719" y="5018881"/>
            <a:ext cx="57150" cy="317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4156869" y="4811713"/>
            <a:ext cx="375444" cy="20716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00513" y="5019675"/>
            <a:ext cx="57150" cy="317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56138" y="1576388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27600" y="30543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99038" y="34607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47736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43363" y="53197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59237" y="5010150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6387" y="4978400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68813" y="4748213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7625" y="6148388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97313" y="777875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10400" y="25288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95600" y="3138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59375" y="78740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6110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34000" y="2301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10200" y="52736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48400" y="4586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09800" y="1616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76400" y="2835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0" y="56546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81400" y="3976687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62400" y="2452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71600" y="4730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48400" y="3519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0" y="1614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76600" y="48910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52600" y="42052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24600" y="14620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8538" y="15763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054600" y="30416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TARTA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126038" y="34480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GARAY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699000" y="47609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170363" y="5307013"/>
            <a:ext cx="473075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MIA-10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165600" y="49879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CI06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222750" y="495617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FI06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621213" y="47482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RW06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267325" y="61420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4037013" y="7715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7132638" y="2514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3017838" y="3124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5281613" y="7715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2408238" y="6096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5456238" y="2286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5530850" y="5257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6370638" y="4572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2332038" y="1600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798638" y="2819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3779838" y="5638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3703638" y="3962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4084638" y="2438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1493838" y="457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6370638" y="3505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3779838" y="1600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3397250" y="4876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1873250" y="4191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6445250" y="1447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 flipH="1" flipV="1">
            <a:off x="6781370" y="4942005"/>
            <a:ext cx="235999" cy="31319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 flipH="1" flipV="1">
            <a:off x="6618034" y="4727563"/>
            <a:ext cx="163335" cy="21444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 flipH="1" flipV="1">
            <a:off x="6590233" y="4702469"/>
            <a:ext cx="27802" cy="2509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 flipH="1" flipV="1">
            <a:off x="6563063" y="4686174"/>
            <a:ext cx="27170" cy="1629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 flipH="1" flipV="1">
            <a:off x="6500825" y="4669553"/>
            <a:ext cx="62238" cy="1662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 flipH="1">
            <a:off x="6473339" y="4669553"/>
            <a:ext cx="27486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 flipH="1">
            <a:off x="6411417" y="4670204"/>
            <a:ext cx="61922" cy="1955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 flipH="1">
            <a:off x="6382983" y="4689758"/>
            <a:ext cx="28434" cy="1564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 flipH="1">
            <a:off x="5957427" y="4705402"/>
            <a:ext cx="425556" cy="24475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 flipH="1">
            <a:off x="5878445" y="4950153"/>
            <a:ext cx="78982" cy="4236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 flipH="1">
            <a:off x="5853486" y="4992520"/>
            <a:ext cx="24958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 flipH="1">
            <a:off x="5826001" y="4999038"/>
            <a:ext cx="27486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 flipH="1" flipV="1">
            <a:off x="5773556" y="4986653"/>
            <a:ext cx="52444" cy="1401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 flipH="1" flipV="1">
            <a:off x="5747650" y="4969381"/>
            <a:ext cx="25906" cy="1727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 flipH="1" flipV="1">
            <a:off x="5715741" y="4927340"/>
            <a:ext cx="31909" cy="4204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 flipH="1" flipV="1">
            <a:off x="5707211" y="4904201"/>
            <a:ext cx="8530" cy="2313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 flipH="1" flipV="1">
            <a:off x="5703104" y="4875847"/>
            <a:ext cx="7620" cy="2835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 flipV="1">
            <a:off x="5703104" y="4813275"/>
            <a:ext cx="7620" cy="6257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 flipV="1">
            <a:off x="5704684" y="4646088"/>
            <a:ext cx="14217" cy="16718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 flipV="1">
            <a:off x="5718901" y="4507906"/>
            <a:ext cx="15165" cy="13818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 flipV="1">
            <a:off x="5734065" y="4461628"/>
            <a:ext cx="7620" cy="4627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 flipH="1" flipV="1">
            <a:off x="5736909" y="4438164"/>
            <a:ext cx="7620" cy="2346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 flipH="1" flipV="1">
            <a:off x="5725219" y="4373961"/>
            <a:ext cx="11689" cy="64202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 flipH="1" flipV="1">
            <a:off x="5707843" y="4291834"/>
            <a:ext cx="17376" cy="8212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 flipH="1" flipV="1">
            <a:off x="5701525" y="4270651"/>
            <a:ext cx="7620" cy="2118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 flipH="1" flipV="1">
            <a:off x="5679410" y="4239690"/>
            <a:ext cx="22115" cy="3096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 flipH="1" flipV="1">
            <a:off x="5664561" y="4229913"/>
            <a:ext cx="14849" cy="977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 flipH="1" flipV="1">
            <a:off x="5651292" y="4225025"/>
            <a:ext cx="13269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 flipH="1" flipV="1">
            <a:off x="5615908" y="4223395"/>
            <a:ext cx="35384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7" name="Shape 95"/>
          <p:cNvSpPr/>
          <p:nvPr/>
        </p:nvSpPr>
        <p:spPr>
          <a:xfrm flipH="1">
            <a:off x="5600743" y="4223395"/>
            <a:ext cx="15165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8" name="Shape 96"/>
          <p:cNvSpPr/>
          <p:nvPr/>
        </p:nvSpPr>
        <p:spPr>
          <a:xfrm flipH="1">
            <a:off x="5456048" y="4227632"/>
            <a:ext cx="144695" cy="6615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 flipH="1">
            <a:off x="5362849" y="4293790"/>
            <a:ext cx="93199" cy="4171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 flipH="1">
            <a:off x="5348316" y="4335505"/>
            <a:ext cx="14533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 flipH="1">
            <a:off x="5208675" y="4343001"/>
            <a:ext cx="139641" cy="8017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 flipH="1">
            <a:off x="5135696" y="4423172"/>
            <a:ext cx="72980" cy="4236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>
            <a:off x="4719391" y="1639714"/>
            <a:ext cx="1577428" cy="2994992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H="1">
            <a:off x="4099701" y="4634706"/>
            <a:ext cx="2197118" cy="41592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4099701" y="4810993"/>
            <a:ext cx="432887" cy="239633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19391" y="1639714"/>
            <a:ext cx="663028" cy="710579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7" name="Shape 105"/>
          <p:cNvSpPr/>
          <p:nvPr/>
        </p:nvSpPr>
        <p:spPr>
          <a:xfrm flipH="1">
            <a:off x="5184775" y="2350294"/>
            <a:ext cx="197644" cy="385524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8" name="Shape 106"/>
          <p:cNvSpPr/>
          <p:nvPr/>
        </p:nvSpPr>
        <p:spPr>
          <a:xfrm flipH="1" flipV="1">
            <a:off x="4099701" y="5050626"/>
            <a:ext cx="1085074" cy="1154912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9" name="Shape 107"/>
          <p:cNvSpPr/>
          <p:nvPr/>
        </p:nvSpPr>
        <p:spPr>
          <a:xfrm flipV="1">
            <a:off x="4099701" y="4810993"/>
            <a:ext cx="432887" cy="239633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0" name="Shape 108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L36  STAR CAB1   |   OSKY GAP2922   |   DCT V59   |   HDG V57-V51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37: RPLL | RWY 24 | STAR IPA1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H="1" flipV="1">
            <a:off x="4795838" y="3783013"/>
            <a:ext cx="1827213" cy="158750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 flipV="1">
            <a:off x="3725863" y="2852738"/>
            <a:ext cx="1069975" cy="9302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 flipV="1">
            <a:off x="2562225" y="1841500"/>
            <a:ext cx="1163638" cy="1011237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562225" y="1639888"/>
            <a:ext cx="1147763" cy="2016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3106738" y="1639888"/>
            <a:ext cx="603250" cy="2555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2845594" y="1895475"/>
            <a:ext cx="261144" cy="13890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2520950" y="2034381"/>
            <a:ext cx="324644" cy="172244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9550" y="5307013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45038" y="37322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5063" y="280193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1425" y="179070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9187" y="15890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55938" y="184467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05113" y="1993900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7450" y="2143125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9600" y="56451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81400" y="10826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90987" y="605472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1844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90800" y="4129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67400" y="14636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90800" y="5805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69025" y="3873500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31950" y="850900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07275" y="4332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57813" y="6045200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10400" y="2835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05400" y="6238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05000" y="2835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08400" y="476250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6800" y="4129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24800" y="6238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21250" y="2609850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56213" y="48418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62825" y="60737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11950" y="53070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IPATA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872038" y="3719512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KABAN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802062" y="27892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CAMBA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638425" y="177800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786188" y="1576388"/>
            <a:ext cx="422275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MIA-9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182938" y="1831975"/>
            <a:ext cx="400050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CF24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911475" y="1970088"/>
            <a:ext cx="390525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FF24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609850" y="2143125"/>
            <a:ext cx="4302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RW24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49300" y="5638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3703638" y="1066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4213225" y="603885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4237038" y="1828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2713038" y="4114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5989638" y="1447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2713038" y="5791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6289675" y="3859212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1752600" y="835025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7529513" y="431641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5478463" y="6029325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7132638" y="2819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226050" y="609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027238" y="2819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3830637" y="4746625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1189038" y="4114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8045450" y="609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5041900" y="2593975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5376863" y="4827588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7485063" y="60579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 flipH="1" flipV="1">
            <a:off x="7427436" y="3812140"/>
            <a:ext cx="552785" cy="15543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 flipH="1" flipV="1">
            <a:off x="7383672" y="3799769"/>
            <a:ext cx="43764" cy="1237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 flipH="1" flipV="1">
            <a:off x="7271135" y="3755128"/>
            <a:ext cx="112537" cy="4464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 flipH="1" flipV="1">
            <a:off x="7190379" y="3693814"/>
            <a:ext cx="80756" cy="6131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 flipH="1" flipV="1">
            <a:off x="7151304" y="3648097"/>
            <a:ext cx="39075" cy="4571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 flipH="1" flipV="1">
            <a:off x="6618838" y="2939754"/>
            <a:ext cx="532466" cy="70834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 flipH="1" flipV="1">
            <a:off x="5984776" y="2096950"/>
            <a:ext cx="634062" cy="84280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 flipH="1" flipV="1">
            <a:off x="5960289" y="2068982"/>
            <a:ext cx="24487" cy="2796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 flipH="1" flipV="1">
            <a:off x="5869634" y="2000676"/>
            <a:ext cx="90655" cy="6830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 flipH="1" flipV="1">
            <a:off x="5766997" y="1973246"/>
            <a:ext cx="102638" cy="2743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 flipH="1">
            <a:off x="5721669" y="1973246"/>
            <a:ext cx="45327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 flipH="1">
            <a:off x="5619552" y="1974321"/>
            <a:ext cx="102117" cy="3227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 flipH="1">
            <a:off x="4870870" y="2006592"/>
            <a:ext cx="748683" cy="429739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 flipH="1">
            <a:off x="4781257" y="2436331"/>
            <a:ext cx="89613" cy="5163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 flipH="1">
            <a:off x="4699460" y="2487964"/>
            <a:ext cx="81798" cy="2904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 flipH="1" flipV="1">
            <a:off x="4613494" y="2513780"/>
            <a:ext cx="85966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 flipH="1" flipV="1">
            <a:off x="4567646" y="2496569"/>
            <a:ext cx="45848" cy="1721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 flipH="1" flipV="1">
            <a:off x="4493142" y="2433641"/>
            <a:ext cx="74504" cy="6292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 flipH="1" flipV="1">
            <a:off x="4472302" y="2398682"/>
            <a:ext cx="20840" cy="3496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 flipH="1" flipV="1">
            <a:off x="4451462" y="2313702"/>
            <a:ext cx="20840" cy="8498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 flipV="1">
            <a:off x="4451462" y="2210436"/>
            <a:ext cx="7620" cy="103266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 flipV="1">
            <a:off x="4454067" y="1934521"/>
            <a:ext cx="23445" cy="27591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 flipV="1">
            <a:off x="4477512" y="1667749"/>
            <a:ext cx="29697" cy="26677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 flipV="1">
            <a:off x="4507209" y="1591375"/>
            <a:ext cx="7620" cy="7637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 flipH="1" flipV="1">
            <a:off x="4501999" y="1557491"/>
            <a:ext cx="7620" cy="3388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 flipH="1" flipV="1">
            <a:off x="4459277" y="1349883"/>
            <a:ext cx="42722" cy="207608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 flipH="1" flipV="1">
            <a:off x="4434790" y="1288568"/>
            <a:ext cx="24487" cy="61314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 flipH="1" flipV="1">
            <a:off x="4412386" y="1263827"/>
            <a:ext cx="22403" cy="24741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 flipH="1" flipV="1">
            <a:off x="4366017" y="1239624"/>
            <a:ext cx="46369" cy="2420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 flipH="1" flipV="1">
            <a:off x="4307665" y="1236935"/>
            <a:ext cx="58352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7" name="Shape 95"/>
          <p:cNvSpPr/>
          <p:nvPr/>
        </p:nvSpPr>
        <p:spPr>
          <a:xfrm flipH="1">
            <a:off x="4282656" y="1236935"/>
            <a:ext cx="25008" cy="7620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8" name="Shape 96"/>
          <p:cNvSpPr/>
          <p:nvPr/>
        </p:nvSpPr>
        <p:spPr>
          <a:xfrm flipH="1">
            <a:off x="4044037" y="1243927"/>
            <a:ext cx="238620" cy="10918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 flipH="1">
            <a:off x="3866374" y="1353110"/>
            <a:ext cx="177662" cy="81215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 flipH="1">
            <a:off x="3845534" y="1434324"/>
            <a:ext cx="20840" cy="11833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 flipH="1">
            <a:off x="3515739" y="1446157"/>
            <a:ext cx="329795" cy="190397"/>
          </a:xfrm>
          <a:prstGeom prst="line">
            <a:avLst/>
          </a:prstGeom>
          <a:noFill/>
          <a:ln w="19050">
            <a:solidFill>
              <a:srgbClr val="E67E22">
                <a:alpha val="92000"/>
              </a:srgbClr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 flipV="1">
            <a:off x="6623184" y="4380706"/>
            <a:ext cx="832509" cy="98980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H="1" flipV="1">
            <a:off x="7058819" y="2883694"/>
            <a:ext cx="396875" cy="1497013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H="1" flipV="1">
            <a:off x="5915819" y="1512094"/>
            <a:ext cx="1143000" cy="137160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H="1">
            <a:off x="3107188" y="1512094"/>
            <a:ext cx="2808631" cy="383156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H="1">
            <a:off x="2521142" y="1895250"/>
            <a:ext cx="586046" cy="311421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H="1" flipV="1">
            <a:off x="5303838" y="4890294"/>
            <a:ext cx="1319347" cy="480212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8" name="Shape 106"/>
          <p:cNvSpPr/>
          <p:nvPr/>
        </p:nvSpPr>
        <p:spPr>
          <a:xfrm flipH="1" flipV="1">
            <a:off x="4163219" y="1893094"/>
            <a:ext cx="1140619" cy="2997200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9" name="Shape 107"/>
          <p:cNvSpPr/>
          <p:nvPr/>
        </p:nvSpPr>
        <p:spPr>
          <a:xfrm flipH="1">
            <a:off x="666750" y="1893094"/>
            <a:ext cx="3496469" cy="3809206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0" name="Shape 108"/>
          <p:cNvSpPr/>
          <p:nvPr/>
        </p:nvSpPr>
        <p:spPr>
          <a:xfrm flipV="1">
            <a:off x="666750" y="1895250"/>
            <a:ext cx="2440438" cy="3807050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1" name="Shape 109"/>
          <p:cNvSpPr/>
          <p:nvPr/>
        </p:nvSpPr>
        <p:spPr>
          <a:xfrm flipH="1">
            <a:off x="2521142" y="1895250"/>
            <a:ext cx="586046" cy="311421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12" name="Shape 110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L37  STAR IPA1   |   OSKY GAP2922   |   DCT V60-V62-V56   |   HDG V69-V54-V51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38: UUWW | RWY 19 | STAR DR19A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flipH="1" flipV="1">
            <a:off x="3897313" y="2922588"/>
            <a:ext cx="1651000" cy="24479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 flipV="1">
            <a:off x="3594894" y="2245519"/>
            <a:ext cx="302419" cy="67706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3594894" y="1639888"/>
            <a:ext cx="1140619" cy="605631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35513" y="1639888"/>
            <a:ext cx="287338" cy="2000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2850" y="1839913"/>
            <a:ext cx="87313" cy="55403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5070475" y="2393950"/>
            <a:ext cx="39688" cy="2190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4975225" y="2613025"/>
            <a:ext cx="95250" cy="4127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0475" y="2393950"/>
            <a:ext cx="39688" cy="219075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4813" y="5307013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6513" y="28717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54413" y="2205038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84713" y="158908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72050" y="17891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59363" y="234315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19675" y="25622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11725" y="2962275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76400" y="3587750"/>
            <a:ext cx="114300" cy="11430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1000" y="3292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776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67400" y="26066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76800" y="6340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34000" y="3595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43800" y="22256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0" y="4968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90800" y="24526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43400" y="23780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38800" y="15382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7875" y="610870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10000" y="4730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1000" y="6264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24400" y="1233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95800" y="5424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24200" y="38242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29400" y="44354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0" y="6338888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33800" y="1484313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37213" y="53070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DRNB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973512" y="28590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GOTMA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660775" y="21812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054KS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811713" y="1576388"/>
            <a:ext cx="42386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KSNB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099050" y="1776413"/>
            <a:ext cx="44926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180SX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186363" y="2330450"/>
            <a:ext cx="444500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D1690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146675" y="2549525"/>
            <a:ext cx="420688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89ITA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064125" y="2962275"/>
            <a:ext cx="4302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RW19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816100" y="3581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503238" y="3276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027238" y="762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5988050" y="2590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4999038" y="6324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5456238" y="3581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7664450" y="2209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2408238" y="4953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2713038" y="2438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4465638" y="2362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761038" y="1524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980113" y="609441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3932238" y="457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503238" y="6248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4846638" y="1219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4618038" y="5410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3244850" y="3810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6750050" y="4419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2863850" y="6324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3854450" y="1470025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 flipH="1">
            <a:off x="4544219" y="5370584"/>
            <a:ext cx="1004228" cy="102322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4544219" y="3644106"/>
            <a:ext cx="838200" cy="1828800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H="1" flipV="1">
            <a:off x="5109688" y="2394035"/>
            <a:ext cx="272730" cy="1250071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H="1">
            <a:off x="4975822" y="2394035"/>
            <a:ext cx="133867" cy="631355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5548446" y="2655094"/>
            <a:ext cx="366579" cy="2715490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73" name="Shape 71"/>
          <p:cNvSpPr/>
          <p:nvPr/>
        </p:nvSpPr>
        <p:spPr>
          <a:xfrm flipH="1" flipV="1">
            <a:off x="5109688" y="2394035"/>
            <a:ext cx="805337" cy="261059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74" name="Shape 72"/>
          <p:cNvSpPr/>
          <p:nvPr/>
        </p:nvSpPr>
        <p:spPr>
          <a:xfrm flipH="1">
            <a:off x="4975822" y="2394035"/>
            <a:ext cx="133867" cy="631355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75" name="Shape 73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L38  STAR DR19A   |   DCT V66-V56   |   HDG V54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7000" y="508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39: UUWW | RWY 24 | STAR GIS24R  + OpenSky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227513" y="1639888"/>
            <a:ext cx="109538" cy="5603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7050" y="2200275"/>
            <a:ext cx="107950" cy="55562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4270375" y="2755900"/>
            <a:ext cx="174625" cy="142240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70375" y="4178300"/>
            <a:ext cx="55563" cy="39846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25938" y="4576763"/>
            <a:ext cx="55563" cy="3968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1500" y="4973638"/>
            <a:ext cx="55563" cy="3968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4437063" y="5303838"/>
            <a:ext cx="479425" cy="666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 flipV="1">
            <a:off x="4860131" y="4906169"/>
            <a:ext cx="56356" cy="39766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 flipV="1">
            <a:off x="4804569" y="4509294"/>
            <a:ext cx="55563" cy="3968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 flipV="1">
            <a:off x="4749006" y="4111625"/>
            <a:ext cx="55563" cy="39766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 flipV="1">
            <a:off x="4692650" y="3713956"/>
            <a:ext cx="56356" cy="39766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 flipV="1">
            <a:off x="4636294" y="3317081"/>
            <a:ext cx="56356" cy="396875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4636294" y="2816225"/>
            <a:ext cx="70644" cy="50085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4706938" y="2522538"/>
            <a:ext cx="79375" cy="293688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 flipV="1">
            <a:off x="4709319" y="2320925"/>
            <a:ext cx="76994" cy="201613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 flipV="1">
            <a:off x="4585494" y="2251869"/>
            <a:ext cx="123825" cy="69056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4534694" y="2251869"/>
            <a:ext cx="50800" cy="31750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4281488" y="2283619"/>
            <a:ext cx="253206" cy="156369"/>
          </a:xfrm>
          <a:prstGeom prst="line">
            <a:avLst/>
          </a:prstGeom>
          <a:noFill/>
          <a:ln w="20320">
            <a:solidFill>
              <a:srgbClr val="2673BF">
                <a:alpha val="9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8525" y="2320925"/>
            <a:ext cx="77788" cy="201613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84700" y="2252663"/>
            <a:ext cx="123825" cy="68263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33900" y="2252663"/>
            <a:ext cx="50800" cy="30163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81488" y="2282825"/>
            <a:ext cx="252413" cy="157163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64013" y="1576388"/>
            <a:ext cx="127000" cy="127000"/>
          </a:xfrm>
          <a:prstGeom prst="ellipse">
            <a:avLst/>
          </a:prstGeom>
          <a:solidFill>
            <a:srgbClr val="26B359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86250" y="214947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94200" y="270510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19575" y="4127500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75138" y="452596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30700" y="492283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6263" y="5319713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65688" y="525303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19650" y="4865688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64088" y="4468813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8525" y="4070350"/>
            <a:ext cx="80963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51375" y="3673475"/>
            <a:ext cx="82550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95813" y="3276600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56138" y="2765425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35513" y="2471738"/>
            <a:ext cx="101600" cy="10160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8838" y="2279650"/>
            <a:ext cx="80963" cy="82550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45013" y="2211388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94213" y="2243138"/>
            <a:ext cx="80963" cy="80963"/>
          </a:xfrm>
          <a:prstGeom prst="ellipse">
            <a:avLst/>
          </a:prstGeom>
          <a:solidFill>
            <a:srgbClr val="334D7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17988" y="2376488"/>
            <a:ext cx="127000" cy="127000"/>
          </a:xfrm>
          <a:prstGeom prst="ellipse">
            <a:avLst/>
          </a:prstGeom>
          <a:solidFill>
            <a:srgbClr val="D93333"/>
          </a:solidFill>
          <a:ln w="9525">
            <a:solidFill>
              <a:srgbClr val="2673B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70463" y="7508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38800" y="5502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05400" y="6415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83050" y="760413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99050" y="1644650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0" y="32924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28800" y="2454275"/>
            <a:ext cx="95250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71800" y="53498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34200" y="1158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52600" y="5121275"/>
            <a:ext cx="95250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86400" y="32162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81400" y="2757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089400" y="57673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791200" y="46624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00400" y="222408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410200" y="2255838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048000" y="1158875"/>
            <a:ext cx="96838" cy="96838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80050" y="39020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15200" y="31400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352800" y="4206875"/>
            <a:ext cx="96838" cy="95250"/>
          </a:xfrm>
          <a:prstGeom prst="ellipse">
            <a:avLst/>
          </a:prstGeom>
          <a:solidFill>
            <a:srgbClr val="B380D9"/>
          </a:solidFill>
          <a:ln w="9525">
            <a:solidFill>
              <a:srgbClr val="59268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16413" y="15763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GISIN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413250" y="213677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OKLIT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521200" y="269240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TURUG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346575" y="411480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WW521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4402138" y="451326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WW522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457700" y="49101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WW523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4513263" y="530701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WW524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992688" y="52403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WW525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4926013" y="4843463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WW505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4870450" y="444500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WW504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4814888" y="40481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DRNB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4759325" y="36512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WW502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4702175" y="325278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WW501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4783138" y="27527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OSTIS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4862513" y="2459038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290OB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775200" y="2257425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258OB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4651375" y="218916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CF24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4600575" y="2219325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FF24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370388" y="237648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RW24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5092700" y="736600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V51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5761038" y="5486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V52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5227638" y="6400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V53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4205288" y="744538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V54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5221288" y="163036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V55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3322638" y="32766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V56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1949450" y="2438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V57</a:t>
            </a:r>
            <a:endParaRPr lang="en-US" sz="650" dirty="0"/>
          </a:p>
        </p:txBody>
      </p:sp>
      <p:sp>
        <p:nvSpPr>
          <p:cNvPr id="91" name="Text 89"/>
          <p:cNvSpPr/>
          <p:nvPr/>
        </p:nvSpPr>
        <p:spPr>
          <a:xfrm>
            <a:off x="3092450" y="5334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V58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7056438" y="1143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V59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1873250" y="5105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V60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5608638" y="32004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V61</a:t>
            </a:r>
            <a:endParaRPr lang="en-US" sz="650" dirty="0"/>
          </a:p>
        </p:txBody>
      </p:sp>
      <p:sp>
        <p:nvSpPr>
          <p:cNvPr id="95" name="Text 93"/>
          <p:cNvSpPr/>
          <p:nvPr/>
        </p:nvSpPr>
        <p:spPr>
          <a:xfrm>
            <a:off x="3703638" y="2743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V62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4211638" y="5751513"/>
            <a:ext cx="355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V63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5913438" y="4648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V64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3322638" y="22098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V65</a:t>
            </a:r>
            <a:endParaRPr lang="en-US" sz="650" dirty="0"/>
          </a:p>
        </p:txBody>
      </p:sp>
      <p:sp>
        <p:nvSpPr>
          <p:cNvPr id="99" name="Text 97"/>
          <p:cNvSpPr/>
          <p:nvPr/>
        </p:nvSpPr>
        <p:spPr>
          <a:xfrm>
            <a:off x="5532438" y="2239963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V66</a:t>
            </a:r>
            <a:endParaRPr lang="en-US" sz="650" dirty="0"/>
          </a:p>
        </p:txBody>
      </p:sp>
      <p:sp>
        <p:nvSpPr>
          <p:cNvPr id="100" name="Text 98"/>
          <p:cNvSpPr/>
          <p:nvPr/>
        </p:nvSpPr>
        <p:spPr>
          <a:xfrm>
            <a:off x="3170238" y="1143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V67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5602288" y="3886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V68</a:t>
            </a:r>
            <a:endParaRPr lang="en-US" sz="650" dirty="0"/>
          </a:p>
        </p:txBody>
      </p:sp>
      <p:sp>
        <p:nvSpPr>
          <p:cNvPr id="102" name="Text 100"/>
          <p:cNvSpPr/>
          <p:nvPr/>
        </p:nvSpPr>
        <p:spPr>
          <a:xfrm>
            <a:off x="7437438" y="31242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V69</a:t>
            </a:r>
            <a:endParaRPr lang="en-US" sz="650" dirty="0"/>
          </a:p>
        </p:txBody>
      </p:sp>
      <p:sp>
        <p:nvSpPr>
          <p:cNvPr id="103" name="Text 101"/>
          <p:cNvSpPr/>
          <p:nvPr/>
        </p:nvSpPr>
        <p:spPr>
          <a:xfrm>
            <a:off x="3475038" y="4191000"/>
            <a:ext cx="341313" cy="198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32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V70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4227656" y="1639249"/>
            <a:ext cx="357616" cy="613273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H="1">
            <a:off x="4281925" y="2252522"/>
            <a:ext cx="303347" cy="188132"/>
          </a:xfrm>
          <a:prstGeom prst="line">
            <a:avLst/>
          </a:prstGeom>
          <a:noFill/>
          <a:ln w="28575">
            <a:solidFill>
              <a:srgbClr val="1E8449">
                <a:alpha val="92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227656" y="1639249"/>
            <a:ext cx="1230963" cy="665007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7" name="Shape 105"/>
          <p:cNvSpPr/>
          <p:nvPr/>
        </p:nvSpPr>
        <p:spPr>
          <a:xfrm flipH="1" flipV="1">
            <a:off x="4585272" y="2252522"/>
            <a:ext cx="873347" cy="51734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8" name="Shape 106"/>
          <p:cNvSpPr/>
          <p:nvPr/>
        </p:nvSpPr>
        <p:spPr>
          <a:xfrm flipH="1">
            <a:off x="4281925" y="2252522"/>
            <a:ext cx="303347" cy="188132"/>
          </a:xfrm>
          <a:prstGeom prst="line">
            <a:avLst/>
          </a:prstGeom>
          <a:noFill/>
          <a:ln w="25400">
            <a:solidFill>
              <a:srgbClr val="8E44AD">
                <a:alpha val="92000"/>
              </a:srgbClr>
            </a:solidFill>
            <a:prstDash val="dashDot"/>
          </a:ln>
        </p:spPr>
      </p:sp>
      <p:sp>
        <p:nvSpPr>
          <p:cNvPr id="109" name="Shape 107"/>
          <p:cNvSpPr/>
          <p:nvPr/>
        </p:nvSpPr>
        <p:spPr>
          <a:xfrm>
            <a:off x="101600" y="6553200"/>
            <a:ext cx="8940800" cy="254000"/>
          </a:xfrm>
          <a:prstGeom prst="rect">
            <a:avLst/>
          </a:prstGeom>
          <a:solidFill>
            <a:srgbClr val="FFFFFF">
              <a:alpha val="88000"/>
            </a:srgbClr>
          </a:solidFill>
          <a:ln w="7620">
            <a:solidFill>
              <a:srgbClr val="C5CDD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52400" y="6565900"/>
            <a:ext cx="883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L39  STAR GIS24R   |   DCT shortcut   |   HDG V66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Maps 1-39 + OpenSky scenarios</dc:title>
  <dc:subject>PptxGenJS Presentation</dc:subject>
  <dc:creator>NavigationShare</dc:creator>
  <cp:lastModifiedBy>NavigationShare</cp:lastModifiedBy>
  <cp:revision>1</cp:revision>
  <dcterms:created xsi:type="dcterms:W3CDTF">2026-09-02T20:57:28Z</dcterms:created>
  <dcterms:modified xsi:type="dcterms:W3CDTF">2026-09-02T20:57:28Z</dcterms:modified>
</cp:coreProperties>
</file>