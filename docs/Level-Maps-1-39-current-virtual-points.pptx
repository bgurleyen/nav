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22510B-77A9-4899-A9D9-B568956519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E87801-3C64-442E-B8DF-42B23C3F78CF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126360" y="50760"/>
            <a:ext cx="29620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1: EDDV | RWY 27R | STAR ELNA2P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 flipV="1">
            <a:off x="3414600" y="3560760"/>
            <a:ext cx="155520" cy="1774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 flipV="1">
            <a:off x="3570120" y="2674440"/>
            <a:ext cx="93960" cy="885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664080" y="2674800"/>
            <a:ext cx="890280" cy="14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4554360" y="2689200"/>
            <a:ext cx="89064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5445000" y="2705040"/>
            <a:ext cx="89064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335640" y="2720880"/>
            <a:ext cx="89064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 flipV="1">
            <a:off x="7226280" y="1846080"/>
            <a:ext cx="15840" cy="890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 flipH="1" flipV="1">
            <a:off x="6351480" y="1829880"/>
            <a:ext cx="890640" cy="16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 flipH="1" flipV="1">
            <a:off x="5460840" y="1814400"/>
            <a:ext cx="89064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 flipH="1" flipV="1">
            <a:off x="4568760" y="1798560"/>
            <a:ext cx="89208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 flipH="1" flipV="1">
            <a:off x="3683160" y="1704960"/>
            <a:ext cx="885600" cy="93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 flipH="1" flipV="1">
            <a:off x="2792520" y="1690560"/>
            <a:ext cx="890640" cy="14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 flipH="1" flipV="1">
            <a:off x="1901880" y="1674720"/>
            <a:ext cx="89064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" name=""/>
          <p:cNvGrpSpPr/>
          <p:nvPr/>
        </p:nvGrpSpPr>
        <p:grpSpPr>
          <a:xfrm>
            <a:off x="3351240" y="5272200"/>
            <a:ext cx="628560" cy="200520"/>
            <a:chOff x="3351240" y="5272200"/>
            <a:chExt cx="628560" cy="200520"/>
          </a:xfrm>
        </p:grpSpPr>
        <p:sp>
          <p:nvSpPr>
            <p:cNvPr id="20" name=""/>
            <p:cNvSpPr/>
            <p:nvPr/>
          </p:nvSpPr>
          <p:spPr>
            <a:xfrm>
              <a:off x="3351240" y="527220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3504960" y="527220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ELNAT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" name=""/>
          <p:cNvGrpSpPr/>
          <p:nvPr/>
        </p:nvGrpSpPr>
        <p:grpSpPr>
          <a:xfrm>
            <a:off x="3519360" y="3497400"/>
            <a:ext cx="618840" cy="200520"/>
            <a:chOff x="3519360" y="3497400"/>
            <a:chExt cx="618840" cy="200520"/>
          </a:xfrm>
        </p:grpSpPr>
        <p:sp>
          <p:nvSpPr>
            <p:cNvPr id="23" name=""/>
            <p:cNvSpPr/>
            <p:nvPr/>
          </p:nvSpPr>
          <p:spPr>
            <a:xfrm>
              <a:off x="3519360" y="35100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3648240" y="349740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NORTA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" name=""/>
          <p:cNvGrpSpPr/>
          <p:nvPr/>
        </p:nvGrpSpPr>
        <p:grpSpPr>
          <a:xfrm>
            <a:off x="3622680" y="2611440"/>
            <a:ext cx="538920" cy="200520"/>
            <a:chOff x="3622680" y="2611440"/>
            <a:chExt cx="538920" cy="200520"/>
          </a:xfrm>
        </p:grpSpPr>
        <p:sp>
          <p:nvSpPr>
            <p:cNvPr id="26" name=""/>
            <p:cNvSpPr/>
            <p:nvPr/>
          </p:nvSpPr>
          <p:spPr>
            <a:xfrm>
              <a:off x="3622680" y="26337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3731040" y="261144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DLE-5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" name=""/>
          <p:cNvGrpSpPr/>
          <p:nvPr/>
        </p:nvGrpSpPr>
        <p:grpSpPr>
          <a:xfrm>
            <a:off x="4503600" y="2625840"/>
            <a:ext cx="579240" cy="200520"/>
            <a:chOff x="4503600" y="2625840"/>
            <a:chExt cx="579240" cy="200520"/>
          </a:xfrm>
        </p:grpSpPr>
        <p:sp>
          <p:nvSpPr>
            <p:cNvPr id="29" name=""/>
            <p:cNvSpPr/>
            <p:nvPr/>
          </p:nvSpPr>
          <p:spPr>
            <a:xfrm>
              <a:off x="4503600" y="26384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4632480" y="26258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DV582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" name=""/>
          <p:cNvGrpSpPr/>
          <p:nvPr/>
        </p:nvGrpSpPr>
        <p:grpSpPr>
          <a:xfrm>
            <a:off x="5394240" y="2641680"/>
            <a:ext cx="579240" cy="200520"/>
            <a:chOff x="5394240" y="2641680"/>
            <a:chExt cx="579240" cy="200520"/>
          </a:xfrm>
        </p:grpSpPr>
        <p:sp>
          <p:nvSpPr>
            <p:cNvPr id="32" name=""/>
            <p:cNvSpPr/>
            <p:nvPr/>
          </p:nvSpPr>
          <p:spPr>
            <a:xfrm>
              <a:off x="5394240" y="26542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5523120" y="26416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DV583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" name=""/>
          <p:cNvGrpSpPr/>
          <p:nvPr/>
        </p:nvGrpSpPr>
        <p:grpSpPr>
          <a:xfrm>
            <a:off x="6296040" y="2657520"/>
            <a:ext cx="558360" cy="200520"/>
            <a:chOff x="6296040" y="2657520"/>
            <a:chExt cx="558360" cy="200520"/>
          </a:xfrm>
        </p:grpSpPr>
        <p:sp>
          <p:nvSpPr>
            <p:cNvPr id="35" name=""/>
            <p:cNvSpPr/>
            <p:nvPr/>
          </p:nvSpPr>
          <p:spPr>
            <a:xfrm>
              <a:off x="6296040" y="267984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6404040" y="26575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DV584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" name=""/>
          <p:cNvGrpSpPr/>
          <p:nvPr/>
        </p:nvGrpSpPr>
        <p:grpSpPr>
          <a:xfrm>
            <a:off x="7175520" y="2673360"/>
            <a:ext cx="579240" cy="200520"/>
            <a:chOff x="7175520" y="2673360"/>
            <a:chExt cx="579240" cy="200520"/>
          </a:xfrm>
        </p:grpSpPr>
        <p:sp>
          <p:nvSpPr>
            <p:cNvPr id="38" name=""/>
            <p:cNvSpPr/>
            <p:nvPr/>
          </p:nvSpPr>
          <p:spPr>
            <a:xfrm>
              <a:off x="7175520" y="26859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7304400" y="267336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DV585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" name=""/>
          <p:cNvGrpSpPr/>
          <p:nvPr/>
        </p:nvGrpSpPr>
        <p:grpSpPr>
          <a:xfrm>
            <a:off x="7191360" y="1782720"/>
            <a:ext cx="579240" cy="200520"/>
            <a:chOff x="7191360" y="1782720"/>
            <a:chExt cx="579240" cy="200520"/>
          </a:xfrm>
        </p:grpSpPr>
        <p:sp>
          <p:nvSpPr>
            <p:cNvPr id="41" name=""/>
            <p:cNvSpPr/>
            <p:nvPr/>
          </p:nvSpPr>
          <p:spPr>
            <a:xfrm>
              <a:off x="7191360" y="17953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7320240" y="17827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DV575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" name=""/>
          <p:cNvGrpSpPr/>
          <p:nvPr/>
        </p:nvGrpSpPr>
        <p:grpSpPr>
          <a:xfrm>
            <a:off x="6310440" y="1766880"/>
            <a:ext cx="560160" cy="200520"/>
            <a:chOff x="6310440" y="1766880"/>
            <a:chExt cx="560160" cy="200520"/>
          </a:xfrm>
        </p:grpSpPr>
        <p:sp>
          <p:nvSpPr>
            <p:cNvPr id="44" name=""/>
            <p:cNvSpPr/>
            <p:nvPr/>
          </p:nvSpPr>
          <p:spPr>
            <a:xfrm>
              <a:off x="6310440" y="178920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420240" y="17668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DV574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" name=""/>
          <p:cNvGrpSpPr/>
          <p:nvPr/>
        </p:nvGrpSpPr>
        <p:grpSpPr>
          <a:xfrm>
            <a:off x="5419800" y="1751040"/>
            <a:ext cx="558360" cy="200520"/>
            <a:chOff x="5419800" y="1751040"/>
            <a:chExt cx="558360" cy="200520"/>
          </a:xfrm>
        </p:grpSpPr>
        <p:sp>
          <p:nvSpPr>
            <p:cNvPr id="47" name=""/>
            <p:cNvSpPr/>
            <p:nvPr/>
          </p:nvSpPr>
          <p:spPr>
            <a:xfrm>
              <a:off x="5419800" y="177336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5527800" y="17510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DV573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" name=""/>
          <p:cNvGrpSpPr/>
          <p:nvPr/>
        </p:nvGrpSpPr>
        <p:grpSpPr>
          <a:xfrm>
            <a:off x="4518000" y="1735200"/>
            <a:ext cx="579240" cy="200520"/>
            <a:chOff x="4518000" y="1735200"/>
            <a:chExt cx="579240" cy="200520"/>
          </a:xfrm>
        </p:grpSpPr>
        <p:sp>
          <p:nvSpPr>
            <p:cNvPr id="50" name=""/>
            <p:cNvSpPr/>
            <p:nvPr/>
          </p:nvSpPr>
          <p:spPr>
            <a:xfrm>
              <a:off x="4518000" y="1747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646880" y="173520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DV572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" name=""/>
          <p:cNvGrpSpPr/>
          <p:nvPr/>
        </p:nvGrpSpPr>
        <p:grpSpPr>
          <a:xfrm>
            <a:off x="3632040" y="1641600"/>
            <a:ext cx="608040" cy="200520"/>
            <a:chOff x="3632040" y="1641600"/>
            <a:chExt cx="608040" cy="200520"/>
          </a:xfrm>
        </p:grpSpPr>
        <p:sp>
          <p:nvSpPr>
            <p:cNvPr id="53" name=""/>
            <p:cNvSpPr/>
            <p:nvPr/>
          </p:nvSpPr>
          <p:spPr>
            <a:xfrm>
              <a:off x="3632040" y="16542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3760560" y="164160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XAVER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" name=""/>
          <p:cNvGrpSpPr/>
          <p:nvPr/>
        </p:nvGrpSpPr>
        <p:grpSpPr>
          <a:xfrm>
            <a:off x="2741760" y="1627200"/>
            <a:ext cx="554040" cy="200520"/>
            <a:chOff x="2741760" y="1627200"/>
            <a:chExt cx="554040" cy="200520"/>
          </a:xfrm>
        </p:grpSpPr>
        <p:sp>
          <p:nvSpPr>
            <p:cNvPr id="56" name=""/>
            <p:cNvSpPr/>
            <p:nvPr/>
          </p:nvSpPr>
          <p:spPr>
            <a:xfrm>
              <a:off x="2741760" y="1639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2869560" y="16272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HANB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" name=""/>
          <p:cNvGrpSpPr/>
          <p:nvPr/>
        </p:nvGrpSpPr>
        <p:grpSpPr>
          <a:xfrm>
            <a:off x="1838160" y="1611360"/>
            <a:ext cx="644400" cy="200520"/>
            <a:chOff x="1838160" y="1611360"/>
            <a:chExt cx="644400" cy="200520"/>
          </a:xfrm>
        </p:grpSpPr>
        <p:sp>
          <p:nvSpPr>
            <p:cNvPr id="59" name=""/>
            <p:cNvSpPr/>
            <p:nvPr/>
          </p:nvSpPr>
          <p:spPr>
            <a:xfrm>
              <a:off x="1838160" y="161136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1992600" y="161136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RW27R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" name=""/>
          <p:cNvGrpSpPr/>
          <p:nvPr/>
        </p:nvGrpSpPr>
        <p:grpSpPr>
          <a:xfrm>
            <a:off x="5638680" y="3429000"/>
            <a:ext cx="461880" cy="200520"/>
            <a:chOff x="5638680" y="3429000"/>
            <a:chExt cx="461880" cy="200520"/>
          </a:xfrm>
        </p:grpSpPr>
        <p:sp>
          <p:nvSpPr>
            <p:cNvPr id="62" name=""/>
            <p:cNvSpPr/>
            <p:nvPr/>
          </p:nvSpPr>
          <p:spPr>
            <a:xfrm>
              <a:off x="5638680" y="3443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576288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" name=""/>
          <p:cNvGrpSpPr/>
          <p:nvPr/>
        </p:nvGrpSpPr>
        <p:grpSpPr>
          <a:xfrm>
            <a:off x="738360" y="4424400"/>
            <a:ext cx="461520" cy="200520"/>
            <a:chOff x="738360" y="4424400"/>
            <a:chExt cx="461520" cy="200520"/>
          </a:xfrm>
        </p:grpSpPr>
        <p:sp>
          <p:nvSpPr>
            <p:cNvPr id="65" name=""/>
            <p:cNvSpPr/>
            <p:nvPr/>
          </p:nvSpPr>
          <p:spPr>
            <a:xfrm>
              <a:off x="738360" y="4438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862200" y="4424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" name=""/>
          <p:cNvGrpSpPr/>
          <p:nvPr/>
        </p:nvGrpSpPr>
        <p:grpSpPr>
          <a:xfrm>
            <a:off x="5486400" y="5257800"/>
            <a:ext cx="461520" cy="200520"/>
            <a:chOff x="5486400" y="5257800"/>
            <a:chExt cx="461520" cy="200520"/>
          </a:xfrm>
        </p:grpSpPr>
        <p:sp>
          <p:nvSpPr>
            <p:cNvPr id="68" name=""/>
            <p:cNvSpPr/>
            <p:nvPr/>
          </p:nvSpPr>
          <p:spPr>
            <a:xfrm>
              <a:off x="5486400" y="5273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5610240" y="5257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" name=""/>
          <p:cNvGrpSpPr/>
          <p:nvPr/>
        </p:nvGrpSpPr>
        <p:grpSpPr>
          <a:xfrm>
            <a:off x="1711440" y="5943600"/>
            <a:ext cx="461520" cy="200520"/>
            <a:chOff x="1711440" y="5943600"/>
            <a:chExt cx="461520" cy="200520"/>
          </a:xfrm>
        </p:grpSpPr>
        <p:sp>
          <p:nvSpPr>
            <p:cNvPr id="71" name=""/>
            <p:cNvSpPr/>
            <p:nvPr/>
          </p:nvSpPr>
          <p:spPr>
            <a:xfrm>
              <a:off x="1711440" y="59580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1835280" y="5943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" name=""/>
          <p:cNvGrpSpPr/>
          <p:nvPr/>
        </p:nvGrpSpPr>
        <p:grpSpPr>
          <a:xfrm>
            <a:off x="8305920" y="4419720"/>
            <a:ext cx="461160" cy="200520"/>
            <a:chOff x="8305920" y="4419720"/>
            <a:chExt cx="461160" cy="200520"/>
          </a:xfrm>
        </p:grpSpPr>
        <p:sp>
          <p:nvSpPr>
            <p:cNvPr id="74" name=""/>
            <p:cNvSpPr/>
            <p:nvPr/>
          </p:nvSpPr>
          <p:spPr>
            <a:xfrm>
              <a:off x="8305920" y="44341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842940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" name=""/>
          <p:cNvGrpSpPr/>
          <p:nvPr/>
        </p:nvGrpSpPr>
        <p:grpSpPr>
          <a:xfrm>
            <a:off x="2438280" y="3048120"/>
            <a:ext cx="461520" cy="200520"/>
            <a:chOff x="2438280" y="3048120"/>
            <a:chExt cx="461520" cy="200520"/>
          </a:xfrm>
        </p:grpSpPr>
        <p:sp>
          <p:nvSpPr>
            <p:cNvPr id="77" name=""/>
            <p:cNvSpPr/>
            <p:nvPr/>
          </p:nvSpPr>
          <p:spPr>
            <a:xfrm>
              <a:off x="2438280" y="3063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2562120" y="30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" name=""/>
          <p:cNvGrpSpPr/>
          <p:nvPr/>
        </p:nvGrpSpPr>
        <p:grpSpPr>
          <a:xfrm>
            <a:off x="4495680" y="4114800"/>
            <a:ext cx="479160" cy="200520"/>
            <a:chOff x="4495680" y="4114800"/>
            <a:chExt cx="479160" cy="200520"/>
          </a:xfrm>
        </p:grpSpPr>
        <p:sp>
          <p:nvSpPr>
            <p:cNvPr id="80" name=""/>
            <p:cNvSpPr/>
            <p:nvPr/>
          </p:nvSpPr>
          <p:spPr>
            <a:xfrm>
              <a:off x="4495680" y="412128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463716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" name=""/>
          <p:cNvGrpSpPr/>
          <p:nvPr/>
        </p:nvGrpSpPr>
        <p:grpSpPr>
          <a:xfrm>
            <a:off x="304920" y="2743200"/>
            <a:ext cx="461160" cy="200520"/>
            <a:chOff x="304920" y="2743200"/>
            <a:chExt cx="461160" cy="200520"/>
          </a:xfrm>
        </p:grpSpPr>
        <p:sp>
          <p:nvSpPr>
            <p:cNvPr id="83" name=""/>
            <p:cNvSpPr/>
            <p:nvPr/>
          </p:nvSpPr>
          <p:spPr>
            <a:xfrm>
              <a:off x="304920" y="275868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42840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" name=""/>
          <p:cNvGrpSpPr/>
          <p:nvPr/>
        </p:nvGrpSpPr>
        <p:grpSpPr>
          <a:xfrm>
            <a:off x="2666880" y="2133720"/>
            <a:ext cx="460080" cy="200520"/>
            <a:chOff x="2666880" y="2133720"/>
            <a:chExt cx="460080" cy="200520"/>
          </a:xfrm>
        </p:grpSpPr>
        <p:sp>
          <p:nvSpPr>
            <p:cNvPr id="86" name=""/>
            <p:cNvSpPr/>
            <p:nvPr/>
          </p:nvSpPr>
          <p:spPr>
            <a:xfrm>
              <a:off x="2666880" y="214776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278928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8" name=""/>
          <p:cNvGrpSpPr/>
          <p:nvPr/>
        </p:nvGrpSpPr>
        <p:grpSpPr>
          <a:xfrm>
            <a:off x="4549680" y="5921280"/>
            <a:ext cx="460080" cy="200520"/>
            <a:chOff x="4549680" y="5921280"/>
            <a:chExt cx="460080" cy="200520"/>
          </a:xfrm>
        </p:grpSpPr>
        <p:sp>
          <p:nvSpPr>
            <p:cNvPr id="89" name=""/>
            <p:cNvSpPr/>
            <p:nvPr/>
          </p:nvSpPr>
          <p:spPr>
            <a:xfrm>
              <a:off x="4549680" y="5937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4672080" y="592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" name=""/>
          <p:cNvGrpSpPr/>
          <p:nvPr/>
        </p:nvGrpSpPr>
        <p:grpSpPr>
          <a:xfrm>
            <a:off x="8258040" y="971640"/>
            <a:ext cx="461880" cy="200520"/>
            <a:chOff x="8258040" y="971640"/>
            <a:chExt cx="461880" cy="200520"/>
          </a:xfrm>
        </p:grpSpPr>
        <p:sp>
          <p:nvSpPr>
            <p:cNvPr id="92" name=""/>
            <p:cNvSpPr/>
            <p:nvPr/>
          </p:nvSpPr>
          <p:spPr>
            <a:xfrm>
              <a:off x="8258040" y="987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8382240" y="971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" name=""/>
          <p:cNvGrpSpPr/>
          <p:nvPr/>
        </p:nvGrpSpPr>
        <p:grpSpPr>
          <a:xfrm>
            <a:off x="4724280" y="1219320"/>
            <a:ext cx="461880" cy="200520"/>
            <a:chOff x="4724280" y="1219320"/>
            <a:chExt cx="461880" cy="200520"/>
          </a:xfrm>
        </p:grpSpPr>
        <p:sp>
          <p:nvSpPr>
            <p:cNvPr id="95" name=""/>
            <p:cNvSpPr/>
            <p:nvPr/>
          </p:nvSpPr>
          <p:spPr>
            <a:xfrm>
              <a:off x="4724280" y="1233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484848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7" name=""/>
          <p:cNvGrpSpPr/>
          <p:nvPr/>
        </p:nvGrpSpPr>
        <p:grpSpPr>
          <a:xfrm>
            <a:off x="738360" y="928800"/>
            <a:ext cx="461520" cy="200520"/>
            <a:chOff x="738360" y="928800"/>
            <a:chExt cx="461520" cy="200520"/>
          </a:xfrm>
        </p:grpSpPr>
        <p:sp>
          <p:nvSpPr>
            <p:cNvPr id="98" name=""/>
            <p:cNvSpPr/>
            <p:nvPr/>
          </p:nvSpPr>
          <p:spPr>
            <a:xfrm>
              <a:off x="738360" y="944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862200" y="9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" name=""/>
          <p:cNvGrpSpPr/>
          <p:nvPr/>
        </p:nvGrpSpPr>
        <p:grpSpPr>
          <a:xfrm>
            <a:off x="2971800" y="762120"/>
            <a:ext cx="460080" cy="200520"/>
            <a:chOff x="2971800" y="762120"/>
            <a:chExt cx="460080" cy="200520"/>
          </a:xfrm>
        </p:grpSpPr>
        <p:sp>
          <p:nvSpPr>
            <p:cNvPr id="101" name=""/>
            <p:cNvSpPr/>
            <p:nvPr/>
          </p:nvSpPr>
          <p:spPr>
            <a:xfrm>
              <a:off x="2971800" y="77796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3094200" y="762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" name=""/>
          <p:cNvGrpSpPr/>
          <p:nvPr/>
        </p:nvGrpSpPr>
        <p:grpSpPr>
          <a:xfrm>
            <a:off x="7924680" y="6019920"/>
            <a:ext cx="460080" cy="200520"/>
            <a:chOff x="7924680" y="6019920"/>
            <a:chExt cx="460080" cy="200520"/>
          </a:xfrm>
        </p:grpSpPr>
        <p:sp>
          <p:nvSpPr>
            <p:cNvPr id="104" name=""/>
            <p:cNvSpPr/>
            <p:nvPr/>
          </p:nvSpPr>
          <p:spPr>
            <a:xfrm>
              <a:off x="7924680" y="6035760"/>
              <a:ext cx="9540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804708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" name=""/>
          <p:cNvGrpSpPr/>
          <p:nvPr/>
        </p:nvGrpSpPr>
        <p:grpSpPr>
          <a:xfrm>
            <a:off x="4648320" y="2209680"/>
            <a:ext cx="461160" cy="200520"/>
            <a:chOff x="4648320" y="2209680"/>
            <a:chExt cx="461160" cy="200520"/>
          </a:xfrm>
        </p:grpSpPr>
        <p:sp>
          <p:nvSpPr>
            <p:cNvPr id="107" name=""/>
            <p:cNvSpPr/>
            <p:nvPr/>
          </p:nvSpPr>
          <p:spPr>
            <a:xfrm>
              <a:off x="4648320" y="222588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477180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" name=""/>
          <p:cNvGrpSpPr/>
          <p:nvPr/>
        </p:nvGrpSpPr>
        <p:grpSpPr>
          <a:xfrm>
            <a:off x="2362320" y="4419720"/>
            <a:ext cx="461520" cy="200520"/>
            <a:chOff x="2362320" y="4419720"/>
            <a:chExt cx="461520" cy="200520"/>
          </a:xfrm>
        </p:grpSpPr>
        <p:sp>
          <p:nvSpPr>
            <p:cNvPr id="110" name=""/>
            <p:cNvSpPr/>
            <p:nvPr/>
          </p:nvSpPr>
          <p:spPr>
            <a:xfrm>
              <a:off x="2362320" y="4435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248616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2" name=""/>
          <p:cNvGrpSpPr/>
          <p:nvPr/>
        </p:nvGrpSpPr>
        <p:grpSpPr>
          <a:xfrm>
            <a:off x="8256600" y="2171880"/>
            <a:ext cx="461880" cy="200520"/>
            <a:chOff x="8256600" y="2171880"/>
            <a:chExt cx="461880" cy="200520"/>
          </a:xfrm>
        </p:grpSpPr>
        <p:sp>
          <p:nvSpPr>
            <p:cNvPr id="113" name=""/>
            <p:cNvSpPr/>
            <p:nvPr/>
          </p:nvSpPr>
          <p:spPr>
            <a:xfrm>
              <a:off x="8256600" y="2187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8380800" y="2171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5" name=""/>
          <p:cNvGrpSpPr/>
          <p:nvPr/>
        </p:nvGrpSpPr>
        <p:grpSpPr>
          <a:xfrm>
            <a:off x="6851520" y="3382920"/>
            <a:ext cx="461880" cy="200520"/>
            <a:chOff x="6851520" y="3382920"/>
            <a:chExt cx="461880" cy="200520"/>
          </a:xfrm>
        </p:grpSpPr>
        <p:sp>
          <p:nvSpPr>
            <p:cNvPr id="116" name=""/>
            <p:cNvSpPr/>
            <p:nvPr/>
          </p:nvSpPr>
          <p:spPr>
            <a:xfrm>
              <a:off x="6851520" y="339840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6975720" y="3382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" name=""/>
          <p:cNvGrpSpPr/>
          <p:nvPr/>
        </p:nvGrpSpPr>
        <p:grpSpPr>
          <a:xfrm>
            <a:off x="6545160" y="701640"/>
            <a:ext cx="460080" cy="200520"/>
            <a:chOff x="6545160" y="701640"/>
            <a:chExt cx="460080" cy="200520"/>
          </a:xfrm>
        </p:grpSpPr>
        <p:sp>
          <p:nvSpPr>
            <p:cNvPr id="119" name=""/>
            <p:cNvSpPr/>
            <p:nvPr/>
          </p:nvSpPr>
          <p:spPr>
            <a:xfrm>
              <a:off x="6545160" y="7160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6667560" y="701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1" name="Rounded Rectangle 120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122" name="Oval 121"/>
          <p:cNvSpPr/>
          <p:nvPr/>
        </p:nvSpPr>
        <p:spPr>
          <a:xfrm>
            <a:off x="5587099" y="339181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617099" y="342181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787099" y="340681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25" name="Oval 124"/>
          <p:cNvSpPr/>
          <p:nvPr/>
        </p:nvSpPr>
        <p:spPr>
          <a:xfrm>
            <a:off x="686788" y="438721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16788" y="441721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86788" y="440221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28" name="Oval 127"/>
          <p:cNvSpPr/>
          <p:nvPr/>
        </p:nvSpPr>
        <p:spPr>
          <a:xfrm>
            <a:off x="5434822" y="52220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464822" y="52520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634822" y="52370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31" name="Oval 130"/>
          <p:cNvSpPr/>
          <p:nvPr/>
        </p:nvSpPr>
        <p:spPr>
          <a:xfrm>
            <a:off x="1659853" y="59064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689853" y="59364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859853" y="59214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34" name="Oval 133"/>
          <p:cNvSpPr/>
          <p:nvPr/>
        </p:nvSpPr>
        <p:spPr>
          <a:xfrm>
            <a:off x="8254161" y="438254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284161" y="441254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454161" y="439754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37" name="Oval 136"/>
          <p:cNvSpPr/>
          <p:nvPr/>
        </p:nvSpPr>
        <p:spPr>
          <a:xfrm>
            <a:off x="2386696" y="30123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416696" y="30423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586696" y="30273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40" name="Oval 139"/>
          <p:cNvSpPr/>
          <p:nvPr/>
        </p:nvSpPr>
        <p:spPr>
          <a:xfrm>
            <a:off x="4452728" y="407835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482728" y="410835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652728" y="409335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43" name="Oval 142"/>
          <p:cNvSpPr/>
          <p:nvPr/>
        </p:nvSpPr>
        <p:spPr>
          <a:xfrm>
            <a:off x="253153" y="270619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83153" y="273619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53153" y="272119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46" name="Oval 145"/>
          <p:cNvSpPr/>
          <p:nvPr/>
        </p:nvSpPr>
        <p:spPr>
          <a:xfrm>
            <a:off x="2614384" y="20960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644384" y="21260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814384" y="21110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49" name="Oval 148"/>
          <p:cNvSpPr/>
          <p:nvPr/>
        </p:nvSpPr>
        <p:spPr>
          <a:xfrm>
            <a:off x="4497369" y="58855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527369" y="59155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97369" y="59005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52" name="Oval 151"/>
          <p:cNvSpPr/>
          <p:nvPr/>
        </p:nvSpPr>
        <p:spPr>
          <a:xfrm>
            <a:off x="8206461" y="93589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236461" y="96589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406461" y="95089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55" name="Oval 154"/>
          <p:cNvSpPr/>
          <p:nvPr/>
        </p:nvSpPr>
        <p:spPr>
          <a:xfrm>
            <a:off x="4672694" y="118214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702694" y="121214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872694" y="119714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58" name="Oval 157"/>
          <p:cNvSpPr/>
          <p:nvPr/>
        </p:nvSpPr>
        <p:spPr>
          <a:xfrm>
            <a:off x="686788" y="89306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16788" y="92306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86788" y="90806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61" name="Oval 160"/>
          <p:cNvSpPr/>
          <p:nvPr/>
        </p:nvSpPr>
        <p:spPr>
          <a:xfrm>
            <a:off x="2919324" y="72567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949324" y="75567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119324" y="74067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64" name="Oval 163"/>
          <p:cNvSpPr/>
          <p:nvPr/>
        </p:nvSpPr>
        <p:spPr>
          <a:xfrm>
            <a:off x="7872384" y="598310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902384" y="601310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072384" y="599810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67" name="Oval 166"/>
          <p:cNvSpPr/>
          <p:nvPr/>
        </p:nvSpPr>
        <p:spPr>
          <a:xfrm>
            <a:off x="4596570" y="21734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4626570" y="22034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796570" y="21884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70" name="Oval 169"/>
          <p:cNvSpPr/>
          <p:nvPr/>
        </p:nvSpPr>
        <p:spPr>
          <a:xfrm>
            <a:off x="2310751" y="438397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2340751" y="441397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2510751" y="439897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73" name="Oval 172"/>
          <p:cNvSpPr/>
          <p:nvPr/>
        </p:nvSpPr>
        <p:spPr>
          <a:xfrm>
            <a:off x="8205006" y="213614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8235006" y="216614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8405006" y="215114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76" name="Oval 175"/>
          <p:cNvSpPr/>
          <p:nvPr/>
        </p:nvSpPr>
        <p:spPr>
          <a:xfrm>
            <a:off x="6799940" y="33466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6829940" y="33766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999940" y="33616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3149640" y="50760"/>
            <a:ext cx="28447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2: EDDV | RWY 09L | STAR HLZ4R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 flipH="1" flipV="1">
            <a:off x="4933800" y="2990520"/>
            <a:ext cx="2308320" cy="1028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 flipH="1">
            <a:off x="3533400" y="2990880"/>
            <a:ext cx="1400040" cy="247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 flipH="1" flipV="1">
            <a:off x="3208320" y="3232080"/>
            <a:ext cx="325440" cy="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 flipH="1" flipV="1">
            <a:off x="2882880" y="3227040"/>
            <a:ext cx="325440" cy="4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 flipH="1" flipV="1">
            <a:off x="2558880" y="3220920"/>
            <a:ext cx="324000" cy="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 flipH="1" flipV="1">
            <a:off x="2233440" y="3215880"/>
            <a:ext cx="325440" cy="4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 flipH="1" flipV="1">
            <a:off x="1908000" y="3209760"/>
            <a:ext cx="325440" cy="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 flipH="1">
            <a:off x="1901520" y="3209760"/>
            <a:ext cx="6120" cy="406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901880" y="3616200"/>
            <a:ext cx="325440" cy="5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1760" bIns="-41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2227320" y="3621240"/>
            <a:ext cx="323640" cy="6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680" bIns="-40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2550960" y="3627360"/>
            <a:ext cx="325440" cy="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 flipV="1">
            <a:off x="2876400" y="3606480"/>
            <a:ext cx="250920" cy="27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127320" y="3606840"/>
            <a:ext cx="389160" cy="20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 flipV="1">
            <a:off x="3516480" y="3620880"/>
            <a:ext cx="325440" cy="6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680" bIns="-40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6" name=""/>
          <p:cNvGrpSpPr/>
          <p:nvPr/>
        </p:nvGrpSpPr>
        <p:grpSpPr>
          <a:xfrm>
            <a:off x="7178760" y="3956040"/>
            <a:ext cx="505800" cy="200520"/>
            <a:chOff x="7178760" y="3956040"/>
            <a:chExt cx="505800" cy="200520"/>
          </a:xfrm>
        </p:grpSpPr>
        <p:sp>
          <p:nvSpPr>
            <p:cNvPr id="137" name=""/>
            <p:cNvSpPr/>
            <p:nvPr/>
          </p:nvSpPr>
          <p:spPr>
            <a:xfrm>
              <a:off x="7178760" y="39560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7333200" y="3956040"/>
              <a:ext cx="351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HLZ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" name=""/>
          <p:cNvGrpSpPr/>
          <p:nvPr/>
        </p:nvGrpSpPr>
        <p:grpSpPr>
          <a:xfrm>
            <a:off x="4883040" y="2927520"/>
            <a:ext cx="567720" cy="200520"/>
            <a:chOff x="4883040" y="2927520"/>
            <a:chExt cx="567720" cy="200520"/>
          </a:xfrm>
        </p:grpSpPr>
        <p:sp>
          <p:nvSpPr>
            <p:cNvPr id="140" name=""/>
            <p:cNvSpPr/>
            <p:nvPr/>
          </p:nvSpPr>
          <p:spPr>
            <a:xfrm>
              <a:off x="4883040" y="294012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4975920" y="292752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CELNB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" name=""/>
          <p:cNvGrpSpPr/>
          <p:nvPr/>
        </p:nvGrpSpPr>
        <p:grpSpPr>
          <a:xfrm>
            <a:off x="3483000" y="3174840"/>
            <a:ext cx="555480" cy="200520"/>
            <a:chOff x="3483000" y="3174840"/>
            <a:chExt cx="555480" cy="200520"/>
          </a:xfrm>
        </p:grpSpPr>
        <p:sp>
          <p:nvSpPr>
            <p:cNvPr id="143" name=""/>
            <p:cNvSpPr/>
            <p:nvPr/>
          </p:nvSpPr>
          <p:spPr>
            <a:xfrm>
              <a:off x="3483000" y="3187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3588120" y="31748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5" name=""/>
          <p:cNvGrpSpPr/>
          <p:nvPr/>
        </p:nvGrpSpPr>
        <p:grpSpPr>
          <a:xfrm>
            <a:off x="3157560" y="3168720"/>
            <a:ext cx="555480" cy="200520"/>
            <a:chOff x="3157560" y="3168720"/>
            <a:chExt cx="555480" cy="200520"/>
          </a:xfrm>
        </p:grpSpPr>
        <p:sp>
          <p:nvSpPr>
            <p:cNvPr id="146" name=""/>
            <p:cNvSpPr/>
            <p:nvPr/>
          </p:nvSpPr>
          <p:spPr>
            <a:xfrm>
              <a:off x="3157560" y="3181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3262680" y="31687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" name=""/>
          <p:cNvGrpSpPr/>
          <p:nvPr/>
        </p:nvGrpSpPr>
        <p:grpSpPr>
          <a:xfrm>
            <a:off x="2832120" y="3164040"/>
            <a:ext cx="555480" cy="200520"/>
            <a:chOff x="2832120" y="3164040"/>
            <a:chExt cx="555480" cy="200520"/>
          </a:xfrm>
        </p:grpSpPr>
        <p:sp>
          <p:nvSpPr>
            <p:cNvPr id="149" name=""/>
            <p:cNvSpPr/>
            <p:nvPr/>
          </p:nvSpPr>
          <p:spPr>
            <a:xfrm>
              <a:off x="2832120" y="31766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2937240" y="31640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" name=""/>
          <p:cNvGrpSpPr/>
          <p:nvPr/>
        </p:nvGrpSpPr>
        <p:grpSpPr>
          <a:xfrm>
            <a:off x="2508120" y="3157560"/>
            <a:ext cx="555480" cy="200520"/>
            <a:chOff x="2508120" y="3157560"/>
            <a:chExt cx="555480" cy="200520"/>
          </a:xfrm>
        </p:grpSpPr>
        <p:sp>
          <p:nvSpPr>
            <p:cNvPr id="152" name=""/>
            <p:cNvSpPr/>
            <p:nvPr/>
          </p:nvSpPr>
          <p:spPr>
            <a:xfrm>
              <a:off x="2508120" y="31701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2613240" y="315756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4" name=""/>
          <p:cNvGrpSpPr/>
          <p:nvPr/>
        </p:nvGrpSpPr>
        <p:grpSpPr>
          <a:xfrm>
            <a:off x="2182680" y="3152880"/>
            <a:ext cx="555480" cy="200520"/>
            <a:chOff x="2182680" y="3152880"/>
            <a:chExt cx="555480" cy="200520"/>
          </a:xfrm>
        </p:grpSpPr>
        <p:sp>
          <p:nvSpPr>
            <p:cNvPr id="155" name=""/>
            <p:cNvSpPr/>
            <p:nvPr/>
          </p:nvSpPr>
          <p:spPr>
            <a:xfrm>
              <a:off x="2182680" y="31654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2287800" y="31528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7" name=""/>
          <p:cNvGrpSpPr/>
          <p:nvPr/>
        </p:nvGrpSpPr>
        <p:grpSpPr>
          <a:xfrm>
            <a:off x="1868400" y="3146400"/>
            <a:ext cx="534960" cy="200520"/>
            <a:chOff x="1868400" y="3146400"/>
            <a:chExt cx="534960" cy="200520"/>
          </a:xfrm>
        </p:grpSpPr>
        <p:sp>
          <p:nvSpPr>
            <p:cNvPr id="158" name=""/>
            <p:cNvSpPr/>
            <p:nvPr/>
          </p:nvSpPr>
          <p:spPr>
            <a:xfrm>
              <a:off x="1868400" y="316872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1953000" y="314640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" name=""/>
          <p:cNvGrpSpPr/>
          <p:nvPr/>
        </p:nvGrpSpPr>
        <p:grpSpPr>
          <a:xfrm>
            <a:off x="1860480" y="3552840"/>
            <a:ext cx="534960" cy="200520"/>
            <a:chOff x="1860480" y="3552840"/>
            <a:chExt cx="534960" cy="200520"/>
          </a:xfrm>
        </p:grpSpPr>
        <p:sp>
          <p:nvSpPr>
            <p:cNvPr id="161" name=""/>
            <p:cNvSpPr/>
            <p:nvPr/>
          </p:nvSpPr>
          <p:spPr>
            <a:xfrm>
              <a:off x="1860480" y="35751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1945080" y="35528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DV475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3" name=""/>
          <p:cNvGrpSpPr/>
          <p:nvPr/>
        </p:nvGrpSpPr>
        <p:grpSpPr>
          <a:xfrm>
            <a:off x="2185920" y="3557520"/>
            <a:ext cx="534960" cy="200520"/>
            <a:chOff x="2185920" y="3557520"/>
            <a:chExt cx="534960" cy="200520"/>
          </a:xfrm>
        </p:grpSpPr>
        <p:sp>
          <p:nvSpPr>
            <p:cNvPr id="164" name=""/>
            <p:cNvSpPr/>
            <p:nvPr/>
          </p:nvSpPr>
          <p:spPr>
            <a:xfrm>
              <a:off x="2185920" y="35812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2270520" y="35575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DV474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6" name=""/>
          <p:cNvGrpSpPr/>
          <p:nvPr/>
        </p:nvGrpSpPr>
        <p:grpSpPr>
          <a:xfrm>
            <a:off x="2511360" y="3564000"/>
            <a:ext cx="534960" cy="200520"/>
            <a:chOff x="2511360" y="3564000"/>
            <a:chExt cx="534960" cy="200520"/>
          </a:xfrm>
        </p:grpSpPr>
        <p:sp>
          <p:nvSpPr>
            <p:cNvPr id="167" name=""/>
            <p:cNvSpPr/>
            <p:nvPr/>
          </p:nvSpPr>
          <p:spPr>
            <a:xfrm>
              <a:off x="2511360" y="358632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2595960" y="356400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DV473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9" name=""/>
          <p:cNvGrpSpPr/>
          <p:nvPr/>
        </p:nvGrpSpPr>
        <p:grpSpPr>
          <a:xfrm>
            <a:off x="2825640" y="3570120"/>
            <a:ext cx="555480" cy="200520"/>
            <a:chOff x="2825640" y="3570120"/>
            <a:chExt cx="555480" cy="200520"/>
          </a:xfrm>
        </p:grpSpPr>
        <p:sp>
          <p:nvSpPr>
            <p:cNvPr id="170" name=""/>
            <p:cNvSpPr/>
            <p:nvPr/>
          </p:nvSpPr>
          <p:spPr>
            <a:xfrm>
              <a:off x="2825640" y="35830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2930760" y="35701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DV472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" name=""/>
          <p:cNvGrpSpPr/>
          <p:nvPr/>
        </p:nvGrpSpPr>
        <p:grpSpPr>
          <a:xfrm>
            <a:off x="3076560" y="3543480"/>
            <a:ext cx="560160" cy="200520"/>
            <a:chOff x="3076560" y="3543480"/>
            <a:chExt cx="560160" cy="200520"/>
          </a:xfrm>
        </p:grpSpPr>
        <p:sp>
          <p:nvSpPr>
            <p:cNvPr id="173" name=""/>
            <p:cNvSpPr/>
            <p:nvPr/>
          </p:nvSpPr>
          <p:spPr>
            <a:xfrm>
              <a:off x="3076560" y="35560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3177000" y="354348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DESIM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5" name=""/>
          <p:cNvGrpSpPr/>
          <p:nvPr/>
        </p:nvGrpSpPr>
        <p:grpSpPr>
          <a:xfrm>
            <a:off x="3465360" y="3564000"/>
            <a:ext cx="530280" cy="200520"/>
            <a:chOff x="3465360" y="3564000"/>
            <a:chExt cx="530280" cy="200520"/>
          </a:xfrm>
        </p:grpSpPr>
        <p:sp>
          <p:nvSpPr>
            <p:cNvPr id="176" name=""/>
            <p:cNvSpPr/>
            <p:nvPr/>
          </p:nvSpPr>
          <p:spPr>
            <a:xfrm>
              <a:off x="3465360" y="35766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3545280" y="356400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HWNB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" name=""/>
          <p:cNvGrpSpPr/>
          <p:nvPr/>
        </p:nvGrpSpPr>
        <p:grpSpPr>
          <a:xfrm>
            <a:off x="3778200" y="3557520"/>
            <a:ext cx="595440" cy="200520"/>
            <a:chOff x="3778200" y="3557520"/>
            <a:chExt cx="595440" cy="200520"/>
          </a:xfrm>
        </p:grpSpPr>
        <p:sp>
          <p:nvSpPr>
            <p:cNvPr id="179" name=""/>
            <p:cNvSpPr/>
            <p:nvPr/>
          </p:nvSpPr>
          <p:spPr>
            <a:xfrm>
              <a:off x="3778200" y="355752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3894120" y="35575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RW09L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1" name=""/>
          <p:cNvGrpSpPr/>
          <p:nvPr/>
        </p:nvGrpSpPr>
        <p:grpSpPr>
          <a:xfrm>
            <a:off x="6781680" y="1295280"/>
            <a:ext cx="461880" cy="200520"/>
            <a:chOff x="6781680" y="1295280"/>
            <a:chExt cx="461880" cy="200520"/>
          </a:xfrm>
        </p:grpSpPr>
        <p:sp>
          <p:nvSpPr>
            <p:cNvPr id="182" name=""/>
            <p:cNvSpPr/>
            <p:nvPr/>
          </p:nvSpPr>
          <p:spPr>
            <a:xfrm>
              <a:off x="6781680" y="1311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690588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4" name=""/>
          <p:cNvGrpSpPr/>
          <p:nvPr/>
        </p:nvGrpSpPr>
        <p:grpSpPr>
          <a:xfrm>
            <a:off x="380880" y="4952880"/>
            <a:ext cx="461880" cy="200520"/>
            <a:chOff x="380880" y="4952880"/>
            <a:chExt cx="461880" cy="200520"/>
          </a:xfrm>
        </p:grpSpPr>
        <p:sp>
          <p:nvSpPr>
            <p:cNvPr id="185" name=""/>
            <p:cNvSpPr/>
            <p:nvPr/>
          </p:nvSpPr>
          <p:spPr>
            <a:xfrm>
              <a:off x="380880" y="4967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50508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7" name=""/>
          <p:cNvGrpSpPr/>
          <p:nvPr/>
        </p:nvGrpSpPr>
        <p:grpSpPr>
          <a:xfrm>
            <a:off x="5943600" y="4572000"/>
            <a:ext cx="461880" cy="200520"/>
            <a:chOff x="5943600" y="4572000"/>
            <a:chExt cx="461880" cy="200520"/>
          </a:xfrm>
        </p:grpSpPr>
        <p:sp>
          <p:nvSpPr>
            <p:cNvPr id="188" name=""/>
            <p:cNvSpPr/>
            <p:nvPr/>
          </p:nvSpPr>
          <p:spPr>
            <a:xfrm>
              <a:off x="5943600" y="45860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60678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" name=""/>
          <p:cNvGrpSpPr/>
          <p:nvPr/>
        </p:nvGrpSpPr>
        <p:grpSpPr>
          <a:xfrm>
            <a:off x="1676520" y="2057400"/>
            <a:ext cx="461160" cy="200520"/>
            <a:chOff x="1676520" y="2057400"/>
            <a:chExt cx="461160" cy="200520"/>
          </a:xfrm>
        </p:grpSpPr>
        <p:sp>
          <p:nvSpPr>
            <p:cNvPr id="191" name=""/>
            <p:cNvSpPr/>
            <p:nvPr/>
          </p:nvSpPr>
          <p:spPr>
            <a:xfrm>
              <a:off x="1676520" y="20732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180000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" name=""/>
          <p:cNvGrpSpPr/>
          <p:nvPr/>
        </p:nvGrpSpPr>
        <p:grpSpPr>
          <a:xfrm>
            <a:off x="2355840" y="3306600"/>
            <a:ext cx="461520" cy="200520"/>
            <a:chOff x="2355840" y="3306600"/>
            <a:chExt cx="461520" cy="200520"/>
          </a:xfrm>
        </p:grpSpPr>
        <p:sp>
          <p:nvSpPr>
            <p:cNvPr id="194" name=""/>
            <p:cNvSpPr/>
            <p:nvPr/>
          </p:nvSpPr>
          <p:spPr>
            <a:xfrm>
              <a:off x="2355840" y="3322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2479680" y="3306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" name=""/>
          <p:cNvGrpSpPr/>
          <p:nvPr/>
        </p:nvGrpSpPr>
        <p:grpSpPr>
          <a:xfrm>
            <a:off x="8305920" y="4952880"/>
            <a:ext cx="460080" cy="200520"/>
            <a:chOff x="8305920" y="4952880"/>
            <a:chExt cx="460080" cy="200520"/>
          </a:xfrm>
        </p:grpSpPr>
        <p:sp>
          <p:nvSpPr>
            <p:cNvPr id="197" name=""/>
            <p:cNvSpPr/>
            <p:nvPr/>
          </p:nvSpPr>
          <p:spPr>
            <a:xfrm>
              <a:off x="8305920" y="49672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842832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" name=""/>
          <p:cNvGrpSpPr/>
          <p:nvPr/>
        </p:nvGrpSpPr>
        <p:grpSpPr>
          <a:xfrm>
            <a:off x="2819520" y="609480"/>
            <a:ext cx="461160" cy="200520"/>
            <a:chOff x="2819520" y="609480"/>
            <a:chExt cx="461160" cy="200520"/>
          </a:xfrm>
        </p:grpSpPr>
        <p:sp>
          <p:nvSpPr>
            <p:cNvPr id="200" name=""/>
            <p:cNvSpPr/>
            <p:nvPr/>
          </p:nvSpPr>
          <p:spPr>
            <a:xfrm>
              <a:off x="2819520" y="625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294300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" name=""/>
          <p:cNvGrpSpPr/>
          <p:nvPr/>
        </p:nvGrpSpPr>
        <p:grpSpPr>
          <a:xfrm>
            <a:off x="4573440" y="4319640"/>
            <a:ext cx="461520" cy="200520"/>
            <a:chOff x="4573440" y="4319640"/>
            <a:chExt cx="461520" cy="200520"/>
          </a:xfrm>
        </p:grpSpPr>
        <p:sp>
          <p:nvSpPr>
            <p:cNvPr id="203" name=""/>
            <p:cNvSpPr/>
            <p:nvPr/>
          </p:nvSpPr>
          <p:spPr>
            <a:xfrm>
              <a:off x="4573440" y="4334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" name=""/>
            <p:cNvSpPr/>
            <p:nvPr/>
          </p:nvSpPr>
          <p:spPr>
            <a:xfrm>
              <a:off x="4697280" y="4319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" name=""/>
          <p:cNvGrpSpPr/>
          <p:nvPr/>
        </p:nvGrpSpPr>
        <p:grpSpPr>
          <a:xfrm>
            <a:off x="8153280" y="3429000"/>
            <a:ext cx="461880" cy="200520"/>
            <a:chOff x="8153280" y="3429000"/>
            <a:chExt cx="461880" cy="200520"/>
          </a:xfrm>
        </p:grpSpPr>
        <p:sp>
          <p:nvSpPr>
            <p:cNvPr id="206" name=""/>
            <p:cNvSpPr/>
            <p:nvPr/>
          </p:nvSpPr>
          <p:spPr>
            <a:xfrm>
              <a:off x="8153280" y="34444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827748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8" name=""/>
          <p:cNvGrpSpPr/>
          <p:nvPr/>
        </p:nvGrpSpPr>
        <p:grpSpPr>
          <a:xfrm>
            <a:off x="905040" y="3444840"/>
            <a:ext cx="466920" cy="200520"/>
            <a:chOff x="905040" y="3444840"/>
            <a:chExt cx="466920" cy="200520"/>
          </a:xfrm>
        </p:grpSpPr>
        <p:sp>
          <p:nvSpPr>
            <p:cNvPr id="209" name=""/>
            <p:cNvSpPr/>
            <p:nvPr/>
          </p:nvSpPr>
          <p:spPr>
            <a:xfrm>
              <a:off x="905040" y="34592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1034280" y="3444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1" name=""/>
          <p:cNvGrpSpPr/>
          <p:nvPr/>
        </p:nvGrpSpPr>
        <p:grpSpPr>
          <a:xfrm>
            <a:off x="4114800" y="2057400"/>
            <a:ext cx="461520" cy="200520"/>
            <a:chOff x="4114800" y="2057400"/>
            <a:chExt cx="461520" cy="200520"/>
          </a:xfrm>
        </p:grpSpPr>
        <p:sp>
          <p:nvSpPr>
            <p:cNvPr id="212" name=""/>
            <p:cNvSpPr/>
            <p:nvPr/>
          </p:nvSpPr>
          <p:spPr>
            <a:xfrm>
              <a:off x="4114800" y="2073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423864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" name=""/>
          <p:cNvGrpSpPr/>
          <p:nvPr/>
        </p:nvGrpSpPr>
        <p:grpSpPr>
          <a:xfrm>
            <a:off x="1447920" y="4191120"/>
            <a:ext cx="461520" cy="200520"/>
            <a:chOff x="1447920" y="4191120"/>
            <a:chExt cx="461520" cy="200520"/>
          </a:xfrm>
        </p:grpSpPr>
        <p:sp>
          <p:nvSpPr>
            <p:cNvPr id="215" name=""/>
            <p:cNvSpPr/>
            <p:nvPr/>
          </p:nvSpPr>
          <p:spPr>
            <a:xfrm>
              <a:off x="1447920" y="4205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157176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" name=""/>
          <p:cNvGrpSpPr/>
          <p:nvPr/>
        </p:nvGrpSpPr>
        <p:grpSpPr>
          <a:xfrm>
            <a:off x="5410080" y="3809880"/>
            <a:ext cx="461520" cy="200520"/>
            <a:chOff x="5410080" y="3809880"/>
            <a:chExt cx="461520" cy="200520"/>
          </a:xfrm>
        </p:grpSpPr>
        <p:sp>
          <p:nvSpPr>
            <p:cNvPr id="218" name=""/>
            <p:cNvSpPr/>
            <p:nvPr/>
          </p:nvSpPr>
          <p:spPr>
            <a:xfrm>
              <a:off x="5410080" y="3825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" name=""/>
            <p:cNvSpPr/>
            <p:nvPr/>
          </p:nvSpPr>
          <p:spPr>
            <a:xfrm>
              <a:off x="553392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0" name=""/>
          <p:cNvGrpSpPr/>
          <p:nvPr/>
        </p:nvGrpSpPr>
        <p:grpSpPr>
          <a:xfrm>
            <a:off x="6781680" y="2895480"/>
            <a:ext cx="461520" cy="200520"/>
            <a:chOff x="6781680" y="2895480"/>
            <a:chExt cx="461520" cy="200520"/>
          </a:xfrm>
        </p:grpSpPr>
        <p:sp>
          <p:nvSpPr>
            <p:cNvPr id="221" name=""/>
            <p:cNvSpPr/>
            <p:nvPr/>
          </p:nvSpPr>
          <p:spPr>
            <a:xfrm>
              <a:off x="6781680" y="2909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690552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3" name=""/>
          <p:cNvGrpSpPr/>
          <p:nvPr/>
        </p:nvGrpSpPr>
        <p:grpSpPr>
          <a:xfrm>
            <a:off x="7086600" y="5410080"/>
            <a:ext cx="461880" cy="200520"/>
            <a:chOff x="7086600" y="5410080"/>
            <a:chExt cx="461880" cy="200520"/>
          </a:xfrm>
        </p:grpSpPr>
        <p:sp>
          <p:nvSpPr>
            <p:cNvPr id="224" name=""/>
            <p:cNvSpPr/>
            <p:nvPr/>
          </p:nvSpPr>
          <p:spPr>
            <a:xfrm>
              <a:off x="7086600" y="5424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7210800" y="5410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6" name=""/>
          <p:cNvGrpSpPr/>
          <p:nvPr/>
        </p:nvGrpSpPr>
        <p:grpSpPr>
          <a:xfrm>
            <a:off x="5562720" y="2362320"/>
            <a:ext cx="460080" cy="200520"/>
            <a:chOff x="5562720" y="2362320"/>
            <a:chExt cx="460080" cy="200520"/>
          </a:xfrm>
        </p:grpSpPr>
        <p:sp>
          <p:nvSpPr>
            <p:cNvPr id="227" name=""/>
            <p:cNvSpPr/>
            <p:nvPr/>
          </p:nvSpPr>
          <p:spPr>
            <a:xfrm>
              <a:off x="5562720" y="23781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5685120" y="236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" name=""/>
          <p:cNvGrpSpPr/>
          <p:nvPr/>
        </p:nvGrpSpPr>
        <p:grpSpPr>
          <a:xfrm>
            <a:off x="2362320" y="3962520"/>
            <a:ext cx="461520" cy="200520"/>
            <a:chOff x="2362320" y="3962520"/>
            <a:chExt cx="461520" cy="200520"/>
          </a:xfrm>
        </p:grpSpPr>
        <p:sp>
          <p:nvSpPr>
            <p:cNvPr id="230" name=""/>
            <p:cNvSpPr/>
            <p:nvPr/>
          </p:nvSpPr>
          <p:spPr>
            <a:xfrm>
              <a:off x="2362320" y="3976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248616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2" name=""/>
          <p:cNvGrpSpPr/>
          <p:nvPr/>
        </p:nvGrpSpPr>
        <p:grpSpPr>
          <a:xfrm>
            <a:off x="1981080" y="6248520"/>
            <a:ext cx="461520" cy="200520"/>
            <a:chOff x="1981080" y="6248520"/>
            <a:chExt cx="461520" cy="200520"/>
          </a:xfrm>
        </p:grpSpPr>
        <p:sp>
          <p:nvSpPr>
            <p:cNvPr id="233" name=""/>
            <p:cNvSpPr/>
            <p:nvPr/>
          </p:nvSpPr>
          <p:spPr>
            <a:xfrm>
              <a:off x="1981080" y="6264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210492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5" name=""/>
          <p:cNvGrpSpPr/>
          <p:nvPr/>
        </p:nvGrpSpPr>
        <p:grpSpPr>
          <a:xfrm>
            <a:off x="3733920" y="5029200"/>
            <a:ext cx="460080" cy="200520"/>
            <a:chOff x="3733920" y="5029200"/>
            <a:chExt cx="460080" cy="200520"/>
          </a:xfrm>
        </p:grpSpPr>
        <p:sp>
          <p:nvSpPr>
            <p:cNvPr id="236" name=""/>
            <p:cNvSpPr/>
            <p:nvPr/>
          </p:nvSpPr>
          <p:spPr>
            <a:xfrm>
              <a:off x="3733920" y="50436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" name=""/>
            <p:cNvSpPr/>
            <p:nvPr/>
          </p:nvSpPr>
          <p:spPr>
            <a:xfrm>
              <a:off x="385632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8" name=""/>
          <p:cNvGrpSpPr/>
          <p:nvPr/>
        </p:nvGrpSpPr>
        <p:grpSpPr>
          <a:xfrm>
            <a:off x="3048120" y="2666880"/>
            <a:ext cx="459720" cy="200520"/>
            <a:chOff x="3048120" y="2666880"/>
            <a:chExt cx="459720" cy="200520"/>
          </a:xfrm>
        </p:grpSpPr>
        <p:sp>
          <p:nvSpPr>
            <p:cNvPr id="239" name=""/>
            <p:cNvSpPr/>
            <p:nvPr/>
          </p:nvSpPr>
          <p:spPr>
            <a:xfrm>
              <a:off x="3048120" y="26827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3170160" y="2666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1" name="Rounded Rectangle 240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242" name="Oval 241"/>
          <p:cNvSpPr/>
          <p:nvPr/>
        </p:nvSpPr>
        <p:spPr>
          <a:xfrm>
            <a:off x="6730099" y="12595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6760099" y="12895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6930099" y="12745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45" name="Oval 244"/>
          <p:cNvSpPr/>
          <p:nvPr/>
        </p:nvSpPr>
        <p:spPr>
          <a:xfrm>
            <a:off x="329296" y="491570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359296" y="494570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529296" y="493070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48" name="Oval 247"/>
          <p:cNvSpPr/>
          <p:nvPr/>
        </p:nvSpPr>
        <p:spPr>
          <a:xfrm>
            <a:off x="5892015" y="45342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5922015" y="45642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092015" y="45492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51" name="Oval 250"/>
          <p:cNvSpPr/>
          <p:nvPr/>
        </p:nvSpPr>
        <p:spPr>
          <a:xfrm>
            <a:off x="1624756" y="20216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654756" y="20516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1824756" y="20366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54" name="Oval 253"/>
          <p:cNvSpPr/>
          <p:nvPr/>
        </p:nvSpPr>
        <p:spPr>
          <a:xfrm>
            <a:off x="2304261" y="32708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334261" y="33008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2504261" y="32858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57" name="Oval 256"/>
          <p:cNvSpPr/>
          <p:nvPr/>
        </p:nvSpPr>
        <p:spPr>
          <a:xfrm>
            <a:off x="8253434" y="491570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8283434" y="494570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8453434" y="493070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60" name="Oval 259"/>
          <p:cNvSpPr/>
          <p:nvPr/>
        </p:nvSpPr>
        <p:spPr>
          <a:xfrm>
            <a:off x="2767754" y="57410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2797754" y="60410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2967754" y="58910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63" name="Oval 262"/>
          <p:cNvSpPr/>
          <p:nvPr/>
        </p:nvSpPr>
        <p:spPr>
          <a:xfrm>
            <a:off x="4521856" y="42824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51856" y="43124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4721856" y="42974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66" name="Oval 265"/>
          <p:cNvSpPr/>
          <p:nvPr/>
        </p:nvSpPr>
        <p:spPr>
          <a:xfrm>
            <a:off x="8101696" y="339272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8131696" y="342272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8301696" y="340772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69" name="Oval 268"/>
          <p:cNvSpPr/>
          <p:nvPr/>
        </p:nvSpPr>
        <p:spPr>
          <a:xfrm>
            <a:off x="852554" y="340766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882554" y="343766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052554" y="342266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72" name="Oval 271"/>
          <p:cNvSpPr/>
          <p:nvPr/>
        </p:nvSpPr>
        <p:spPr>
          <a:xfrm>
            <a:off x="4063214" y="20216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4093214" y="20516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4263214" y="20366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75" name="Oval 274"/>
          <p:cNvSpPr/>
          <p:nvPr/>
        </p:nvSpPr>
        <p:spPr>
          <a:xfrm>
            <a:off x="1396337" y="415394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426337" y="418394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1596337" y="416894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78" name="Oval 277"/>
          <p:cNvSpPr/>
          <p:nvPr/>
        </p:nvSpPr>
        <p:spPr>
          <a:xfrm>
            <a:off x="5358495" y="377414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5388495" y="380414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5558495" y="378914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81" name="Oval 280"/>
          <p:cNvSpPr/>
          <p:nvPr/>
        </p:nvSpPr>
        <p:spPr>
          <a:xfrm>
            <a:off x="6730099" y="28582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6760099" y="28882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6930099" y="28732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84" name="Oval 283"/>
          <p:cNvSpPr/>
          <p:nvPr/>
        </p:nvSpPr>
        <p:spPr>
          <a:xfrm>
            <a:off x="7035013" y="53725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7065013" y="54025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7235013" y="53875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87" name="Oval 286"/>
          <p:cNvSpPr/>
          <p:nvPr/>
        </p:nvSpPr>
        <p:spPr>
          <a:xfrm>
            <a:off x="5510240" y="23265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5540240" y="23565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5710240" y="23415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90" name="Oval 289"/>
          <p:cNvSpPr/>
          <p:nvPr/>
        </p:nvSpPr>
        <p:spPr>
          <a:xfrm>
            <a:off x="2310737" y="39253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340737" y="39553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2510737" y="39403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93" name="Oval 292"/>
          <p:cNvSpPr/>
          <p:nvPr/>
        </p:nvSpPr>
        <p:spPr>
          <a:xfrm>
            <a:off x="1929499" y="62127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959499" y="62427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2129499" y="62277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96" name="Oval 295"/>
          <p:cNvSpPr/>
          <p:nvPr/>
        </p:nvSpPr>
        <p:spPr>
          <a:xfrm>
            <a:off x="3681618" y="499202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3711618" y="502202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3881618" y="500702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99" name="Oval 298"/>
          <p:cNvSpPr/>
          <p:nvPr/>
        </p:nvSpPr>
        <p:spPr>
          <a:xfrm>
            <a:off x="2995637" y="26311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3025637" y="26611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3195637" y="26461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>
            <a:off x="3125880" y="50760"/>
            <a:ext cx="28918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1100" spc="-1" strike="noStrike">
                <a:solidFill>
                  <a:srgbClr val="1a2a40"/>
                </a:solidFill>
                <a:latin typeface="Arial"/>
              </a:rPr>
              <a:t>Level 3: LFPG | RWY 08L | STAR DINA4E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 flipH="1">
            <a:off x="5799240" y="2424240"/>
            <a:ext cx="1442880" cy="414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 flipH="1">
            <a:off x="5157720" y="2838600"/>
            <a:ext cx="641520" cy="183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 flipH="1">
            <a:off x="4640040" y="3022560"/>
            <a:ext cx="517320" cy="168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 flipH="1">
            <a:off x="4258800" y="3191040"/>
            <a:ext cx="381240" cy="123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 flipH="1">
            <a:off x="3765240" y="3314880"/>
            <a:ext cx="493560" cy="158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 flipH="1">
            <a:off x="2665440" y="3473280"/>
            <a:ext cx="1100160" cy="586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 flipH="1">
            <a:off x="2100240" y="4059360"/>
            <a:ext cx="565200" cy="9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7440" bIns="-374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 flipH="1">
            <a:off x="1901520" y="4068720"/>
            <a:ext cx="198360" cy="160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1901880" y="4229280"/>
            <a:ext cx="25200" cy="357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 flipV="1">
            <a:off x="1927080" y="4562640"/>
            <a:ext cx="231840" cy="23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 flipV="1">
            <a:off x="2158920" y="4541760"/>
            <a:ext cx="276480" cy="20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 flipV="1">
            <a:off x="2435400" y="4528800"/>
            <a:ext cx="195120" cy="12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4" name=""/>
          <p:cNvGrpSpPr/>
          <p:nvPr/>
        </p:nvGrpSpPr>
        <p:grpSpPr>
          <a:xfrm>
            <a:off x="7178760" y="2360520"/>
            <a:ext cx="717840" cy="200520"/>
            <a:chOff x="7178760" y="2360520"/>
            <a:chExt cx="717840" cy="200520"/>
          </a:xfrm>
        </p:grpSpPr>
        <p:sp>
          <p:nvSpPr>
            <p:cNvPr id="255" name=""/>
            <p:cNvSpPr/>
            <p:nvPr/>
          </p:nvSpPr>
          <p:spPr>
            <a:xfrm>
              <a:off x="7178760" y="236052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7369920" y="2360520"/>
              <a:ext cx="526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'DINAN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7" name=""/>
          <p:cNvGrpSpPr/>
          <p:nvPr/>
        </p:nvGrpSpPr>
        <p:grpSpPr>
          <a:xfrm>
            <a:off x="5748480" y="2774880"/>
            <a:ext cx="685440" cy="200520"/>
            <a:chOff x="5748480" y="2774880"/>
            <a:chExt cx="685440" cy="200520"/>
          </a:xfrm>
        </p:grpSpPr>
        <p:sp>
          <p:nvSpPr>
            <p:cNvPr id="258" name=""/>
            <p:cNvSpPr/>
            <p:nvPr/>
          </p:nvSpPr>
          <p:spPr>
            <a:xfrm>
              <a:off x="5748480" y="27874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5920920" y="2774880"/>
              <a:ext cx="5130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'CRL80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" name=""/>
          <p:cNvGrpSpPr/>
          <p:nvPr/>
        </p:nvGrpSpPr>
        <p:grpSpPr>
          <a:xfrm>
            <a:off x="5106960" y="2959200"/>
            <a:ext cx="703440" cy="200520"/>
            <a:chOff x="5106960" y="2959200"/>
            <a:chExt cx="703440" cy="200520"/>
          </a:xfrm>
        </p:grpSpPr>
        <p:sp>
          <p:nvSpPr>
            <p:cNvPr id="261" name=""/>
            <p:cNvSpPr/>
            <p:nvPr/>
          </p:nvSpPr>
          <p:spPr>
            <a:xfrm>
              <a:off x="5106960" y="2971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5262480" y="2959200"/>
              <a:ext cx="547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'ZERAM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3" name=""/>
          <p:cNvGrpSpPr/>
          <p:nvPr/>
        </p:nvGrpSpPr>
        <p:grpSpPr>
          <a:xfrm>
            <a:off x="4589640" y="3127320"/>
            <a:ext cx="702360" cy="200520"/>
            <a:chOff x="4589640" y="3127320"/>
            <a:chExt cx="702360" cy="200520"/>
          </a:xfrm>
        </p:grpSpPr>
        <p:sp>
          <p:nvSpPr>
            <p:cNvPr id="264" name=""/>
            <p:cNvSpPr/>
            <p:nvPr/>
          </p:nvSpPr>
          <p:spPr>
            <a:xfrm>
              <a:off x="4589640" y="31399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4744080" y="3127320"/>
              <a:ext cx="547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'ANARU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" name=""/>
          <p:cNvGrpSpPr/>
          <p:nvPr/>
        </p:nvGrpSpPr>
        <p:grpSpPr>
          <a:xfrm>
            <a:off x="4208400" y="3251160"/>
            <a:ext cx="688320" cy="200520"/>
            <a:chOff x="4208400" y="3251160"/>
            <a:chExt cx="688320" cy="200520"/>
          </a:xfrm>
        </p:grpSpPr>
        <p:sp>
          <p:nvSpPr>
            <p:cNvPr id="267" name=""/>
            <p:cNvSpPr/>
            <p:nvPr/>
          </p:nvSpPr>
          <p:spPr>
            <a:xfrm>
              <a:off x="4208400" y="32637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8" name=""/>
            <p:cNvSpPr/>
            <p:nvPr/>
          </p:nvSpPr>
          <p:spPr>
            <a:xfrm>
              <a:off x="4379040" y="3251160"/>
              <a:ext cx="51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'DIVEM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9" name=""/>
          <p:cNvGrpSpPr/>
          <p:nvPr/>
        </p:nvGrpSpPr>
        <p:grpSpPr>
          <a:xfrm>
            <a:off x="3714840" y="3409920"/>
            <a:ext cx="695880" cy="200520"/>
            <a:chOff x="3714840" y="3409920"/>
            <a:chExt cx="695880" cy="200520"/>
          </a:xfrm>
        </p:grpSpPr>
        <p:sp>
          <p:nvSpPr>
            <p:cNvPr id="270" name=""/>
            <p:cNvSpPr/>
            <p:nvPr/>
          </p:nvSpPr>
          <p:spPr>
            <a:xfrm>
              <a:off x="3714840" y="34225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3877920" y="3409920"/>
              <a:ext cx="5328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'LORTA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2" name=""/>
          <p:cNvGrpSpPr/>
          <p:nvPr/>
        </p:nvGrpSpPr>
        <p:grpSpPr>
          <a:xfrm>
            <a:off x="2614680" y="3995640"/>
            <a:ext cx="708120" cy="200520"/>
            <a:chOff x="2614680" y="3995640"/>
            <a:chExt cx="708120" cy="200520"/>
          </a:xfrm>
        </p:grpSpPr>
        <p:sp>
          <p:nvSpPr>
            <p:cNvPr id="273" name=""/>
            <p:cNvSpPr/>
            <p:nvPr/>
          </p:nvSpPr>
          <p:spPr>
            <a:xfrm>
              <a:off x="2614680" y="40086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2765520" y="3995640"/>
              <a:ext cx="5572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'BUNOR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5" name=""/>
          <p:cNvGrpSpPr/>
          <p:nvPr/>
        </p:nvGrpSpPr>
        <p:grpSpPr>
          <a:xfrm>
            <a:off x="2058840" y="4005360"/>
            <a:ext cx="665280" cy="200520"/>
            <a:chOff x="2058840" y="4005360"/>
            <a:chExt cx="665280" cy="200520"/>
          </a:xfrm>
        </p:grpSpPr>
        <p:sp>
          <p:nvSpPr>
            <p:cNvPr id="276" name=""/>
            <p:cNvSpPr/>
            <p:nvPr/>
          </p:nvSpPr>
          <p:spPr>
            <a:xfrm>
              <a:off x="2058840" y="40291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2211120" y="4005360"/>
              <a:ext cx="5130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'PG529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8" name=""/>
          <p:cNvGrpSpPr/>
          <p:nvPr/>
        </p:nvGrpSpPr>
        <p:grpSpPr>
          <a:xfrm>
            <a:off x="1851120" y="4165560"/>
            <a:ext cx="730440" cy="200520"/>
            <a:chOff x="1851120" y="4165560"/>
            <a:chExt cx="730440" cy="200520"/>
          </a:xfrm>
        </p:grpSpPr>
        <p:sp>
          <p:nvSpPr>
            <p:cNvPr id="279" name=""/>
            <p:cNvSpPr/>
            <p:nvPr/>
          </p:nvSpPr>
          <p:spPr>
            <a:xfrm>
              <a:off x="1851120" y="41781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2044080" y="4165560"/>
              <a:ext cx="53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'PG530 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1" name=""/>
          <p:cNvGrpSpPr/>
          <p:nvPr/>
        </p:nvGrpSpPr>
        <p:grpSpPr>
          <a:xfrm>
            <a:off x="1876320" y="4522680"/>
            <a:ext cx="685080" cy="200520"/>
            <a:chOff x="1876320" y="4522680"/>
            <a:chExt cx="685080" cy="200520"/>
          </a:xfrm>
        </p:grpSpPr>
        <p:sp>
          <p:nvSpPr>
            <p:cNvPr id="282" name=""/>
            <p:cNvSpPr/>
            <p:nvPr/>
          </p:nvSpPr>
          <p:spPr>
            <a:xfrm>
              <a:off x="1876320" y="45356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2048400" y="4522680"/>
              <a:ext cx="5130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'PG532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4" name=""/>
          <p:cNvGrpSpPr/>
          <p:nvPr/>
        </p:nvGrpSpPr>
        <p:grpSpPr>
          <a:xfrm>
            <a:off x="2117880" y="4498920"/>
            <a:ext cx="646560" cy="200520"/>
            <a:chOff x="2117880" y="4498920"/>
            <a:chExt cx="646560" cy="200520"/>
          </a:xfrm>
        </p:grpSpPr>
        <p:sp>
          <p:nvSpPr>
            <p:cNvPr id="285" name=""/>
            <p:cNvSpPr/>
            <p:nvPr/>
          </p:nvSpPr>
          <p:spPr>
            <a:xfrm>
              <a:off x="2117880" y="452124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2289600" y="449892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'CI08L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7" name=""/>
          <p:cNvGrpSpPr/>
          <p:nvPr/>
        </p:nvGrpSpPr>
        <p:grpSpPr>
          <a:xfrm>
            <a:off x="2394000" y="4478400"/>
            <a:ext cx="672480" cy="200520"/>
            <a:chOff x="2394000" y="4478400"/>
            <a:chExt cx="672480" cy="200520"/>
          </a:xfrm>
        </p:grpSpPr>
        <p:sp>
          <p:nvSpPr>
            <p:cNvPr id="288" name=""/>
            <p:cNvSpPr/>
            <p:nvPr/>
          </p:nvSpPr>
          <p:spPr>
            <a:xfrm>
              <a:off x="2394000" y="45021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2538360" y="4478400"/>
              <a:ext cx="528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'OM08L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0" name=""/>
          <p:cNvGrpSpPr/>
          <p:nvPr/>
        </p:nvGrpSpPr>
        <p:grpSpPr>
          <a:xfrm>
            <a:off x="2567160" y="4465800"/>
            <a:ext cx="727920" cy="200520"/>
            <a:chOff x="2567160" y="4465800"/>
            <a:chExt cx="727920" cy="200520"/>
          </a:xfrm>
        </p:grpSpPr>
        <p:sp>
          <p:nvSpPr>
            <p:cNvPr id="291" name=""/>
            <p:cNvSpPr/>
            <p:nvPr/>
          </p:nvSpPr>
          <p:spPr>
            <a:xfrm>
              <a:off x="2567160" y="4465800"/>
              <a:ext cx="12672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2748600" y="4465800"/>
              <a:ext cx="54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'RW08L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3" name=""/>
          <p:cNvGrpSpPr/>
          <p:nvPr/>
        </p:nvGrpSpPr>
        <p:grpSpPr>
          <a:xfrm>
            <a:off x="4114800" y="4343400"/>
            <a:ext cx="478800" cy="200520"/>
            <a:chOff x="4114800" y="4343400"/>
            <a:chExt cx="478800" cy="200520"/>
          </a:xfrm>
        </p:grpSpPr>
        <p:sp>
          <p:nvSpPr>
            <p:cNvPr id="294" name=""/>
            <p:cNvSpPr/>
            <p:nvPr/>
          </p:nvSpPr>
          <p:spPr>
            <a:xfrm>
              <a:off x="4114800" y="434988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425592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" name=""/>
          <p:cNvGrpSpPr/>
          <p:nvPr/>
        </p:nvGrpSpPr>
        <p:grpSpPr>
          <a:xfrm>
            <a:off x="3124080" y="2819520"/>
            <a:ext cx="478800" cy="200520"/>
            <a:chOff x="3124080" y="2819520"/>
            <a:chExt cx="478800" cy="200520"/>
          </a:xfrm>
        </p:grpSpPr>
        <p:sp>
          <p:nvSpPr>
            <p:cNvPr id="297" name=""/>
            <p:cNvSpPr/>
            <p:nvPr/>
          </p:nvSpPr>
          <p:spPr>
            <a:xfrm>
              <a:off x="3124080" y="282564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326520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9" name=""/>
          <p:cNvGrpSpPr/>
          <p:nvPr/>
        </p:nvGrpSpPr>
        <p:grpSpPr>
          <a:xfrm>
            <a:off x="6021360" y="4910040"/>
            <a:ext cx="468720" cy="200520"/>
            <a:chOff x="6021360" y="4910040"/>
            <a:chExt cx="468720" cy="200520"/>
          </a:xfrm>
        </p:grpSpPr>
        <p:sp>
          <p:nvSpPr>
            <p:cNvPr id="300" name=""/>
            <p:cNvSpPr/>
            <p:nvPr/>
          </p:nvSpPr>
          <p:spPr>
            <a:xfrm>
              <a:off x="6021360" y="4924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6152400" y="4910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2" name=""/>
          <p:cNvGrpSpPr/>
          <p:nvPr/>
        </p:nvGrpSpPr>
        <p:grpSpPr>
          <a:xfrm>
            <a:off x="1447920" y="4267080"/>
            <a:ext cx="461520" cy="200520"/>
            <a:chOff x="1447920" y="4267080"/>
            <a:chExt cx="461520" cy="200520"/>
          </a:xfrm>
        </p:grpSpPr>
        <p:sp>
          <p:nvSpPr>
            <p:cNvPr id="303" name=""/>
            <p:cNvSpPr/>
            <p:nvPr/>
          </p:nvSpPr>
          <p:spPr>
            <a:xfrm>
              <a:off x="1447920" y="42829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1571760" y="426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5" name=""/>
          <p:cNvGrpSpPr/>
          <p:nvPr/>
        </p:nvGrpSpPr>
        <p:grpSpPr>
          <a:xfrm>
            <a:off x="3352680" y="5562720"/>
            <a:ext cx="461880" cy="200520"/>
            <a:chOff x="3352680" y="5562720"/>
            <a:chExt cx="461880" cy="200520"/>
          </a:xfrm>
        </p:grpSpPr>
        <p:sp>
          <p:nvSpPr>
            <p:cNvPr id="306" name=""/>
            <p:cNvSpPr/>
            <p:nvPr/>
          </p:nvSpPr>
          <p:spPr>
            <a:xfrm>
              <a:off x="3352680" y="5578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347688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8" name=""/>
          <p:cNvGrpSpPr/>
          <p:nvPr/>
        </p:nvGrpSpPr>
        <p:grpSpPr>
          <a:xfrm>
            <a:off x="8359920" y="3438360"/>
            <a:ext cx="467280" cy="200520"/>
            <a:chOff x="8359920" y="3438360"/>
            <a:chExt cx="467280" cy="200520"/>
          </a:xfrm>
        </p:grpSpPr>
        <p:sp>
          <p:nvSpPr>
            <p:cNvPr id="309" name=""/>
            <p:cNvSpPr/>
            <p:nvPr/>
          </p:nvSpPr>
          <p:spPr>
            <a:xfrm>
              <a:off x="8359920" y="34527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8489520" y="3438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1" name=""/>
          <p:cNvGrpSpPr/>
          <p:nvPr/>
        </p:nvGrpSpPr>
        <p:grpSpPr>
          <a:xfrm>
            <a:off x="7189920" y="4173480"/>
            <a:ext cx="468720" cy="200520"/>
            <a:chOff x="7189920" y="4173480"/>
            <a:chExt cx="468720" cy="200520"/>
          </a:xfrm>
        </p:grpSpPr>
        <p:sp>
          <p:nvSpPr>
            <p:cNvPr id="312" name=""/>
            <p:cNvSpPr/>
            <p:nvPr/>
          </p:nvSpPr>
          <p:spPr>
            <a:xfrm>
              <a:off x="7189920" y="4189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7320960" y="4173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4" name=""/>
          <p:cNvGrpSpPr/>
          <p:nvPr/>
        </p:nvGrpSpPr>
        <p:grpSpPr>
          <a:xfrm>
            <a:off x="720720" y="3452760"/>
            <a:ext cx="468720" cy="200520"/>
            <a:chOff x="720720" y="3452760"/>
            <a:chExt cx="468720" cy="200520"/>
          </a:xfrm>
        </p:grpSpPr>
        <p:sp>
          <p:nvSpPr>
            <p:cNvPr id="315" name=""/>
            <p:cNvSpPr/>
            <p:nvPr/>
          </p:nvSpPr>
          <p:spPr>
            <a:xfrm>
              <a:off x="720720" y="3468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851760" y="3452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7" name=""/>
          <p:cNvGrpSpPr/>
          <p:nvPr/>
        </p:nvGrpSpPr>
        <p:grpSpPr>
          <a:xfrm>
            <a:off x="1447920" y="4876920"/>
            <a:ext cx="460080" cy="200520"/>
            <a:chOff x="1447920" y="4876920"/>
            <a:chExt cx="460080" cy="200520"/>
          </a:xfrm>
        </p:grpSpPr>
        <p:sp>
          <p:nvSpPr>
            <p:cNvPr id="318" name=""/>
            <p:cNvSpPr/>
            <p:nvPr/>
          </p:nvSpPr>
          <p:spPr>
            <a:xfrm>
              <a:off x="1447920" y="48913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157032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0" name=""/>
          <p:cNvGrpSpPr/>
          <p:nvPr/>
        </p:nvGrpSpPr>
        <p:grpSpPr>
          <a:xfrm>
            <a:off x="8342280" y="1981080"/>
            <a:ext cx="468720" cy="200520"/>
            <a:chOff x="8342280" y="1981080"/>
            <a:chExt cx="468720" cy="200520"/>
          </a:xfrm>
        </p:grpSpPr>
        <p:sp>
          <p:nvSpPr>
            <p:cNvPr id="321" name=""/>
            <p:cNvSpPr/>
            <p:nvPr/>
          </p:nvSpPr>
          <p:spPr>
            <a:xfrm>
              <a:off x="8342280" y="19969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8473320" y="1981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3" name=""/>
          <p:cNvGrpSpPr/>
          <p:nvPr/>
        </p:nvGrpSpPr>
        <p:grpSpPr>
          <a:xfrm>
            <a:off x="4267080" y="2057400"/>
            <a:ext cx="461520" cy="200520"/>
            <a:chOff x="4267080" y="2057400"/>
            <a:chExt cx="461520" cy="200520"/>
          </a:xfrm>
        </p:grpSpPr>
        <p:sp>
          <p:nvSpPr>
            <p:cNvPr id="324" name=""/>
            <p:cNvSpPr/>
            <p:nvPr/>
          </p:nvSpPr>
          <p:spPr>
            <a:xfrm>
              <a:off x="4267080" y="2073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439092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6" name=""/>
          <p:cNvGrpSpPr/>
          <p:nvPr/>
        </p:nvGrpSpPr>
        <p:grpSpPr>
          <a:xfrm>
            <a:off x="1833480" y="2717640"/>
            <a:ext cx="467280" cy="200520"/>
            <a:chOff x="1833480" y="2717640"/>
            <a:chExt cx="467280" cy="200520"/>
          </a:xfrm>
        </p:grpSpPr>
        <p:sp>
          <p:nvSpPr>
            <p:cNvPr id="327" name=""/>
            <p:cNvSpPr/>
            <p:nvPr/>
          </p:nvSpPr>
          <p:spPr>
            <a:xfrm>
              <a:off x="1833480" y="27320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" name=""/>
            <p:cNvSpPr/>
            <p:nvPr/>
          </p:nvSpPr>
          <p:spPr>
            <a:xfrm>
              <a:off x="1963080" y="2717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9" name=""/>
          <p:cNvGrpSpPr/>
          <p:nvPr/>
        </p:nvGrpSpPr>
        <p:grpSpPr>
          <a:xfrm>
            <a:off x="5265720" y="4151160"/>
            <a:ext cx="468720" cy="200520"/>
            <a:chOff x="5265720" y="4151160"/>
            <a:chExt cx="468720" cy="200520"/>
          </a:xfrm>
        </p:grpSpPr>
        <p:sp>
          <p:nvSpPr>
            <p:cNvPr id="330" name=""/>
            <p:cNvSpPr/>
            <p:nvPr/>
          </p:nvSpPr>
          <p:spPr>
            <a:xfrm>
              <a:off x="5265720" y="4165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" name=""/>
            <p:cNvSpPr/>
            <p:nvPr/>
          </p:nvSpPr>
          <p:spPr>
            <a:xfrm>
              <a:off x="5396760" y="4151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2" name=""/>
          <p:cNvGrpSpPr/>
          <p:nvPr/>
        </p:nvGrpSpPr>
        <p:grpSpPr>
          <a:xfrm>
            <a:off x="7391520" y="2971800"/>
            <a:ext cx="461160" cy="200520"/>
            <a:chOff x="7391520" y="2971800"/>
            <a:chExt cx="461160" cy="200520"/>
          </a:xfrm>
        </p:grpSpPr>
        <p:sp>
          <p:nvSpPr>
            <p:cNvPr id="333" name=""/>
            <p:cNvSpPr/>
            <p:nvPr/>
          </p:nvSpPr>
          <p:spPr>
            <a:xfrm>
              <a:off x="7391520" y="29876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" name=""/>
            <p:cNvSpPr/>
            <p:nvPr/>
          </p:nvSpPr>
          <p:spPr>
            <a:xfrm>
              <a:off x="751500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5" name=""/>
          <p:cNvGrpSpPr/>
          <p:nvPr/>
        </p:nvGrpSpPr>
        <p:grpSpPr>
          <a:xfrm>
            <a:off x="5486400" y="3505320"/>
            <a:ext cx="461880" cy="200520"/>
            <a:chOff x="5486400" y="3505320"/>
            <a:chExt cx="461880" cy="200520"/>
          </a:xfrm>
        </p:grpSpPr>
        <p:sp>
          <p:nvSpPr>
            <p:cNvPr id="336" name=""/>
            <p:cNvSpPr/>
            <p:nvPr/>
          </p:nvSpPr>
          <p:spPr>
            <a:xfrm>
              <a:off x="5486400" y="35193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" name=""/>
            <p:cNvSpPr/>
            <p:nvPr/>
          </p:nvSpPr>
          <p:spPr>
            <a:xfrm>
              <a:off x="561060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8" name=""/>
          <p:cNvGrpSpPr/>
          <p:nvPr/>
        </p:nvGrpSpPr>
        <p:grpSpPr>
          <a:xfrm>
            <a:off x="6435720" y="3468600"/>
            <a:ext cx="467280" cy="200520"/>
            <a:chOff x="6435720" y="3468600"/>
            <a:chExt cx="467280" cy="200520"/>
          </a:xfrm>
        </p:grpSpPr>
        <p:sp>
          <p:nvSpPr>
            <p:cNvPr id="339" name=""/>
            <p:cNvSpPr/>
            <p:nvPr/>
          </p:nvSpPr>
          <p:spPr>
            <a:xfrm>
              <a:off x="6435720" y="348444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" name=""/>
            <p:cNvSpPr/>
            <p:nvPr/>
          </p:nvSpPr>
          <p:spPr>
            <a:xfrm>
              <a:off x="6565320" y="3468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1" name=""/>
          <p:cNvGrpSpPr/>
          <p:nvPr/>
        </p:nvGrpSpPr>
        <p:grpSpPr>
          <a:xfrm>
            <a:off x="685800" y="2057400"/>
            <a:ext cx="461880" cy="200520"/>
            <a:chOff x="685800" y="2057400"/>
            <a:chExt cx="461880" cy="200520"/>
          </a:xfrm>
        </p:grpSpPr>
        <p:sp>
          <p:nvSpPr>
            <p:cNvPr id="342" name=""/>
            <p:cNvSpPr/>
            <p:nvPr/>
          </p:nvSpPr>
          <p:spPr>
            <a:xfrm>
              <a:off x="685800" y="2073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" name=""/>
            <p:cNvSpPr/>
            <p:nvPr/>
          </p:nvSpPr>
          <p:spPr>
            <a:xfrm>
              <a:off x="81000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" name=""/>
          <p:cNvGrpSpPr/>
          <p:nvPr/>
        </p:nvGrpSpPr>
        <p:grpSpPr>
          <a:xfrm>
            <a:off x="990720" y="5638680"/>
            <a:ext cx="460080" cy="200520"/>
            <a:chOff x="990720" y="5638680"/>
            <a:chExt cx="460080" cy="200520"/>
          </a:xfrm>
        </p:grpSpPr>
        <p:sp>
          <p:nvSpPr>
            <p:cNvPr id="345" name=""/>
            <p:cNvSpPr/>
            <p:nvPr/>
          </p:nvSpPr>
          <p:spPr>
            <a:xfrm>
              <a:off x="990720" y="56545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" name=""/>
            <p:cNvSpPr/>
            <p:nvPr/>
          </p:nvSpPr>
          <p:spPr>
            <a:xfrm>
              <a:off x="111312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7" name=""/>
          <p:cNvGrpSpPr/>
          <p:nvPr/>
        </p:nvGrpSpPr>
        <p:grpSpPr>
          <a:xfrm>
            <a:off x="2209680" y="3505320"/>
            <a:ext cx="461880" cy="200520"/>
            <a:chOff x="2209680" y="3505320"/>
            <a:chExt cx="461880" cy="200520"/>
          </a:xfrm>
        </p:grpSpPr>
        <p:sp>
          <p:nvSpPr>
            <p:cNvPr id="348" name=""/>
            <p:cNvSpPr/>
            <p:nvPr/>
          </p:nvSpPr>
          <p:spPr>
            <a:xfrm>
              <a:off x="2209680" y="3521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233388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0" name=""/>
          <p:cNvGrpSpPr/>
          <p:nvPr/>
        </p:nvGrpSpPr>
        <p:grpSpPr>
          <a:xfrm>
            <a:off x="5791320" y="1523880"/>
            <a:ext cx="461520" cy="200520"/>
            <a:chOff x="5791320" y="1523880"/>
            <a:chExt cx="461520" cy="200520"/>
          </a:xfrm>
        </p:grpSpPr>
        <p:sp>
          <p:nvSpPr>
            <p:cNvPr id="351" name=""/>
            <p:cNvSpPr/>
            <p:nvPr/>
          </p:nvSpPr>
          <p:spPr>
            <a:xfrm>
              <a:off x="5791320" y="1539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2" name=""/>
            <p:cNvSpPr/>
            <p:nvPr/>
          </p:nvSpPr>
          <p:spPr>
            <a:xfrm>
              <a:off x="591516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53" name="Rounded Rectangle 352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354" name="Oval 353"/>
          <p:cNvSpPr/>
          <p:nvPr/>
        </p:nvSpPr>
        <p:spPr>
          <a:xfrm>
            <a:off x="4071858" y="43069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4101858" y="43369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4271858" y="43219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57" name="Oval 356"/>
          <p:cNvSpPr/>
          <p:nvPr/>
        </p:nvSpPr>
        <p:spPr>
          <a:xfrm>
            <a:off x="3081140" y="27826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3111140" y="28126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3281140" y="27976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60" name="Oval 359"/>
          <p:cNvSpPr/>
          <p:nvPr/>
        </p:nvSpPr>
        <p:spPr>
          <a:xfrm>
            <a:off x="5969779" y="48728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5999779" y="49028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6169779" y="48878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63" name="Oval 362"/>
          <p:cNvSpPr/>
          <p:nvPr/>
        </p:nvSpPr>
        <p:spPr>
          <a:xfrm>
            <a:off x="1396160" y="42313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426160" y="42613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1596160" y="42463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66" name="Oval 365"/>
          <p:cNvSpPr/>
          <p:nvPr/>
        </p:nvSpPr>
        <p:spPr>
          <a:xfrm>
            <a:off x="3301099" y="55269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3331099" y="55569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68" name="Rounded Rectangle 367"/>
          <p:cNvSpPr/>
          <p:nvPr/>
        </p:nvSpPr>
        <p:spPr>
          <a:xfrm>
            <a:off x="3501099" y="55419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69" name="Oval 368"/>
          <p:cNvSpPr/>
          <p:nvPr/>
        </p:nvSpPr>
        <p:spPr>
          <a:xfrm>
            <a:off x="8307440" y="34011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8337440" y="34311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71" name="Rounded Rectangle 370"/>
          <p:cNvSpPr/>
          <p:nvPr/>
        </p:nvSpPr>
        <p:spPr>
          <a:xfrm>
            <a:off x="8507440" y="34161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72" name="Oval 371"/>
          <p:cNvSpPr/>
          <p:nvPr/>
        </p:nvSpPr>
        <p:spPr>
          <a:xfrm>
            <a:off x="7138337" y="41377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7168337" y="41677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7338337" y="41527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75" name="Oval 374"/>
          <p:cNvSpPr/>
          <p:nvPr/>
        </p:nvSpPr>
        <p:spPr>
          <a:xfrm>
            <a:off x="669137" y="34170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699137" y="34470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77" name="Rounded Rectangle 376"/>
          <p:cNvSpPr/>
          <p:nvPr/>
        </p:nvSpPr>
        <p:spPr>
          <a:xfrm>
            <a:off x="869137" y="34320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78" name="Oval 377"/>
          <p:cNvSpPr/>
          <p:nvPr/>
        </p:nvSpPr>
        <p:spPr>
          <a:xfrm>
            <a:off x="1395437" y="48397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1425437" y="48697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1595437" y="48547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81" name="Oval 380"/>
          <p:cNvSpPr/>
          <p:nvPr/>
        </p:nvSpPr>
        <p:spPr>
          <a:xfrm>
            <a:off x="8290699" y="19446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8320699" y="19746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83" name="Rounded Rectangle 382"/>
          <p:cNvSpPr/>
          <p:nvPr/>
        </p:nvSpPr>
        <p:spPr>
          <a:xfrm>
            <a:off x="8490699" y="19596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84" name="Oval 383"/>
          <p:cNvSpPr/>
          <p:nvPr/>
        </p:nvSpPr>
        <p:spPr>
          <a:xfrm>
            <a:off x="4215498" y="20216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4245498" y="20516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86" name="Rounded Rectangle 385"/>
          <p:cNvSpPr/>
          <p:nvPr/>
        </p:nvSpPr>
        <p:spPr>
          <a:xfrm>
            <a:off x="4415498" y="20366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87" name="Oval 386"/>
          <p:cNvSpPr/>
          <p:nvPr/>
        </p:nvSpPr>
        <p:spPr>
          <a:xfrm>
            <a:off x="1781178" y="26804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811178" y="27104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89" name="Rounded Rectangle 388"/>
          <p:cNvSpPr/>
          <p:nvPr/>
        </p:nvSpPr>
        <p:spPr>
          <a:xfrm>
            <a:off x="1981178" y="26954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90" name="Oval 389"/>
          <p:cNvSpPr/>
          <p:nvPr/>
        </p:nvSpPr>
        <p:spPr>
          <a:xfrm>
            <a:off x="5214140" y="41139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5244140" y="41439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92" name="Rounded Rectangle 391"/>
          <p:cNvSpPr/>
          <p:nvPr/>
        </p:nvSpPr>
        <p:spPr>
          <a:xfrm>
            <a:off x="5414140" y="41289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93" name="Oval 392"/>
          <p:cNvSpPr/>
          <p:nvPr/>
        </p:nvSpPr>
        <p:spPr>
          <a:xfrm>
            <a:off x="7339761" y="29360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7369761" y="29660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95" name="Rounded Rectangle 394"/>
          <p:cNvSpPr/>
          <p:nvPr/>
        </p:nvSpPr>
        <p:spPr>
          <a:xfrm>
            <a:off x="7539761" y="29510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96" name="Oval 395"/>
          <p:cNvSpPr/>
          <p:nvPr/>
        </p:nvSpPr>
        <p:spPr>
          <a:xfrm>
            <a:off x="5434818" y="346759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5464818" y="349759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98" name="Rounded Rectangle 397"/>
          <p:cNvSpPr/>
          <p:nvPr/>
        </p:nvSpPr>
        <p:spPr>
          <a:xfrm>
            <a:off x="5634818" y="348259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99" name="Oval 398"/>
          <p:cNvSpPr/>
          <p:nvPr/>
        </p:nvSpPr>
        <p:spPr>
          <a:xfrm>
            <a:off x="6383417" y="34321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6413417" y="34621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401" name="Rounded Rectangle 400"/>
          <p:cNvSpPr/>
          <p:nvPr/>
        </p:nvSpPr>
        <p:spPr>
          <a:xfrm>
            <a:off x="6583417" y="34471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402" name="Oval 401"/>
          <p:cNvSpPr/>
          <p:nvPr/>
        </p:nvSpPr>
        <p:spPr>
          <a:xfrm>
            <a:off x="634218" y="20216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664218" y="20516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404" name="Rounded Rectangle 403"/>
          <p:cNvSpPr/>
          <p:nvPr/>
        </p:nvSpPr>
        <p:spPr>
          <a:xfrm>
            <a:off x="834218" y="20366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405" name="Oval 404"/>
          <p:cNvSpPr/>
          <p:nvPr/>
        </p:nvSpPr>
        <p:spPr>
          <a:xfrm>
            <a:off x="938238" y="56029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968238" y="56329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407" name="Rounded Rectangle 406"/>
          <p:cNvSpPr/>
          <p:nvPr/>
        </p:nvSpPr>
        <p:spPr>
          <a:xfrm>
            <a:off x="1138238" y="56179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408" name="Oval 407"/>
          <p:cNvSpPr/>
          <p:nvPr/>
        </p:nvSpPr>
        <p:spPr>
          <a:xfrm>
            <a:off x="2158098" y="34695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188098" y="34995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410" name="Rounded Rectangle 409"/>
          <p:cNvSpPr/>
          <p:nvPr/>
        </p:nvSpPr>
        <p:spPr>
          <a:xfrm>
            <a:off x="2358098" y="34845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411" name="Oval 410"/>
          <p:cNvSpPr/>
          <p:nvPr/>
        </p:nvSpPr>
        <p:spPr>
          <a:xfrm>
            <a:off x="5739739" y="14881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5769739" y="15181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413" name="Rounded Rectangle 412"/>
          <p:cNvSpPr/>
          <p:nvPr/>
        </p:nvSpPr>
        <p:spPr>
          <a:xfrm>
            <a:off x="5939739" y="15031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>
            <a:off x="3033000" y="50760"/>
            <a:ext cx="30780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4: LFPG | RWY 26L | STAR SABLO4W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 flipV="1">
            <a:off x="1901880" y="4654440"/>
            <a:ext cx="1133280" cy="200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 flipV="1">
            <a:off x="3035160" y="3637080"/>
            <a:ext cx="739800" cy="1017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 flipV="1">
            <a:off x="3774960" y="3071880"/>
            <a:ext cx="1109880" cy="565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 flipV="1">
            <a:off x="4884840" y="2638440"/>
            <a:ext cx="433440" cy="433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 flipV="1">
            <a:off x="5318280" y="2277720"/>
            <a:ext cx="358560" cy="360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 flipV="1">
            <a:off x="5676840" y="2249280"/>
            <a:ext cx="426960" cy="28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8360" bIns="-18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 flipV="1">
            <a:off x="6103800" y="2239560"/>
            <a:ext cx="135000" cy="9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 flipV="1">
            <a:off x="6238800" y="2220480"/>
            <a:ext cx="266760" cy="19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7720" bIns="-27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6505560" y="2220840"/>
            <a:ext cx="33804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6843600" y="2220840"/>
            <a:ext cx="32724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 flipV="1">
            <a:off x="7170840" y="2155320"/>
            <a:ext cx="71280" cy="65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 flipH="1">
            <a:off x="6993000" y="2155680"/>
            <a:ext cx="249120" cy="17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9160" bIns="-291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 flipH="1">
            <a:off x="6608520" y="2173320"/>
            <a:ext cx="384120" cy="27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7" name=""/>
          <p:cNvGrpSpPr/>
          <p:nvPr/>
        </p:nvGrpSpPr>
        <p:grpSpPr>
          <a:xfrm>
            <a:off x="1838160" y="4791240"/>
            <a:ext cx="728280" cy="200520"/>
            <a:chOff x="1838160" y="4791240"/>
            <a:chExt cx="728280" cy="200520"/>
          </a:xfrm>
        </p:grpSpPr>
        <p:sp>
          <p:nvSpPr>
            <p:cNvPr id="368" name=""/>
            <p:cNvSpPr/>
            <p:nvPr/>
          </p:nvSpPr>
          <p:spPr>
            <a:xfrm>
              <a:off x="1838160" y="479124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9" name=""/>
            <p:cNvSpPr/>
            <p:nvPr/>
          </p:nvSpPr>
          <p:spPr>
            <a:xfrm>
              <a:off x="2019960" y="4791240"/>
              <a:ext cx="54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'SABLE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0" name=""/>
          <p:cNvGrpSpPr/>
          <p:nvPr/>
        </p:nvGrpSpPr>
        <p:grpSpPr>
          <a:xfrm>
            <a:off x="2984400" y="4591080"/>
            <a:ext cx="575280" cy="200520"/>
            <a:chOff x="2984400" y="4591080"/>
            <a:chExt cx="575280" cy="200520"/>
          </a:xfrm>
        </p:grpSpPr>
        <p:sp>
          <p:nvSpPr>
            <p:cNvPr id="371" name=""/>
            <p:cNvSpPr/>
            <p:nvPr/>
          </p:nvSpPr>
          <p:spPr>
            <a:xfrm>
              <a:off x="2984400" y="46036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" name=""/>
            <p:cNvSpPr/>
            <p:nvPr/>
          </p:nvSpPr>
          <p:spPr>
            <a:xfrm>
              <a:off x="3069720" y="45910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LUMAN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3" name=""/>
          <p:cNvGrpSpPr/>
          <p:nvPr/>
        </p:nvGrpSpPr>
        <p:grpSpPr>
          <a:xfrm>
            <a:off x="3724200" y="3573360"/>
            <a:ext cx="582120" cy="200520"/>
            <a:chOff x="3724200" y="3573360"/>
            <a:chExt cx="582120" cy="200520"/>
          </a:xfrm>
        </p:grpSpPr>
        <p:sp>
          <p:nvSpPr>
            <p:cNvPr id="374" name=""/>
            <p:cNvSpPr/>
            <p:nvPr/>
          </p:nvSpPr>
          <p:spPr>
            <a:xfrm>
              <a:off x="3724200" y="3586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" name=""/>
            <p:cNvSpPr/>
            <p:nvPr/>
          </p:nvSpPr>
          <p:spPr>
            <a:xfrm>
              <a:off x="3802680" y="3573360"/>
              <a:ext cx="503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ROMLO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6" name=""/>
          <p:cNvGrpSpPr/>
          <p:nvPr/>
        </p:nvGrpSpPr>
        <p:grpSpPr>
          <a:xfrm>
            <a:off x="4843440" y="3008160"/>
            <a:ext cx="549360" cy="200520"/>
            <a:chOff x="4843440" y="3008160"/>
            <a:chExt cx="549360" cy="200520"/>
          </a:xfrm>
        </p:grpSpPr>
        <p:sp>
          <p:nvSpPr>
            <p:cNvPr id="377" name=""/>
            <p:cNvSpPr/>
            <p:nvPr/>
          </p:nvSpPr>
          <p:spPr>
            <a:xfrm>
              <a:off x="4843440" y="3032280"/>
              <a:ext cx="8100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4913280" y="300816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BALOD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9" name=""/>
          <p:cNvGrpSpPr/>
          <p:nvPr/>
        </p:nvGrpSpPr>
        <p:grpSpPr>
          <a:xfrm>
            <a:off x="5276880" y="2575080"/>
            <a:ext cx="543240" cy="200520"/>
            <a:chOff x="5276880" y="2575080"/>
            <a:chExt cx="543240" cy="200520"/>
          </a:xfrm>
        </p:grpSpPr>
        <p:sp>
          <p:nvSpPr>
            <p:cNvPr id="380" name=""/>
            <p:cNvSpPr/>
            <p:nvPr/>
          </p:nvSpPr>
          <p:spPr>
            <a:xfrm>
              <a:off x="5276880" y="259704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1" name=""/>
            <p:cNvSpPr/>
            <p:nvPr/>
          </p:nvSpPr>
          <p:spPr>
            <a:xfrm>
              <a:off x="5356080" y="257508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CR43A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2" name=""/>
          <p:cNvGrpSpPr/>
          <p:nvPr/>
        </p:nvGrpSpPr>
        <p:grpSpPr>
          <a:xfrm>
            <a:off x="5637240" y="2214720"/>
            <a:ext cx="563760" cy="200520"/>
            <a:chOff x="5637240" y="2214720"/>
            <a:chExt cx="563760" cy="200520"/>
          </a:xfrm>
        </p:grpSpPr>
        <p:sp>
          <p:nvSpPr>
            <p:cNvPr id="383" name=""/>
            <p:cNvSpPr/>
            <p:nvPr/>
          </p:nvSpPr>
          <p:spPr>
            <a:xfrm>
              <a:off x="5637240" y="22384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" name=""/>
            <p:cNvSpPr/>
            <p:nvPr/>
          </p:nvSpPr>
          <p:spPr>
            <a:xfrm>
              <a:off x="5692680" y="221472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DOMUS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5" name=""/>
          <p:cNvGrpSpPr/>
          <p:nvPr/>
        </p:nvGrpSpPr>
        <p:grpSpPr>
          <a:xfrm>
            <a:off x="6053040" y="2185920"/>
            <a:ext cx="558000" cy="200520"/>
            <a:chOff x="6053040" y="2185920"/>
            <a:chExt cx="558000" cy="200520"/>
          </a:xfrm>
        </p:grpSpPr>
        <p:sp>
          <p:nvSpPr>
            <p:cNvPr id="386" name=""/>
            <p:cNvSpPr/>
            <p:nvPr/>
          </p:nvSpPr>
          <p:spPr>
            <a:xfrm>
              <a:off x="6053040" y="21985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6156000" y="218592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PG517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8" name=""/>
          <p:cNvGrpSpPr/>
          <p:nvPr/>
        </p:nvGrpSpPr>
        <p:grpSpPr>
          <a:xfrm>
            <a:off x="6188040" y="2176560"/>
            <a:ext cx="558000" cy="200520"/>
            <a:chOff x="6188040" y="2176560"/>
            <a:chExt cx="558000" cy="200520"/>
          </a:xfrm>
        </p:grpSpPr>
        <p:sp>
          <p:nvSpPr>
            <p:cNvPr id="389" name=""/>
            <p:cNvSpPr/>
            <p:nvPr/>
          </p:nvSpPr>
          <p:spPr>
            <a:xfrm>
              <a:off x="6188040" y="21891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" name=""/>
            <p:cNvSpPr/>
            <p:nvPr/>
          </p:nvSpPr>
          <p:spPr>
            <a:xfrm>
              <a:off x="6291000" y="217656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PG514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1" name=""/>
          <p:cNvGrpSpPr/>
          <p:nvPr/>
        </p:nvGrpSpPr>
        <p:grpSpPr>
          <a:xfrm>
            <a:off x="6464160" y="2157480"/>
            <a:ext cx="537480" cy="200520"/>
            <a:chOff x="6464160" y="2157480"/>
            <a:chExt cx="537480" cy="200520"/>
          </a:xfrm>
        </p:grpSpPr>
        <p:sp>
          <p:nvSpPr>
            <p:cNvPr id="392" name=""/>
            <p:cNvSpPr/>
            <p:nvPr/>
          </p:nvSpPr>
          <p:spPr>
            <a:xfrm>
              <a:off x="6464160" y="217980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3" name=""/>
            <p:cNvSpPr/>
            <p:nvPr/>
          </p:nvSpPr>
          <p:spPr>
            <a:xfrm>
              <a:off x="6546600" y="215748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PG515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4" name=""/>
          <p:cNvGrpSpPr/>
          <p:nvPr/>
        </p:nvGrpSpPr>
        <p:grpSpPr>
          <a:xfrm>
            <a:off x="6804000" y="2157480"/>
            <a:ext cx="537120" cy="200520"/>
            <a:chOff x="6804000" y="2157480"/>
            <a:chExt cx="537120" cy="200520"/>
          </a:xfrm>
        </p:grpSpPr>
        <p:sp>
          <p:nvSpPr>
            <p:cNvPr id="395" name=""/>
            <p:cNvSpPr/>
            <p:nvPr/>
          </p:nvSpPr>
          <p:spPr>
            <a:xfrm>
              <a:off x="6804000" y="217980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6" name=""/>
            <p:cNvSpPr/>
            <p:nvPr/>
          </p:nvSpPr>
          <p:spPr>
            <a:xfrm>
              <a:off x="6886080" y="215748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PG516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7" name=""/>
          <p:cNvGrpSpPr/>
          <p:nvPr/>
        </p:nvGrpSpPr>
        <p:grpSpPr>
          <a:xfrm>
            <a:off x="7129440" y="2157480"/>
            <a:ext cx="617040" cy="200520"/>
            <a:chOff x="7129440" y="2157480"/>
            <a:chExt cx="617040" cy="200520"/>
          </a:xfrm>
        </p:grpSpPr>
        <p:sp>
          <p:nvSpPr>
            <p:cNvPr id="398" name=""/>
            <p:cNvSpPr/>
            <p:nvPr/>
          </p:nvSpPr>
          <p:spPr>
            <a:xfrm>
              <a:off x="7129440" y="217980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9" name=""/>
            <p:cNvSpPr/>
            <p:nvPr/>
          </p:nvSpPr>
          <p:spPr>
            <a:xfrm>
              <a:off x="7198560" y="2157480"/>
              <a:ext cx="547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VECTOR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0" name=""/>
          <p:cNvGrpSpPr/>
          <p:nvPr/>
        </p:nvGrpSpPr>
        <p:grpSpPr>
          <a:xfrm>
            <a:off x="7202520" y="2092320"/>
            <a:ext cx="517320" cy="200520"/>
            <a:chOff x="7202520" y="2092320"/>
            <a:chExt cx="517320" cy="200520"/>
          </a:xfrm>
        </p:grpSpPr>
        <p:sp>
          <p:nvSpPr>
            <p:cNvPr id="401" name=""/>
            <p:cNvSpPr/>
            <p:nvPr/>
          </p:nvSpPr>
          <p:spPr>
            <a:xfrm>
              <a:off x="7202520" y="211464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2" name=""/>
            <p:cNvSpPr/>
            <p:nvPr/>
          </p:nvSpPr>
          <p:spPr>
            <a:xfrm>
              <a:off x="7304400" y="209232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CI26L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3" name=""/>
          <p:cNvGrpSpPr/>
          <p:nvPr/>
        </p:nvGrpSpPr>
        <p:grpSpPr>
          <a:xfrm>
            <a:off x="6953400" y="2109960"/>
            <a:ext cx="512640" cy="200520"/>
            <a:chOff x="6953400" y="2109960"/>
            <a:chExt cx="512640" cy="200520"/>
          </a:xfrm>
        </p:grpSpPr>
        <p:sp>
          <p:nvSpPr>
            <p:cNvPr id="404" name=""/>
            <p:cNvSpPr/>
            <p:nvPr/>
          </p:nvSpPr>
          <p:spPr>
            <a:xfrm>
              <a:off x="6953400" y="2131920"/>
              <a:ext cx="80640" cy="828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2240" bIns="12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5" name=""/>
            <p:cNvSpPr/>
            <p:nvPr/>
          </p:nvSpPr>
          <p:spPr>
            <a:xfrm>
              <a:off x="7059600" y="2109960"/>
              <a:ext cx="406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FI26L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6" name=""/>
          <p:cNvGrpSpPr/>
          <p:nvPr/>
        </p:nvGrpSpPr>
        <p:grpSpPr>
          <a:xfrm>
            <a:off x="6545160" y="2136600"/>
            <a:ext cx="728280" cy="200520"/>
            <a:chOff x="6545160" y="2136600"/>
            <a:chExt cx="728280" cy="200520"/>
          </a:xfrm>
        </p:grpSpPr>
        <p:sp>
          <p:nvSpPr>
            <p:cNvPr id="407" name=""/>
            <p:cNvSpPr/>
            <p:nvPr/>
          </p:nvSpPr>
          <p:spPr>
            <a:xfrm>
              <a:off x="6545160" y="213660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8" name=""/>
            <p:cNvSpPr/>
            <p:nvPr/>
          </p:nvSpPr>
          <p:spPr>
            <a:xfrm>
              <a:off x="6726960" y="2136600"/>
              <a:ext cx="54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'RW26L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9" name=""/>
          <p:cNvGrpSpPr/>
          <p:nvPr/>
        </p:nvGrpSpPr>
        <p:grpSpPr>
          <a:xfrm>
            <a:off x="2133720" y="3962520"/>
            <a:ext cx="479160" cy="200520"/>
            <a:chOff x="2133720" y="3962520"/>
            <a:chExt cx="479160" cy="200520"/>
          </a:xfrm>
        </p:grpSpPr>
        <p:sp>
          <p:nvSpPr>
            <p:cNvPr id="410" name=""/>
            <p:cNvSpPr/>
            <p:nvPr/>
          </p:nvSpPr>
          <p:spPr>
            <a:xfrm>
              <a:off x="2133720" y="39686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1" name=""/>
            <p:cNvSpPr/>
            <p:nvPr/>
          </p:nvSpPr>
          <p:spPr>
            <a:xfrm>
              <a:off x="227520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2" name=""/>
          <p:cNvGrpSpPr/>
          <p:nvPr/>
        </p:nvGrpSpPr>
        <p:grpSpPr>
          <a:xfrm>
            <a:off x="4572000" y="4038480"/>
            <a:ext cx="479160" cy="200520"/>
            <a:chOff x="4572000" y="4038480"/>
            <a:chExt cx="479160" cy="200520"/>
          </a:xfrm>
        </p:grpSpPr>
        <p:sp>
          <p:nvSpPr>
            <p:cNvPr id="413" name=""/>
            <p:cNvSpPr/>
            <p:nvPr/>
          </p:nvSpPr>
          <p:spPr>
            <a:xfrm>
              <a:off x="4572000" y="404496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4" name=""/>
            <p:cNvSpPr/>
            <p:nvPr/>
          </p:nvSpPr>
          <p:spPr>
            <a:xfrm>
              <a:off x="471348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5" name=""/>
          <p:cNvGrpSpPr/>
          <p:nvPr/>
        </p:nvGrpSpPr>
        <p:grpSpPr>
          <a:xfrm>
            <a:off x="6781680" y="1447920"/>
            <a:ext cx="479160" cy="200520"/>
            <a:chOff x="6781680" y="1447920"/>
            <a:chExt cx="479160" cy="200520"/>
          </a:xfrm>
        </p:grpSpPr>
        <p:sp>
          <p:nvSpPr>
            <p:cNvPr id="416" name=""/>
            <p:cNvSpPr/>
            <p:nvPr/>
          </p:nvSpPr>
          <p:spPr>
            <a:xfrm>
              <a:off x="6781680" y="145404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7" name=""/>
            <p:cNvSpPr/>
            <p:nvPr/>
          </p:nvSpPr>
          <p:spPr>
            <a:xfrm>
              <a:off x="692316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8" name=""/>
          <p:cNvGrpSpPr/>
          <p:nvPr/>
        </p:nvGrpSpPr>
        <p:grpSpPr>
          <a:xfrm>
            <a:off x="5334120" y="457200"/>
            <a:ext cx="479160" cy="200520"/>
            <a:chOff x="5334120" y="457200"/>
            <a:chExt cx="479160" cy="200520"/>
          </a:xfrm>
        </p:grpSpPr>
        <p:sp>
          <p:nvSpPr>
            <p:cNvPr id="419" name=""/>
            <p:cNvSpPr/>
            <p:nvPr/>
          </p:nvSpPr>
          <p:spPr>
            <a:xfrm>
              <a:off x="5334120" y="46332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0" name=""/>
            <p:cNvSpPr/>
            <p:nvPr/>
          </p:nvSpPr>
          <p:spPr>
            <a:xfrm>
              <a:off x="547560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1" name=""/>
          <p:cNvGrpSpPr/>
          <p:nvPr/>
        </p:nvGrpSpPr>
        <p:grpSpPr>
          <a:xfrm>
            <a:off x="7238880" y="4952880"/>
            <a:ext cx="461520" cy="200520"/>
            <a:chOff x="7238880" y="4952880"/>
            <a:chExt cx="461520" cy="200520"/>
          </a:xfrm>
        </p:grpSpPr>
        <p:sp>
          <p:nvSpPr>
            <p:cNvPr id="422" name=""/>
            <p:cNvSpPr/>
            <p:nvPr/>
          </p:nvSpPr>
          <p:spPr>
            <a:xfrm>
              <a:off x="7238880" y="496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3" name=""/>
            <p:cNvSpPr/>
            <p:nvPr/>
          </p:nvSpPr>
          <p:spPr>
            <a:xfrm>
              <a:off x="736272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4" name=""/>
          <p:cNvGrpSpPr/>
          <p:nvPr/>
        </p:nvGrpSpPr>
        <p:grpSpPr>
          <a:xfrm>
            <a:off x="457200" y="3124080"/>
            <a:ext cx="461520" cy="200520"/>
            <a:chOff x="457200" y="3124080"/>
            <a:chExt cx="461520" cy="200520"/>
          </a:xfrm>
        </p:grpSpPr>
        <p:sp>
          <p:nvSpPr>
            <p:cNvPr id="425" name=""/>
            <p:cNvSpPr/>
            <p:nvPr/>
          </p:nvSpPr>
          <p:spPr>
            <a:xfrm>
              <a:off x="457200" y="3138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6" name=""/>
            <p:cNvSpPr/>
            <p:nvPr/>
          </p:nvSpPr>
          <p:spPr>
            <a:xfrm>
              <a:off x="58104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7" name=""/>
          <p:cNvGrpSpPr/>
          <p:nvPr/>
        </p:nvGrpSpPr>
        <p:grpSpPr>
          <a:xfrm>
            <a:off x="8458200" y="3505320"/>
            <a:ext cx="461880" cy="200520"/>
            <a:chOff x="8458200" y="3505320"/>
            <a:chExt cx="461880" cy="200520"/>
          </a:xfrm>
        </p:grpSpPr>
        <p:sp>
          <p:nvSpPr>
            <p:cNvPr id="428" name=""/>
            <p:cNvSpPr/>
            <p:nvPr/>
          </p:nvSpPr>
          <p:spPr>
            <a:xfrm>
              <a:off x="8458200" y="3521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9" name=""/>
            <p:cNvSpPr/>
            <p:nvPr/>
          </p:nvSpPr>
          <p:spPr>
            <a:xfrm>
              <a:off x="858240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0" name=""/>
          <p:cNvGrpSpPr/>
          <p:nvPr/>
        </p:nvGrpSpPr>
        <p:grpSpPr>
          <a:xfrm>
            <a:off x="5410080" y="1600200"/>
            <a:ext cx="461880" cy="200520"/>
            <a:chOff x="5410080" y="1600200"/>
            <a:chExt cx="461880" cy="200520"/>
          </a:xfrm>
        </p:grpSpPr>
        <p:sp>
          <p:nvSpPr>
            <p:cNvPr id="431" name=""/>
            <p:cNvSpPr/>
            <p:nvPr/>
          </p:nvSpPr>
          <p:spPr>
            <a:xfrm>
              <a:off x="5410080" y="1616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2" name=""/>
            <p:cNvSpPr/>
            <p:nvPr/>
          </p:nvSpPr>
          <p:spPr>
            <a:xfrm>
              <a:off x="553428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3" name=""/>
          <p:cNvGrpSpPr/>
          <p:nvPr/>
        </p:nvGrpSpPr>
        <p:grpSpPr>
          <a:xfrm>
            <a:off x="2743200" y="3200400"/>
            <a:ext cx="459720" cy="200520"/>
            <a:chOff x="2743200" y="3200400"/>
            <a:chExt cx="459720" cy="200520"/>
          </a:xfrm>
        </p:grpSpPr>
        <p:sp>
          <p:nvSpPr>
            <p:cNvPr id="434" name=""/>
            <p:cNvSpPr/>
            <p:nvPr/>
          </p:nvSpPr>
          <p:spPr>
            <a:xfrm>
              <a:off x="2743200" y="32148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5" name=""/>
            <p:cNvSpPr/>
            <p:nvPr/>
          </p:nvSpPr>
          <p:spPr>
            <a:xfrm>
              <a:off x="286524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6" name=""/>
          <p:cNvGrpSpPr/>
          <p:nvPr/>
        </p:nvGrpSpPr>
        <p:grpSpPr>
          <a:xfrm>
            <a:off x="4500720" y="4889520"/>
            <a:ext cx="468720" cy="200520"/>
            <a:chOff x="4500720" y="4889520"/>
            <a:chExt cx="468720" cy="200520"/>
          </a:xfrm>
        </p:grpSpPr>
        <p:sp>
          <p:nvSpPr>
            <p:cNvPr id="437" name=""/>
            <p:cNvSpPr/>
            <p:nvPr/>
          </p:nvSpPr>
          <p:spPr>
            <a:xfrm>
              <a:off x="4500720" y="4903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8" name=""/>
            <p:cNvSpPr/>
            <p:nvPr/>
          </p:nvSpPr>
          <p:spPr>
            <a:xfrm>
              <a:off x="4631760" y="488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9" name=""/>
          <p:cNvGrpSpPr/>
          <p:nvPr/>
        </p:nvGrpSpPr>
        <p:grpSpPr>
          <a:xfrm>
            <a:off x="4116240" y="1598760"/>
            <a:ext cx="467280" cy="200520"/>
            <a:chOff x="4116240" y="1598760"/>
            <a:chExt cx="467280" cy="200520"/>
          </a:xfrm>
        </p:grpSpPr>
        <p:sp>
          <p:nvSpPr>
            <p:cNvPr id="440" name=""/>
            <p:cNvSpPr/>
            <p:nvPr/>
          </p:nvSpPr>
          <p:spPr>
            <a:xfrm>
              <a:off x="4116240" y="16128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1" name=""/>
            <p:cNvSpPr/>
            <p:nvPr/>
          </p:nvSpPr>
          <p:spPr>
            <a:xfrm>
              <a:off x="4245840" y="1598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2" name=""/>
          <p:cNvGrpSpPr/>
          <p:nvPr/>
        </p:nvGrpSpPr>
        <p:grpSpPr>
          <a:xfrm>
            <a:off x="696960" y="5294160"/>
            <a:ext cx="468720" cy="200520"/>
            <a:chOff x="696960" y="5294160"/>
            <a:chExt cx="468720" cy="200520"/>
          </a:xfrm>
        </p:grpSpPr>
        <p:sp>
          <p:nvSpPr>
            <p:cNvPr id="443" name=""/>
            <p:cNvSpPr/>
            <p:nvPr/>
          </p:nvSpPr>
          <p:spPr>
            <a:xfrm>
              <a:off x="696960" y="5308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4" name=""/>
            <p:cNvSpPr/>
            <p:nvPr/>
          </p:nvSpPr>
          <p:spPr>
            <a:xfrm>
              <a:off x="828000" y="5294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5" name=""/>
          <p:cNvGrpSpPr/>
          <p:nvPr/>
        </p:nvGrpSpPr>
        <p:grpSpPr>
          <a:xfrm>
            <a:off x="5638680" y="3581280"/>
            <a:ext cx="461880" cy="200520"/>
            <a:chOff x="5638680" y="3581280"/>
            <a:chExt cx="461880" cy="200520"/>
          </a:xfrm>
        </p:grpSpPr>
        <p:sp>
          <p:nvSpPr>
            <p:cNvPr id="446" name=""/>
            <p:cNvSpPr/>
            <p:nvPr/>
          </p:nvSpPr>
          <p:spPr>
            <a:xfrm>
              <a:off x="5638680" y="3595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7" name=""/>
            <p:cNvSpPr/>
            <p:nvPr/>
          </p:nvSpPr>
          <p:spPr>
            <a:xfrm>
              <a:off x="576288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8" name=""/>
          <p:cNvGrpSpPr/>
          <p:nvPr/>
        </p:nvGrpSpPr>
        <p:grpSpPr>
          <a:xfrm>
            <a:off x="7543800" y="1752480"/>
            <a:ext cx="461880" cy="200520"/>
            <a:chOff x="7543800" y="1752480"/>
            <a:chExt cx="461880" cy="200520"/>
          </a:xfrm>
        </p:grpSpPr>
        <p:sp>
          <p:nvSpPr>
            <p:cNvPr id="449" name=""/>
            <p:cNvSpPr/>
            <p:nvPr/>
          </p:nvSpPr>
          <p:spPr>
            <a:xfrm>
              <a:off x="7543800" y="1766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0" name=""/>
            <p:cNvSpPr/>
            <p:nvPr/>
          </p:nvSpPr>
          <p:spPr>
            <a:xfrm>
              <a:off x="766800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1" name=""/>
          <p:cNvGrpSpPr/>
          <p:nvPr/>
        </p:nvGrpSpPr>
        <p:grpSpPr>
          <a:xfrm>
            <a:off x="1828800" y="1219320"/>
            <a:ext cx="461520" cy="200520"/>
            <a:chOff x="1828800" y="1219320"/>
            <a:chExt cx="461520" cy="200520"/>
          </a:xfrm>
        </p:grpSpPr>
        <p:sp>
          <p:nvSpPr>
            <p:cNvPr id="452" name=""/>
            <p:cNvSpPr/>
            <p:nvPr/>
          </p:nvSpPr>
          <p:spPr>
            <a:xfrm>
              <a:off x="1828800" y="1233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3" name=""/>
            <p:cNvSpPr/>
            <p:nvPr/>
          </p:nvSpPr>
          <p:spPr>
            <a:xfrm>
              <a:off x="195264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4" name=""/>
          <p:cNvGrpSpPr/>
          <p:nvPr/>
        </p:nvGrpSpPr>
        <p:grpSpPr>
          <a:xfrm>
            <a:off x="7620120" y="2514600"/>
            <a:ext cx="460080" cy="200520"/>
            <a:chOff x="7620120" y="2514600"/>
            <a:chExt cx="460080" cy="200520"/>
          </a:xfrm>
        </p:grpSpPr>
        <p:sp>
          <p:nvSpPr>
            <p:cNvPr id="455" name=""/>
            <p:cNvSpPr/>
            <p:nvPr/>
          </p:nvSpPr>
          <p:spPr>
            <a:xfrm>
              <a:off x="7620120" y="25290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6" name=""/>
            <p:cNvSpPr/>
            <p:nvPr/>
          </p:nvSpPr>
          <p:spPr>
            <a:xfrm>
              <a:off x="774252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7" name=""/>
          <p:cNvGrpSpPr/>
          <p:nvPr/>
        </p:nvGrpSpPr>
        <p:grpSpPr>
          <a:xfrm>
            <a:off x="2743200" y="5562720"/>
            <a:ext cx="461520" cy="200520"/>
            <a:chOff x="2743200" y="5562720"/>
            <a:chExt cx="461520" cy="200520"/>
          </a:xfrm>
        </p:grpSpPr>
        <p:sp>
          <p:nvSpPr>
            <p:cNvPr id="458" name=""/>
            <p:cNvSpPr/>
            <p:nvPr/>
          </p:nvSpPr>
          <p:spPr>
            <a:xfrm>
              <a:off x="2743200" y="5577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9" name=""/>
            <p:cNvSpPr/>
            <p:nvPr/>
          </p:nvSpPr>
          <p:spPr>
            <a:xfrm>
              <a:off x="286704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0" name=""/>
          <p:cNvGrpSpPr/>
          <p:nvPr/>
        </p:nvGrpSpPr>
        <p:grpSpPr>
          <a:xfrm>
            <a:off x="3648240" y="2460600"/>
            <a:ext cx="468720" cy="200520"/>
            <a:chOff x="3648240" y="2460600"/>
            <a:chExt cx="468720" cy="200520"/>
          </a:xfrm>
        </p:grpSpPr>
        <p:sp>
          <p:nvSpPr>
            <p:cNvPr id="461" name=""/>
            <p:cNvSpPr/>
            <p:nvPr/>
          </p:nvSpPr>
          <p:spPr>
            <a:xfrm>
              <a:off x="3648240" y="24750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2" name=""/>
            <p:cNvSpPr/>
            <p:nvPr/>
          </p:nvSpPr>
          <p:spPr>
            <a:xfrm>
              <a:off x="3779280" y="2460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3" name=""/>
          <p:cNvGrpSpPr/>
          <p:nvPr/>
        </p:nvGrpSpPr>
        <p:grpSpPr>
          <a:xfrm>
            <a:off x="716040" y="4035600"/>
            <a:ext cx="467280" cy="200520"/>
            <a:chOff x="716040" y="4035600"/>
            <a:chExt cx="467280" cy="200520"/>
          </a:xfrm>
        </p:grpSpPr>
        <p:sp>
          <p:nvSpPr>
            <p:cNvPr id="464" name=""/>
            <p:cNvSpPr/>
            <p:nvPr/>
          </p:nvSpPr>
          <p:spPr>
            <a:xfrm>
              <a:off x="716040" y="4051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5" name=""/>
            <p:cNvSpPr/>
            <p:nvPr/>
          </p:nvSpPr>
          <p:spPr>
            <a:xfrm>
              <a:off x="845640" y="4035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6" name=""/>
          <p:cNvGrpSpPr/>
          <p:nvPr/>
        </p:nvGrpSpPr>
        <p:grpSpPr>
          <a:xfrm>
            <a:off x="6608880" y="3218040"/>
            <a:ext cx="468720" cy="200520"/>
            <a:chOff x="6608880" y="3218040"/>
            <a:chExt cx="468720" cy="200520"/>
          </a:xfrm>
        </p:grpSpPr>
        <p:sp>
          <p:nvSpPr>
            <p:cNvPr id="467" name=""/>
            <p:cNvSpPr/>
            <p:nvPr/>
          </p:nvSpPr>
          <p:spPr>
            <a:xfrm>
              <a:off x="6608880" y="3232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8" name=""/>
            <p:cNvSpPr/>
            <p:nvPr/>
          </p:nvSpPr>
          <p:spPr>
            <a:xfrm>
              <a:off x="6739920" y="3218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69" name="Rounded Rectangle 468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470" name="Oval 469"/>
          <p:cNvSpPr/>
          <p:nvPr/>
        </p:nvSpPr>
        <p:spPr>
          <a:xfrm>
            <a:off x="2090781" y="39258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2120781" y="39558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472" name="Rounded Rectangle 471"/>
          <p:cNvSpPr/>
          <p:nvPr/>
        </p:nvSpPr>
        <p:spPr>
          <a:xfrm>
            <a:off x="2290781" y="39408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473" name="Oval 472"/>
          <p:cNvSpPr/>
          <p:nvPr/>
        </p:nvSpPr>
        <p:spPr>
          <a:xfrm>
            <a:off x="4529059" y="40020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4559059" y="40320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475" name="Rounded Rectangle 474"/>
          <p:cNvSpPr/>
          <p:nvPr/>
        </p:nvSpPr>
        <p:spPr>
          <a:xfrm>
            <a:off x="4729059" y="40170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476" name="Oval 475"/>
          <p:cNvSpPr/>
          <p:nvPr/>
        </p:nvSpPr>
        <p:spPr>
          <a:xfrm>
            <a:off x="6738921" y="14110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6768921" y="14410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478" name="Rounded Rectangle 477"/>
          <p:cNvSpPr/>
          <p:nvPr/>
        </p:nvSpPr>
        <p:spPr>
          <a:xfrm>
            <a:off x="6938921" y="14260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479" name="Oval 478"/>
          <p:cNvSpPr/>
          <p:nvPr/>
        </p:nvSpPr>
        <p:spPr>
          <a:xfrm>
            <a:off x="5291179" y="4205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5321179" y="4505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5491179" y="4355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482" name="Oval 481"/>
          <p:cNvSpPr/>
          <p:nvPr/>
        </p:nvSpPr>
        <p:spPr>
          <a:xfrm>
            <a:off x="7187300" y="49171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7217300" y="49471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387300" y="49321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485" name="Oval 484"/>
          <p:cNvSpPr/>
          <p:nvPr/>
        </p:nvSpPr>
        <p:spPr>
          <a:xfrm>
            <a:off x="405618" y="308689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435618" y="311689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605618" y="310189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488" name="Oval 487"/>
          <p:cNvSpPr/>
          <p:nvPr/>
        </p:nvSpPr>
        <p:spPr>
          <a:xfrm>
            <a:off x="8406619" y="34695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8436619" y="34995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8606619" y="34845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491" name="Oval 490"/>
          <p:cNvSpPr/>
          <p:nvPr/>
        </p:nvSpPr>
        <p:spPr>
          <a:xfrm>
            <a:off x="5358498" y="15644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5388498" y="15944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493" name="Rounded Rectangle 492"/>
          <p:cNvSpPr/>
          <p:nvPr/>
        </p:nvSpPr>
        <p:spPr>
          <a:xfrm>
            <a:off x="5558498" y="15794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494" name="Oval 493"/>
          <p:cNvSpPr/>
          <p:nvPr/>
        </p:nvSpPr>
        <p:spPr>
          <a:xfrm>
            <a:off x="2690721" y="31632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2720721" y="31932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496" name="Rounded Rectangle 495"/>
          <p:cNvSpPr/>
          <p:nvPr/>
        </p:nvSpPr>
        <p:spPr>
          <a:xfrm>
            <a:off x="2890721" y="31782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497" name="Oval 496"/>
          <p:cNvSpPr/>
          <p:nvPr/>
        </p:nvSpPr>
        <p:spPr>
          <a:xfrm>
            <a:off x="4449139" y="48523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4479139" y="48823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499" name="Rounded Rectangle 498"/>
          <p:cNvSpPr/>
          <p:nvPr/>
        </p:nvSpPr>
        <p:spPr>
          <a:xfrm>
            <a:off x="4649139" y="48673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500" name="Oval 499"/>
          <p:cNvSpPr/>
          <p:nvPr/>
        </p:nvSpPr>
        <p:spPr>
          <a:xfrm>
            <a:off x="4063938" y="15612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4093938" y="15912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502" name="Rounded Rectangle 501"/>
          <p:cNvSpPr/>
          <p:nvPr/>
        </p:nvSpPr>
        <p:spPr>
          <a:xfrm>
            <a:off x="4263938" y="15762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503" name="Oval 502"/>
          <p:cNvSpPr/>
          <p:nvPr/>
        </p:nvSpPr>
        <p:spPr>
          <a:xfrm>
            <a:off x="645380" y="52569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675380" y="52869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505" name="Rounded Rectangle 504"/>
          <p:cNvSpPr/>
          <p:nvPr/>
        </p:nvSpPr>
        <p:spPr>
          <a:xfrm>
            <a:off x="845380" y="52719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506" name="Oval 505"/>
          <p:cNvSpPr/>
          <p:nvPr/>
        </p:nvSpPr>
        <p:spPr>
          <a:xfrm>
            <a:off x="5587099" y="35440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5617099" y="35740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508" name="Rounded Rectangle 507"/>
          <p:cNvSpPr/>
          <p:nvPr/>
        </p:nvSpPr>
        <p:spPr>
          <a:xfrm>
            <a:off x="5787099" y="35590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509" name="Oval 508"/>
          <p:cNvSpPr/>
          <p:nvPr/>
        </p:nvSpPr>
        <p:spPr>
          <a:xfrm>
            <a:off x="7492218" y="171529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7522218" y="174529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511" name="Rounded Rectangle 510"/>
          <p:cNvSpPr/>
          <p:nvPr/>
        </p:nvSpPr>
        <p:spPr>
          <a:xfrm>
            <a:off x="7692218" y="173029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512" name="Oval 511"/>
          <p:cNvSpPr/>
          <p:nvPr/>
        </p:nvSpPr>
        <p:spPr>
          <a:xfrm>
            <a:off x="1777217" y="11817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1807217" y="12117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514" name="Rounded Rectangle 513"/>
          <p:cNvSpPr/>
          <p:nvPr/>
        </p:nvSpPr>
        <p:spPr>
          <a:xfrm>
            <a:off x="1977217" y="11967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515" name="Oval 514"/>
          <p:cNvSpPr/>
          <p:nvPr/>
        </p:nvSpPr>
        <p:spPr>
          <a:xfrm>
            <a:off x="7567818" y="24774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7597818" y="25074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517" name="Rounded Rectangle 516"/>
          <p:cNvSpPr/>
          <p:nvPr/>
        </p:nvSpPr>
        <p:spPr>
          <a:xfrm>
            <a:off x="7767818" y="24924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518" name="Oval 517"/>
          <p:cNvSpPr/>
          <p:nvPr/>
        </p:nvSpPr>
        <p:spPr>
          <a:xfrm>
            <a:off x="2691619" y="55255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2721619" y="55555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520" name="Rounded Rectangle 519"/>
          <p:cNvSpPr/>
          <p:nvPr/>
        </p:nvSpPr>
        <p:spPr>
          <a:xfrm>
            <a:off x="2891619" y="55405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521" name="Oval 520"/>
          <p:cNvSpPr/>
          <p:nvPr/>
        </p:nvSpPr>
        <p:spPr>
          <a:xfrm>
            <a:off x="3596658" y="24234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3626658" y="24534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523" name="Rounded Rectangle 522"/>
          <p:cNvSpPr/>
          <p:nvPr/>
        </p:nvSpPr>
        <p:spPr>
          <a:xfrm>
            <a:off x="3796658" y="24384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524" name="Oval 523"/>
          <p:cNvSpPr/>
          <p:nvPr/>
        </p:nvSpPr>
        <p:spPr>
          <a:xfrm>
            <a:off x="663557" y="39998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693557" y="40298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526" name="Rounded Rectangle 525"/>
          <p:cNvSpPr/>
          <p:nvPr/>
        </p:nvSpPr>
        <p:spPr>
          <a:xfrm>
            <a:off x="863557" y="40148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527" name="Oval 526"/>
          <p:cNvSpPr/>
          <p:nvPr/>
        </p:nvSpPr>
        <p:spPr>
          <a:xfrm>
            <a:off x="6557298" y="318049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6587298" y="321049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529" name="Rounded Rectangle 528"/>
          <p:cNvSpPr/>
          <p:nvPr/>
        </p:nvSpPr>
        <p:spPr>
          <a:xfrm>
            <a:off x="6757298" y="319549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>
            <a:off x="3125880" y="50760"/>
            <a:ext cx="28918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5: EHAM | RWY 06 | STAR REDF1A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 flipV="1">
            <a:off x="1901880" y="3050640"/>
            <a:ext cx="2044800" cy="1181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 flipV="1">
            <a:off x="3946680" y="2778120"/>
            <a:ext cx="1188720" cy="272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5135400" y="2778120"/>
            <a:ext cx="878040" cy="353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6013440" y="3132000"/>
            <a:ext cx="826920" cy="333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 flipH="1">
            <a:off x="6418440" y="3465360"/>
            <a:ext cx="421920" cy="393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 flipH="1">
            <a:off x="6392520" y="3859200"/>
            <a:ext cx="25560" cy="236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 flipV="1">
            <a:off x="6392880" y="3657240"/>
            <a:ext cx="453960" cy="438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 flipV="1">
            <a:off x="6846840" y="3610080"/>
            <a:ext cx="82440" cy="47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 flipV="1">
            <a:off x="6929280" y="3544560"/>
            <a:ext cx="106560" cy="65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 flipV="1">
            <a:off x="7035840" y="3414600"/>
            <a:ext cx="206280" cy="130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0" name=""/>
          <p:cNvGrpSpPr/>
          <p:nvPr/>
        </p:nvGrpSpPr>
        <p:grpSpPr>
          <a:xfrm>
            <a:off x="1838160" y="4168800"/>
            <a:ext cx="597960" cy="200520"/>
            <a:chOff x="1838160" y="4168800"/>
            <a:chExt cx="597960" cy="200520"/>
          </a:xfrm>
        </p:grpSpPr>
        <p:sp>
          <p:nvSpPr>
            <p:cNvPr id="481" name=""/>
            <p:cNvSpPr/>
            <p:nvPr/>
          </p:nvSpPr>
          <p:spPr>
            <a:xfrm>
              <a:off x="1838160" y="416880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2" name=""/>
            <p:cNvSpPr/>
            <p:nvPr/>
          </p:nvSpPr>
          <p:spPr>
            <a:xfrm>
              <a:off x="1952280" y="416880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REDFA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3" name=""/>
          <p:cNvGrpSpPr/>
          <p:nvPr/>
        </p:nvGrpSpPr>
        <p:grpSpPr>
          <a:xfrm>
            <a:off x="3895560" y="2987640"/>
            <a:ext cx="565560" cy="200520"/>
            <a:chOff x="3895560" y="2987640"/>
            <a:chExt cx="565560" cy="200520"/>
          </a:xfrm>
        </p:grpSpPr>
        <p:sp>
          <p:nvSpPr>
            <p:cNvPr id="484" name=""/>
            <p:cNvSpPr/>
            <p:nvPr/>
          </p:nvSpPr>
          <p:spPr>
            <a:xfrm>
              <a:off x="3895560" y="3000240"/>
              <a:ext cx="10188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5" name=""/>
            <p:cNvSpPr/>
            <p:nvPr/>
          </p:nvSpPr>
          <p:spPr>
            <a:xfrm>
              <a:off x="3990960" y="298764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SULUT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6" name=""/>
          <p:cNvGrpSpPr/>
          <p:nvPr/>
        </p:nvGrpSpPr>
        <p:grpSpPr>
          <a:xfrm>
            <a:off x="5084640" y="2714760"/>
            <a:ext cx="575280" cy="200520"/>
            <a:chOff x="5084640" y="2714760"/>
            <a:chExt cx="575280" cy="200520"/>
          </a:xfrm>
        </p:grpSpPr>
        <p:sp>
          <p:nvSpPr>
            <p:cNvPr id="487" name=""/>
            <p:cNvSpPr/>
            <p:nvPr/>
          </p:nvSpPr>
          <p:spPr>
            <a:xfrm>
              <a:off x="5084640" y="27273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8" name=""/>
            <p:cNvSpPr/>
            <p:nvPr/>
          </p:nvSpPr>
          <p:spPr>
            <a:xfrm>
              <a:off x="5169960" y="271476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SUGOL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9" name=""/>
          <p:cNvGrpSpPr/>
          <p:nvPr/>
        </p:nvGrpSpPr>
        <p:grpSpPr>
          <a:xfrm>
            <a:off x="5962680" y="3068640"/>
            <a:ext cx="550440" cy="200520"/>
            <a:chOff x="5962680" y="3068640"/>
            <a:chExt cx="550440" cy="200520"/>
          </a:xfrm>
        </p:grpSpPr>
        <p:sp>
          <p:nvSpPr>
            <p:cNvPr id="490" name=""/>
            <p:cNvSpPr/>
            <p:nvPr/>
          </p:nvSpPr>
          <p:spPr>
            <a:xfrm>
              <a:off x="5962680" y="3081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1" name=""/>
            <p:cNvSpPr/>
            <p:nvPr/>
          </p:nvSpPr>
          <p:spPr>
            <a:xfrm>
              <a:off x="6073200" y="306864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D2930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2" name=""/>
          <p:cNvGrpSpPr/>
          <p:nvPr/>
        </p:nvGrpSpPr>
        <p:grpSpPr>
          <a:xfrm>
            <a:off x="6789600" y="3402000"/>
            <a:ext cx="478080" cy="200520"/>
            <a:chOff x="6789600" y="3402000"/>
            <a:chExt cx="478080" cy="200520"/>
          </a:xfrm>
        </p:grpSpPr>
        <p:sp>
          <p:nvSpPr>
            <p:cNvPr id="493" name=""/>
            <p:cNvSpPr/>
            <p:nvPr/>
          </p:nvSpPr>
          <p:spPr>
            <a:xfrm>
              <a:off x="6789600" y="3414600"/>
              <a:ext cx="10188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4" name=""/>
            <p:cNvSpPr/>
            <p:nvPr/>
          </p:nvSpPr>
          <p:spPr>
            <a:xfrm>
              <a:off x="6921000" y="3402000"/>
              <a:ext cx="346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SPL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5" name=""/>
          <p:cNvGrpSpPr/>
          <p:nvPr/>
        </p:nvGrpSpPr>
        <p:grpSpPr>
          <a:xfrm>
            <a:off x="6377040" y="3795840"/>
            <a:ext cx="501120" cy="200520"/>
            <a:chOff x="6377040" y="3795840"/>
            <a:chExt cx="501120" cy="200520"/>
          </a:xfrm>
        </p:grpSpPr>
        <p:sp>
          <p:nvSpPr>
            <p:cNvPr id="496" name=""/>
            <p:cNvSpPr/>
            <p:nvPr/>
          </p:nvSpPr>
          <p:spPr>
            <a:xfrm>
              <a:off x="6377040" y="381960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7" name=""/>
            <p:cNvSpPr/>
            <p:nvPr/>
          </p:nvSpPr>
          <p:spPr>
            <a:xfrm>
              <a:off x="6447600" y="379584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8" name=""/>
          <p:cNvGrpSpPr/>
          <p:nvPr/>
        </p:nvGrpSpPr>
        <p:grpSpPr>
          <a:xfrm>
            <a:off x="6342120" y="4032360"/>
            <a:ext cx="617760" cy="200520"/>
            <a:chOff x="6342120" y="4032360"/>
            <a:chExt cx="617760" cy="200520"/>
          </a:xfrm>
        </p:grpSpPr>
        <p:sp>
          <p:nvSpPr>
            <p:cNvPr id="499" name=""/>
            <p:cNvSpPr/>
            <p:nvPr/>
          </p:nvSpPr>
          <p:spPr>
            <a:xfrm>
              <a:off x="6342120" y="40449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0" name=""/>
            <p:cNvSpPr/>
            <p:nvPr/>
          </p:nvSpPr>
          <p:spPr>
            <a:xfrm>
              <a:off x="6451560" y="403236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CHNB-4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1" name=""/>
          <p:cNvGrpSpPr/>
          <p:nvPr/>
        </p:nvGrpSpPr>
        <p:grpSpPr>
          <a:xfrm>
            <a:off x="6807240" y="3594240"/>
            <a:ext cx="499320" cy="200520"/>
            <a:chOff x="6807240" y="3594240"/>
            <a:chExt cx="499320" cy="200520"/>
          </a:xfrm>
        </p:grpSpPr>
        <p:sp>
          <p:nvSpPr>
            <p:cNvPr id="502" name=""/>
            <p:cNvSpPr/>
            <p:nvPr/>
          </p:nvSpPr>
          <p:spPr>
            <a:xfrm>
              <a:off x="6807240" y="361800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3" name=""/>
            <p:cNvSpPr/>
            <p:nvPr/>
          </p:nvSpPr>
          <p:spPr>
            <a:xfrm>
              <a:off x="6876000" y="359424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4" name=""/>
          <p:cNvGrpSpPr/>
          <p:nvPr/>
        </p:nvGrpSpPr>
        <p:grpSpPr>
          <a:xfrm>
            <a:off x="6888240" y="3546360"/>
            <a:ext cx="536400" cy="200520"/>
            <a:chOff x="6888240" y="3546360"/>
            <a:chExt cx="536400" cy="200520"/>
          </a:xfrm>
        </p:grpSpPr>
        <p:sp>
          <p:nvSpPr>
            <p:cNvPr id="505" name=""/>
            <p:cNvSpPr/>
            <p:nvPr/>
          </p:nvSpPr>
          <p:spPr>
            <a:xfrm>
              <a:off x="6888240" y="357012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6" name=""/>
            <p:cNvSpPr/>
            <p:nvPr/>
          </p:nvSpPr>
          <p:spPr>
            <a:xfrm>
              <a:off x="6974280" y="354636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EH609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7" name=""/>
          <p:cNvGrpSpPr/>
          <p:nvPr/>
        </p:nvGrpSpPr>
        <p:grpSpPr>
          <a:xfrm>
            <a:off x="6994440" y="3481560"/>
            <a:ext cx="534960" cy="200520"/>
            <a:chOff x="6994440" y="3481560"/>
            <a:chExt cx="534960" cy="200520"/>
          </a:xfrm>
        </p:grpSpPr>
        <p:sp>
          <p:nvSpPr>
            <p:cNvPr id="508" name=""/>
            <p:cNvSpPr/>
            <p:nvPr/>
          </p:nvSpPr>
          <p:spPr>
            <a:xfrm>
              <a:off x="6994440" y="35035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9" name=""/>
            <p:cNvSpPr/>
            <p:nvPr/>
          </p:nvSpPr>
          <p:spPr>
            <a:xfrm>
              <a:off x="7079040" y="348156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EH616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0" name=""/>
          <p:cNvGrpSpPr/>
          <p:nvPr/>
        </p:nvGrpSpPr>
        <p:grpSpPr>
          <a:xfrm>
            <a:off x="7178760" y="3351240"/>
            <a:ext cx="543240" cy="200520"/>
            <a:chOff x="7178760" y="3351240"/>
            <a:chExt cx="543240" cy="200520"/>
          </a:xfrm>
        </p:grpSpPr>
        <p:sp>
          <p:nvSpPr>
            <p:cNvPr id="511" name=""/>
            <p:cNvSpPr/>
            <p:nvPr/>
          </p:nvSpPr>
          <p:spPr>
            <a:xfrm>
              <a:off x="7178760" y="33512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2" name=""/>
            <p:cNvSpPr/>
            <p:nvPr/>
          </p:nvSpPr>
          <p:spPr>
            <a:xfrm>
              <a:off x="7295760" y="33512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3" name=""/>
          <p:cNvGrpSpPr/>
          <p:nvPr/>
        </p:nvGrpSpPr>
        <p:grpSpPr>
          <a:xfrm>
            <a:off x="5105520" y="685800"/>
            <a:ext cx="479160" cy="200520"/>
            <a:chOff x="5105520" y="685800"/>
            <a:chExt cx="479160" cy="200520"/>
          </a:xfrm>
        </p:grpSpPr>
        <p:sp>
          <p:nvSpPr>
            <p:cNvPr id="514" name=""/>
            <p:cNvSpPr/>
            <p:nvPr/>
          </p:nvSpPr>
          <p:spPr>
            <a:xfrm>
              <a:off x="5105520" y="69228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5" name=""/>
            <p:cNvSpPr/>
            <p:nvPr/>
          </p:nvSpPr>
          <p:spPr>
            <a:xfrm>
              <a:off x="5247000" y="685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6" name=""/>
          <p:cNvGrpSpPr/>
          <p:nvPr/>
        </p:nvGrpSpPr>
        <p:grpSpPr>
          <a:xfrm>
            <a:off x="5029200" y="4648320"/>
            <a:ext cx="461520" cy="200520"/>
            <a:chOff x="5029200" y="4648320"/>
            <a:chExt cx="461520" cy="200520"/>
          </a:xfrm>
        </p:grpSpPr>
        <p:sp>
          <p:nvSpPr>
            <p:cNvPr id="517" name=""/>
            <p:cNvSpPr/>
            <p:nvPr/>
          </p:nvSpPr>
          <p:spPr>
            <a:xfrm>
              <a:off x="5029200" y="4664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8" name=""/>
            <p:cNvSpPr/>
            <p:nvPr/>
          </p:nvSpPr>
          <p:spPr>
            <a:xfrm>
              <a:off x="5153040" y="4648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9" name=""/>
          <p:cNvGrpSpPr/>
          <p:nvPr/>
        </p:nvGrpSpPr>
        <p:grpSpPr>
          <a:xfrm>
            <a:off x="6629400" y="4267080"/>
            <a:ext cx="460080" cy="200520"/>
            <a:chOff x="6629400" y="4267080"/>
            <a:chExt cx="460080" cy="200520"/>
          </a:xfrm>
        </p:grpSpPr>
        <p:sp>
          <p:nvSpPr>
            <p:cNvPr id="520" name=""/>
            <p:cNvSpPr/>
            <p:nvPr/>
          </p:nvSpPr>
          <p:spPr>
            <a:xfrm>
              <a:off x="6629400" y="42829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1" name=""/>
            <p:cNvSpPr/>
            <p:nvPr/>
          </p:nvSpPr>
          <p:spPr>
            <a:xfrm>
              <a:off x="6751800" y="426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2" name=""/>
          <p:cNvGrpSpPr/>
          <p:nvPr/>
        </p:nvGrpSpPr>
        <p:grpSpPr>
          <a:xfrm>
            <a:off x="2057400" y="1905120"/>
            <a:ext cx="460080" cy="200520"/>
            <a:chOff x="2057400" y="1905120"/>
            <a:chExt cx="460080" cy="200520"/>
          </a:xfrm>
        </p:grpSpPr>
        <p:sp>
          <p:nvSpPr>
            <p:cNvPr id="523" name=""/>
            <p:cNvSpPr/>
            <p:nvPr/>
          </p:nvSpPr>
          <p:spPr>
            <a:xfrm>
              <a:off x="2057400" y="19209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4" name=""/>
            <p:cNvSpPr/>
            <p:nvPr/>
          </p:nvSpPr>
          <p:spPr>
            <a:xfrm>
              <a:off x="217980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5" name=""/>
          <p:cNvGrpSpPr/>
          <p:nvPr/>
        </p:nvGrpSpPr>
        <p:grpSpPr>
          <a:xfrm>
            <a:off x="8229600" y="2819520"/>
            <a:ext cx="460080" cy="200520"/>
            <a:chOff x="8229600" y="2819520"/>
            <a:chExt cx="460080" cy="200520"/>
          </a:xfrm>
        </p:grpSpPr>
        <p:sp>
          <p:nvSpPr>
            <p:cNvPr id="526" name=""/>
            <p:cNvSpPr/>
            <p:nvPr/>
          </p:nvSpPr>
          <p:spPr>
            <a:xfrm>
              <a:off x="8229600" y="28353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7" name=""/>
            <p:cNvSpPr/>
            <p:nvPr/>
          </p:nvSpPr>
          <p:spPr>
            <a:xfrm>
              <a:off x="835200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8" name=""/>
          <p:cNvGrpSpPr/>
          <p:nvPr/>
        </p:nvGrpSpPr>
        <p:grpSpPr>
          <a:xfrm>
            <a:off x="2971800" y="4495680"/>
            <a:ext cx="460080" cy="200520"/>
            <a:chOff x="2971800" y="4495680"/>
            <a:chExt cx="460080" cy="200520"/>
          </a:xfrm>
        </p:grpSpPr>
        <p:sp>
          <p:nvSpPr>
            <p:cNvPr id="529" name=""/>
            <p:cNvSpPr/>
            <p:nvPr/>
          </p:nvSpPr>
          <p:spPr>
            <a:xfrm>
              <a:off x="2971800" y="45118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0" name=""/>
            <p:cNvSpPr/>
            <p:nvPr/>
          </p:nvSpPr>
          <p:spPr>
            <a:xfrm>
              <a:off x="309420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1" name=""/>
          <p:cNvGrpSpPr/>
          <p:nvPr/>
        </p:nvGrpSpPr>
        <p:grpSpPr>
          <a:xfrm>
            <a:off x="649440" y="4417920"/>
            <a:ext cx="468720" cy="200520"/>
            <a:chOff x="649440" y="4417920"/>
            <a:chExt cx="468720" cy="200520"/>
          </a:xfrm>
        </p:grpSpPr>
        <p:sp>
          <p:nvSpPr>
            <p:cNvPr id="532" name=""/>
            <p:cNvSpPr/>
            <p:nvPr/>
          </p:nvSpPr>
          <p:spPr>
            <a:xfrm>
              <a:off x="649440" y="4432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3" name=""/>
            <p:cNvSpPr/>
            <p:nvPr/>
          </p:nvSpPr>
          <p:spPr>
            <a:xfrm>
              <a:off x="780480" y="441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4" name=""/>
          <p:cNvGrpSpPr/>
          <p:nvPr/>
        </p:nvGrpSpPr>
        <p:grpSpPr>
          <a:xfrm>
            <a:off x="1285920" y="3297240"/>
            <a:ext cx="467280" cy="200520"/>
            <a:chOff x="1285920" y="3297240"/>
            <a:chExt cx="467280" cy="200520"/>
          </a:xfrm>
        </p:grpSpPr>
        <p:sp>
          <p:nvSpPr>
            <p:cNvPr id="535" name=""/>
            <p:cNvSpPr/>
            <p:nvPr/>
          </p:nvSpPr>
          <p:spPr>
            <a:xfrm>
              <a:off x="1285920" y="3311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6" name=""/>
            <p:cNvSpPr/>
            <p:nvPr/>
          </p:nvSpPr>
          <p:spPr>
            <a:xfrm>
              <a:off x="1415520" y="3297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7" name=""/>
          <p:cNvGrpSpPr/>
          <p:nvPr/>
        </p:nvGrpSpPr>
        <p:grpSpPr>
          <a:xfrm>
            <a:off x="2286000" y="3048120"/>
            <a:ext cx="461520" cy="200520"/>
            <a:chOff x="2286000" y="3048120"/>
            <a:chExt cx="461520" cy="200520"/>
          </a:xfrm>
        </p:grpSpPr>
        <p:sp>
          <p:nvSpPr>
            <p:cNvPr id="538" name=""/>
            <p:cNvSpPr/>
            <p:nvPr/>
          </p:nvSpPr>
          <p:spPr>
            <a:xfrm>
              <a:off x="2286000" y="3062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9" name=""/>
            <p:cNvSpPr/>
            <p:nvPr/>
          </p:nvSpPr>
          <p:spPr>
            <a:xfrm>
              <a:off x="2409840" y="30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0" name=""/>
          <p:cNvGrpSpPr/>
          <p:nvPr/>
        </p:nvGrpSpPr>
        <p:grpSpPr>
          <a:xfrm>
            <a:off x="6324480" y="5105520"/>
            <a:ext cx="461880" cy="200520"/>
            <a:chOff x="6324480" y="5105520"/>
            <a:chExt cx="461880" cy="200520"/>
          </a:xfrm>
        </p:grpSpPr>
        <p:sp>
          <p:nvSpPr>
            <p:cNvPr id="541" name=""/>
            <p:cNvSpPr/>
            <p:nvPr/>
          </p:nvSpPr>
          <p:spPr>
            <a:xfrm>
              <a:off x="6324480" y="51213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2" name=""/>
            <p:cNvSpPr/>
            <p:nvPr/>
          </p:nvSpPr>
          <p:spPr>
            <a:xfrm>
              <a:off x="644868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3" name=""/>
          <p:cNvGrpSpPr/>
          <p:nvPr/>
        </p:nvGrpSpPr>
        <p:grpSpPr>
          <a:xfrm>
            <a:off x="6934320" y="2590920"/>
            <a:ext cx="461160" cy="200520"/>
            <a:chOff x="6934320" y="2590920"/>
            <a:chExt cx="461160" cy="200520"/>
          </a:xfrm>
        </p:grpSpPr>
        <p:sp>
          <p:nvSpPr>
            <p:cNvPr id="544" name=""/>
            <p:cNvSpPr/>
            <p:nvPr/>
          </p:nvSpPr>
          <p:spPr>
            <a:xfrm>
              <a:off x="6934320" y="26049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5" name=""/>
            <p:cNvSpPr/>
            <p:nvPr/>
          </p:nvSpPr>
          <p:spPr>
            <a:xfrm>
              <a:off x="705780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6" name=""/>
          <p:cNvGrpSpPr/>
          <p:nvPr/>
        </p:nvGrpSpPr>
        <p:grpSpPr>
          <a:xfrm>
            <a:off x="2971800" y="2590920"/>
            <a:ext cx="460080" cy="200520"/>
            <a:chOff x="2971800" y="2590920"/>
            <a:chExt cx="460080" cy="200520"/>
          </a:xfrm>
        </p:grpSpPr>
        <p:sp>
          <p:nvSpPr>
            <p:cNvPr id="547" name=""/>
            <p:cNvSpPr/>
            <p:nvPr/>
          </p:nvSpPr>
          <p:spPr>
            <a:xfrm>
              <a:off x="2971800" y="26049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8" name=""/>
            <p:cNvSpPr/>
            <p:nvPr/>
          </p:nvSpPr>
          <p:spPr>
            <a:xfrm>
              <a:off x="309420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9" name=""/>
          <p:cNvGrpSpPr/>
          <p:nvPr/>
        </p:nvGrpSpPr>
        <p:grpSpPr>
          <a:xfrm>
            <a:off x="8381880" y="3657600"/>
            <a:ext cx="461880" cy="200520"/>
            <a:chOff x="8381880" y="3657600"/>
            <a:chExt cx="461880" cy="200520"/>
          </a:xfrm>
        </p:grpSpPr>
        <p:sp>
          <p:nvSpPr>
            <p:cNvPr id="550" name=""/>
            <p:cNvSpPr/>
            <p:nvPr/>
          </p:nvSpPr>
          <p:spPr>
            <a:xfrm>
              <a:off x="8381880" y="3673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1" name=""/>
            <p:cNvSpPr/>
            <p:nvPr/>
          </p:nvSpPr>
          <p:spPr>
            <a:xfrm>
              <a:off x="850608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2" name=""/>
          <p:cNvGrpSpPr/>
          <p:nvPr/>
        </p:nvGrpSpPr>
        <p:grpSpPr>
          <a:xfrm>
            <a:off x="5943600" y="3733920"/>
            <a:ext cx="461520" cy="200520"/>
            <a:chOff x="5943600" y="3733920"/>
            <a:chExt cx="461520" cy="200520"/>
          </a:xfrm>
        </p:grpSpPr>
        <p:sp>
          <p:nvSpPr>
            <p:cNvPr id="553" name=""/>
            <p:cNvSpPr/>
            <p:nvPr/>
          </p:nvSpPr>
          <p:spPr>
            <a:xfrm>
              <a:off x="5943600" y="37479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4" name=""/>
            <p:cNvSpPr/>
            <p:nvPr/>
          </p:nvSpPr>
          <p:spPr>
            <a:xfrm>
              <a:off x="6067440" y="3733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5" name=""/>
          <p:cNvGrpSpPr/>
          <p:nvPr/>
        </p:nvGrpSpPr>
        <p:grpSpPr>
          <a:xfrm>
            <a:off x="3886200" y="4343400"/>
            <a:ext cx="461520" cy="200520"/>
            <a:chOff x="3886200" y="4343400"/>
            <a:chExt cx="461520" cy="200520"/>
          </a:xfrm>
        </p:grpSpPr>
        <p:sp>
          <p:nvSpPr>
            <p:cNvPr id="556" name=""/>
            <p:cNvSpPr/>
            <p:nvPr/>
          </p:nvSpPr>
          <p:spPr>
            <a:xfrm>
              <a:off x="3886200" y="43574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"/>
            <p:cNvSpPr/>
            <p:nvPr/>
          </p:nvSpPr>
          <p:spPr>
            <a:xfrm>
              <a:off x="401004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8" name=""/>
          <p:cNvGrpSpPr/>
          <p:nvPr/>
        </p:nvGrpSpPr>
        <p:grpSpPr>
          <a:xfrm>
            <a:off x="5943600" y="2209680"/>
            <a:ext cx="461520" cy="200520"/>
            <a:chOff x="5943600" y="2209680"/>
            <a:chExt cx="461520" cy="200520"/>
          </a:xfrm>
        </p:grpSpPr>
        <p:sp>
          <p:nvSpPr>
            <p:cNvPr id="559" name=""/>
            <p:cNvSpPr/>
            <p:nvPr/>
          </p:nvSpPr>
          <p:spPr>
            <a:xfrm>
              <a:off x="5943600" y="2225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0" name=""/>
            <p:cNvSpPr/>
            <p:nvPr/>
          </p:nvSpPr>
          <p:spPr>
            <a:xfrm>
              <a:off x="606744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1" name=""/>
          <p:cNvGrpSpPr/>
          <p:nvPr/>
        </p:nvGrpSpPr>
        <p:grpSpPr>
          <a:xfrm>
            <a:off x="3733920" y="6019920"/>
            <a:ext cx="461160" cy="200520"/>
            <a:chOff x="3733920" y="6019920"/>
            <a:chExt cx="461160" cy="200520"/>
          </a:xfrm>
        </p:grpSpPr>
        <p:sp>
          <p:nvSpPr>
            <p:cNvPr id="562" name=""/>
            <p:cNvSpPr/>
            <p:nvPr/>
          </p:nvSpPr>
          <p:spPr>
            <a:xfrm>
              <a:off x="3733920" y="603576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3" name=""/>
            <p:cNvSpPr/>
            <p:nvPr/>
          </p:nvSpPr>
          <p:spPr>
            <a:xfrm>
              <a:off x="385740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4" name=""/>
          <p:cNvGrpSpPr/>
          <p:nvPr/>
        </p:nvGrpSpPr>
        <p:grpSpPr>
          <a:xfrm>
            <a:off x="1523880" y="5334120"/>
            <a:ext cx="461520" cy="200520"/>
            <a:chOff x="1523880" y="5334120"/>
            <a:chExt cx="461520" cy="200520"/>
          </a:xfrm>
        </p:grpSpPr>
        <p:sp>
          <p:nvSpPr>
            <p:cNvPr id="565" name=""/>
            <p:cNvSpPr/>
            <p:nvPr/>
          </p:nvSpPr>
          <p:spPr>
            <a:xfrm>
              <a:off x="1523880" y="5349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6" name=""/>
            <p:cNvSpPr/>
            <p:nvPr/>
          </p:nvSpPr>
          <p:spPr>
            <a:xfrm>
              <a:off x="164772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7" name=""/>
          <p:cNvGrpSpPr/>
          <p:nvPr/>
        </p:nvGrpSpPr>
        <p:grpSpPr>
          <a:xfrm>
            <a:off x="4800600" y="3429000"/>
            <a:ext cx="460080" cy="200520"/>
            <a:chOff x="4800600" y="3429000"/>
            <a:chExt cx="460080" cy="200520"/>
          </a:xfrm>
        </p:grpSpPr>
        <p:sp>
          <p:nvSpPr>
            <p:cNvPr id="568" name=""/>
            <p:cNvSpPr/>
            <p:nvPr/>
          </p:nvSpPr>
          <p:spPr>
            <a:xfrm>
              <a:off x="4800600" y="34434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9" name=""/>
            <p:cNvSpPr/>
            <p:nvPr/>
          </p:nvSpPr>
          <p:spPr>
            <a:xfrm>
              <a:off x="492300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0" name=""/>
          <p:cNvGrpSpPr/>
          <p:nvPr/>
        </p:nvGrpSpPr>
        <p:grpSpPr>
          <a:xfrm>
            <a:off x="4343400" y="2057400"/>
            <a:ext cx="461520" cy="200520"/>
            <a:chOff x="4343400" y="2057400"/>
            <a:chExt cx="461520" cy="200520"/>
          </a:xfrm>
        </p:grpSpPr>
        <p:sp>
          <p:nvSpPr>
            <p:cNvPr id="571" name=""/>
            <p:cNvSpPr/>
            <p:nvPr/>
          </p:nvSpPr>
          <p:spPr>
            <a:xfrm>
              <a:off x="4343400" y="20728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2" name=""/>
            <p:cNvSpPr/>
            <p:nvPr/>
          </p:nvSpPr>
          <p:spPr>
            <a:xfrm>
              <a:off x="446724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73" name="Rounded Rectangle 572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574" name="Oval 573"/>
          <p:cNvSpPr/>
          <p:nvPr/>
        </p:nvSpPr>
        <p:spPr>
          <a:xfrm>
            <a:off x="5062757" y="64933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5092757" y="67933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576" name="Rounded Rectangle 575"/>
          <p:cNvSpPr/>
          <p:nvPr/>
        </p:nvSpPr>
        <p:spPr>
          <a:xfrm>
            <a:off x="5262757" y="66433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577" name="Oval 576"/>
          <p:cNvSpPr/>
          <p:nvPr/>
        </p:nvSpPr>
        <p:spPr>
          <a:xfrm>
            <a:off x="4977617" y="461257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5007617" y="464257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579" name="Rounded Rectangle 578"/>
          <p:cNvSpPr/>
          <p:nvPr/>
        </p:nvSpPr>
        <p:spPr>
          <a:xfrm>
            <a:off x="5177617" y="462757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580" name="Oval 579"/>
          <p:cNvSpPr/>
          <p:nvPr/>
        </p:nvSpPr>
        <p:spPr>
          <a:xfrm>
            <a:off x="6576919" y="42313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6606919" y="42613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582" name="Rounded Rectangle 581"/>
          <p:cNvSpPr/>
          <p:nvPr/>
        </p:nvSpPr>
        <p:spPr>
          <a:xfrm>
            <a:off x="6776919" y="42463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583" name="Oval 582"/>
          <p:cNvSpPr/>
          <p:nvPr/>
        </p:nvSpPr>
        <p:spPr>
          <a:xfrm>
            <a:off x="2004917" y="18693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034917" y="18993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585" name="Rounded Rectangle 584"/>
          <p:cNvSpPr/>
          <p:nvPr/>
        </p:nvSpPr>
        <p:spPr>
          <a:xfrm>
            <a:off x="2204917" y="18843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586" name="Oval 585"/>
          <p:cNvSpPr/>
          <p:nvPr/>
        </p:nvSpPr>
        <p:spPr>
          <a:xfrm>
            <a:off x="8177119" y="27837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8207119" y="28137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588" name="Rounded Rectangle 587"/>
          <p:cNvSpPr/>
          <p:nvPr/>
        </p:nvSpPr>
        <p:spPr>
          <a:xfrm>
            <a:off x="8377119" y="27987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589" name="Oval 588"/>
          <p:cNvSpPr/>
          <p:nvPr/>
        </p:nvSpPr>
        <p:spPr>
          <a:xfrm>
            <a:off x="2919498" y="44603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2949498" y="44903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591" name="Rounded Rectangle 590"/>
          <p:cNvSpPr/>
          <p:nvPr/>
        </p:nvSpPr>
        <p:spPr>
          <a:xfrm>
            <a:off x="3119498" y="44753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592" name="Oval 591"/>
          <p:cNvSpPr/>
          <p:nvPr/>
        </p:nvSpPr>
        <p:spPr>
          <a:xfrm>
            <a:off x="597856" y="438073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627856" y="441073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594" name="Rounded Rectangle 593"/>
          <p:cNvSpPr/>
          <p:nvPr/>
        </p:nvSpPr>
        <p:spPr>
          <a:xfrm>
            <a:off x="797856" y="439573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595" name="Oval 594"/>
          <p:cNvSpPr/>
          <p:nvPr/>
        </p:nvSpPr>
        <p:spPr>
          <a:xfrm>
            <a:off x="1233438" y="326005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1263438" y="329005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597" name="Rounded Rectangle 596"/>
          <p:cNvSpPr/>
          <p:nvPr/>
        </p:nvSpPr>
        <p:spPr>
          <a:xfrm>
            <a:off x="1433438" y="327505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598" name="Oval 597"/>
          <p:cNvSpPr/>
          <p:nvPr/>
        </p:nvSpPr>
        <p:spPr>
          <a:xfrm>
            <a:off x="2234421" y="30105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2264421" y="30405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600" name="Rounded Rectangle 599"/>
          <p:cNvSpPr/>
          <p:nvPr/>
        </p:nvSpPr>
        <p:spPr>
          <a:xfrm>
            <a:off x="2434421" y="30255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601" name="Oval 600"/>
          <p:cNvSpPr/>
          <p:nvPr/>
        </p:nvSpPr>
        <p:spPr>
          <a:xfrm>
            <a:off x="6272901" y="506959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6302901" y="509959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603" name="Rounded Rectangle 602"/>
          <p:cNvSpPr/>
          <p:nvPr/>
        </p:nvSpPr>
        <p:spPr>
          <a:xfrm>
            <a:off x="6472901" y="508459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604" name="Oval 603"/>
          <p:cNvSpPr/>
          <p:nvPr/>
        </p:nvSpPr>
        <p:spPr>
          <a:xfrm>
            <a:off x="6882560" y="255337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6912560" y="258337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606" name="Rounded Rectangle 605"/>
          <p:cNvSpPr/>
          <p:nvPr/>
        </p:nvSpPr>
        <p:spPr>
          <a:xfrm>
            <a:off x="7082560" y="256837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607" name="Oval 606"/>
          <p:cNvSpPr/>
          <p:nvPr/>
        </p:nvSpPr>
        <p:spPr>
          <a:xfrm>
            <a:off x="2919498" y="255337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949498" y="258337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609" name="Rounded Rectangle 608"/>
          <p:cNvSpPr/>
          <p:nvPr/>
        </p:nvSpPr>
        <p:spPr>
          <a:xfrm>
            <a:off x="3119498" y="256837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610" name="Oval 609"/>
          <p:cNvSpPr/>
          <p:nvPr/>
        </p:nvSpPr>
        <p:spPr>
          <a:xfrm>
            <a:off x="8330300" y="36218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8360300" y="36518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612" name="Rounded Rectangle 611"/>
          <p:cNvSpPr/>
          <p:nvPr/>
        </p:nvSpPr>
        <p:spPr>
          <a:xfrm>
            <a:off x="8530300" y="36368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613" name="Oval 612"/>
          <p:cNvSpPr/>
          <p:nvPr/>
        </p:nvSpPr>
        <p:spPr>
          <a:xfrm>
            <a:off x="5892019" y="36961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922019" y="37261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615" name="Rounded Rectangle 614"/>
          <p:cNvSpPr/>
          <p:nvPr/>
        </p:nvSpPr>
        <p:spPr>
          <a:xfrm>
            <a:off x="6092019" y="37111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616" name="Oval 615"/>
          <p:cNvSpPr/>
          <p:nvPr/>
        </p:nvSpPr>
        <p:spPr>
          <a:xfrm>
            <a:off x="3834621" y="43056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3864621" y="43356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618" name="Rounded Rectangle 617"/>
          <p:cNvSpPr/>
          <p:nvPr/>
        </p:nvSpPr>
        <p:spPr>
          <a:xfrm>
            <a:off x="4034621" y="43206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619" name="Oval 618"/>
          <p:cNvSpPr/>
          <p:nvPr/>
        </p:nvSpPr>
        <p:spPr>
          <a:xfrm>
            <a:off x="5892019" y="21739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922019" y="22039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621" name="Rounded Rectangle 620"/>
          <p:cNvSpPr/>
          <p:nvPr/>
        </p:nvSpPr>
        <p:spPr>
          <a:xfrm>
            <a:off x="6092019" y="21889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622" name="Oval 621"/>
          <p:cNvSpPr/>
          <p:nvPr/>
        </p:nvSpPr>
        <p:spPr>
          <a:xfrm>
            <a:off x="3682160" y="59839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3712160" y="60139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624" name="Rounded Rectangle 623"/>
          <p:cNvSpPr/>
          <p:nvPr/>
        </p:nvSpPr>
        <p:spPr>
          <a:xfrm>
            <a:off x="3882160" y="59989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625" name="Oval 624"/>
          <p:cNvSpPr/>
          <p:nvPr/>
        </p:nvSpPr>
        <p:spPr>
          <a:xfrm>
            <a:off x="1472300" y="52983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1502300" y="53283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627" name="Rounded Rectangle 626"/>
          <p:cNvSpPr/>
          <p:nvPr/>
        </p:nvSpPr>
        <p:spPr>
          <a:xfrm>
            <a:off x="1672300" y="53133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628" name="Oval 627"/>
          <p:cNvSpPr/>
          <p:nvPr/>
        </p:nvSpPr>
        <p:spPr>
          <a:xfrm>
            <a:off x="4748119" y="33918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4778119" y="34218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630" name="Rounded Rectangle 629"/>
          <p:cNvSpPr/>
          <p:nvPr/>
        </p:nvSpPr>
        <p:spPr>
          <a:xfrm>
            <a:off x="4948119" y="34068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631" name="Oval 630"/>
          <p:cNvSpPr/>
          <p:nvPr/>
        </p:nvSpPr>
        <p:spPr>
          <a:xfrm>
            <a:off x="4291819" y="202111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4321819" y="205111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633" name="Rounded Rectangle 632"/>
          <p:cNvSpPr/>
          <p:nvPr/>
        </p:nvSpPr>
        <p:spPr>
          <a:xfrm>
            <a:off x="4491819" y="203611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/>
          <p:nvPr/>
        </p:nvSpPr>
        <p:spPr>
          <a:xfrm>
            <a:off x="3079440" y="50760"/>
            <a:ext cx="29847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6: EHAM | RWY 18R | STAR PESE2A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 flipH="1" flipV="1">
            <a:off x="4067280" y="4847760"/>
            <a:ext cx="720720" cy="52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 flipH="1" flipV="1">
            <a:off x="3795840" y="4138200"/>
            <a:ext cx="271440" cy="709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 flipV="1">
            <a:off x="3795840" y="3176640"/>
            <a:ext cx="865080" cy="961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 flipV="1">
            <a:off x="4660920" y="2412720"/>
            <a:ext cx="687240" cy="763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 flipH="1" flipV="1">
            <a:off x="5051520" y="1639800"/>
            <a:ext cx="296640" cy="773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5051520" y="1639800"/>
            <a:ext cx="166680" cy="190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 flipH="1">
            <a:off x="5200200" y="1830240"/>
            <a:ext cx="17640" cy="252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 flipH="1">
            <a:off x="5192640" y="2082960"/>
            <a:ext cx="7920" cy="150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 flipH="1">
            <a:off x="5178240" y="2233440"/>
            <a:ext cx="14040" cy="281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83" name=""/>
          <p:cNvGrpSpPr/>
          <p:nvPr/>
        </p:nvGrpSpPr>
        <p:grpSpPr>
          <a:xfrm>
            <a:off x="4724280" y="5307120"/>
            <a:ext cx="595800" cy="200520"/>
            <a:chOff x="4724280" y="5307120"/>
            <a:chExt cx="595800" cy="200520"/>
          </a:xfrm>
        </p:grpSpPr>
        <p:sp>
          <p:nvSpPr>
            <p:cNvPr id="584" name=""/>
            <p:cNvSpPr/>
            <p:nvPr/>
          </p:nvSpPr>
          <p:spPr>
            <a:xfrm>
              <a:off x="472428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5" name=""/>
            <p:cNvSpPr/>
            <p:nvPr/>
          </p:nvSpPr>
          <p:spPr>
            <a:xfrm>
              <a:off x="4840560" y="53071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PESER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6" name=""/>
          <p:cNvGrpSpPr/>
          <p:nvPr/>
        </p:nvGrpSpPr>
        <p:grpSpPr>
          <a:xfrm>
            <a:off x="4016520" y="4784760"/>
            <a:ext cx="697680" cy="200520"/>
            <a:chOff x="4016520" y="4784760"/>
            <a:chExt cx="697680" cy="200520"/>
          </a:xfrm>
        </p:grpSpPr>
        <p:sp>
          <p:nvSpPr>
            <p:cNvPr id="587" name=""/>
            <p:cNvSpPr/>
            <p:nvPr/>
          </p:nvSpPr>
          <p:spPr>
            <a:xfrm>
              <a:off x="4016520" y="4797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8" name=""/>
            <p:cNvSpPr/>
            <p:nvPr/>
          </p:nvSpPr>
          <p:spPr>
            <a:xfrm>
              <a:off x="4176720" y="4784760"/>
              <a:ext cx="53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'STDNB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9" name=""/>
          <p:cNvGrpSpPr/>
          <p:nvPr/>
        </p:nvGrpSpPr>
        <p:grpSpPr>
          <a:xfrm>
            <a:off x="3745080" y="4075200"/>
            <a:ext cx="683280" cy="200520"/>
            <a:chOff x="3745080" y="4075200"/>
            <a:chExt cx="683280" cy="200520"/>
          </a:xfrm>
        </p:grpSpPr>
        <p:sp>
          <p:nvSpPr>
            <p:cNvPr id="590" name=""/>
            <p:cNvSpPr/>
            <p:nvPr/>
          </p:nvSpPr>
          <p:spPr>
            <a:xfrm>
              <a:off x="3745080" y="4087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1" name=""/>
            <p:cNvSpPr/>
            <p:nvPr/>
          </p:nvSpPr>
          <p:spPr>
            <a:xfrm>
              <a:off x="3920040" y="407520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'RIVER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2" name=""/>
          <p:cNvGrpSpPr/>
          <p:nvPr/>
        </p:nvGrpSpPr>
        <p:grpSpPr>
          <a:xfrm>
            <a:off x="4610160" y="3112920"/>
            <a:ext cx="678960" cy="200520"/>
            <a:chOff x="4610160" y="3112920"/>
            <a:chExt cx="678960" cy="200520"/>
          </a:xfrm>
        </p:grpSpPr>
        <p:sp>
          <p:nvSpPr>
            <p:cNvPr id="593" name=""/>
            <p:cNvSpPr/>
            <p:nvPr/>
          </p:nvSpPr>
          <p:spPr>
            <a:xfrm>
              <a:off x="4610160" y="3125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4" name=""/>
            <p:cNvSpPr/>
            <p:nvPr/>
          </p:nvSpPr>
          <p:spPr>
            <a:xfrm>
              <a:off x="4789800" y="311292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'D2230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5" name=""/>
          <p:cNvGrpSpPr/>
          <p:nvPr/>
        </p:nvGrpSpPr>
        <p:grpSpPr>
          <a:xfrm>
            <a:off x="5297400" y="2349360"/>
            <a:ext cx="565920" cy="200520"/>
            <a:chOff x="5297400" y="2349360"/>
            <a:chExt cx="565920" cy="200520"/>
          </a:xfrm>
        </p:grpSpPr>
        <p:sp>
          <p:nvSpPr>
            <p:cNvPr id="596" name=""/>
            <p:cNvSpPr/>
            <p:nvPr/>
          </p:nvSpPr>
          <p:spPr>
            <a:xfrm>
              <a:off x="5297400" y="2362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7" name=""/>
            <p:cNvSpPr/>
            <p:nvPr/>
          </p:nvSpPr>
          <p:spPr>
            <a:xfrm>
              <a:off x="5458680" y="2349360"/>
              <a:ext cx="40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'SPL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8" name=""/>
          <p:cNvGrpSpPr/>
          <p:nvPr/>
        </p:nvGrpSpPr>
        <p:grpSpPr>
          <a:xfrm>
            <a:off x="5000760" y="1576440"/>
            <a:ext cx="683280" cy="200520"/>
            <a:chOff x="5000760" y="1576440"/>
            <a:chExt cx="683280" cy="200520"/>
          </a:xfrm>
        </p:grpSpPr>
        <p:sp>
          <p:nvSpPr>
            <p:cNvPr id="599" name=""/>
            <p:cNvSpPr/>
            <p:nvPr/>
          </p:nvSpPr>
          <p:spPr>
            <a:xfrm>
              <a:off x="5000760" y="158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0" name=""/>
            <p:cNvSpPr/>
            <p:nvPr/>
          </p:nvSpPr>
          <p:spPr>
            <a:xfrm>
              <a:off x="5175720" y="157644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'EH644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1" name=""/>
          <p:cNvGrpSpPr/>
          <p:nvPr/>
        </p:nvGrpSpPr>
        <p:grpSpPr>
          <a:xfrm>
            <a:off x="5176800" y="1766880"/>
            <a:ext cx="599040" cy="200520"/>
            <a:chOff x="5176800" y="1766880"/>
            <a:chExt cx="599040" cy="200520"/>
          </a:xfrm>
        </p:grpSpPr>
        <p:sp>
          <p:nvSpPr>
            <p:cNvPr id="602" name=""/>
            <p:cNvSpPr/>
            <p:nvPr/>
          </p:nvSpPr>
          <p:spPr>
            <a:xfrm>
              <a:off x="5176800" y="1789200"/>
              <a:ext cx="824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3" name=""/>
            <p:cNvSpPr/>
            <p:nvPr/>
          </p:nvSpPr>
          <p:spPr>
            <a:xfrm>
              <a:off x="5331600" y="1766880"/>
              <a:ext cx="444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'INTC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4" name=""/>
          <p:cNvGrpSpPr/>
          <p:nvPr/>
        </p:nvGrpSpPr>
        <p:grpSpPr>
          <a:xfrm>
            <a:off x="5159520" y="2019240"/>
            <a:ext cx="662760" cy="200520"/>
            <a:chOff x="5159520" y="2019240"/>
            <a:chExt cx="662760" cy="200520"/>
          </a:xfrm>
        </p:grpSpPr>
        <p:sp>
          <p:nvSpPr>
            <p:cNvPr id="605" name=""/>
            <p:cNvSpPr/>
            <p:nvPr/>
          </p:nvSpPr>
          <p:spPr>
            <a:xfrm>
              <a:off x="5159520" y="204300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6" name=""/>
            <p:cNvSpPr/>
            <p:nvPr/>
          </p:nvSpPr>
          <p:spPr>
            <a:xfrm>
              <a:off x="5313960" y="201924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'EH621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7" name=""/>
          <p:cNvGrpSpPr/>
          <p:nvPr/>
        </p:nvGrpSpPr>
        <p:grpSpPr>
          <a:xfrm>
            <a:off x="5151600" y="2170080"/>
            <a:ext cx="662760" cy="200520"/>
            <a:chOff x="5151600" y="2170080"/>
            <a:chExt cx="662760" cy="200520"/>
          </a:xfrm>
        </p:grpSpPr>
        <p:sp>
          <p:nvSpPr>
            <p:cNvPr id="608" name=""/>
            <p:cNvSpPr/>
            <p:nvPr/>
          </p:nvSpPr>
          <p:spPr>
            <a:xfrm>
              <a:off x="5151600" y="2192400"/>
              <a:ext cx="806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9" name=""/>
            <p:cNvSpPr/>
            <p:nvPr/>
          </p:nvSpPr>
          <p:spPr>
            <a:xfrm>
              <a:off x="5306040" y="217008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'EH622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0" name=""/>
          <p:cNvGrpSpPr/>
          <p:nvPr/>
        </p:nvGrpSpPr>
        <p:grpSpPr>
          <a:xfrm>
            <a:off x="5114880" y="2451240"/>
            <a:ext cx="731520" cy="200520"/>
            <a:chOff x="5114880" y="2451240"/>
            <a:chExt cx="731520" cy="200520"/>
          </a:xfrm>
        </p:grpSpPr>
        <p:sp>
          <p:nvSpPr>
            <p:cNvPr id="611" name=""/>
            <p:cNvSpPr/>
            <p:nvPr/>
          </p:nvSpPr>
          <p:spPr>
            <a:xfrm>
              <a:off x="5114880" y="245124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2" name=""/>
            <p:cNvSpPr/>
            <p:nvPr/>
          </p:nvSpPr>
          <p:spPr>
            <a:xfrm>
              <a:off x="5290920" y="2451240"/>
              <a:ext cx="555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'RW18R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3" name=""/>
          <p:cNvGrpSpPr/>
          <p:nvPr/>
        </p:nvGrpSpPr>
        <p:grpSpPr>
          <a:xfrm>
            <a:off x="3124080" y="3124080"/>
            <a:ext cx="478800" cy="200520"/>
            <a:chOff x="3124080" y="3124080"/>
            <a:chExt cx="478800" cy="200520"/>
          </a:xfrm>
        </p:grpSpPr>
        <p:sp>
          <p:nvSpPr>
            <p:cNvPr id="614" name=""/>
            <p:cNvSpPr/>
            <p:nvPr/>
          </p:nvSpPr>
          <p:spPr>
            <a:xfrm>
              <a:off x="3124080" y="313020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5" name=""/>
            <p:cNvSpPr/>
            <p:nvPr/>
          </p:nvSpPr>
          <p:spPr>
            <a:xfrm>
              <a:off x="32652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6" name=""/>
          <p:cNvGrpSpPr/>
          <p:nvPr/>
        </p:nvGrpSpPr>
        <p:grpSpPr>
          <a:xfrm>
            <a:off x="1981080" y="6248520"/>
            <a:ext cx="479160" cy="200520"/>
            <a:chOff x="1981080" y="6248520"/>
            <a:chExt cx="479160" cy="200520"/>
          </a:xfrm>
        </p:grpSpPr>
        <p:sp>
          <p:nvSpPr>
            <p:cNvPr id="617" name=""/>
            <p:cNvSpPr/>
            <p:nvPr/>
          </p:nvSpPr>
          <p:spPr>
            <a:xfrm>
              <a:off x="1981080" y="62550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8" name=""/>
            <p:cNvSpPr/>
            <p:nvPr/>
          </p:nvSpPr>
          <p:spPr>
            <a:xfrm>
              <a:off x="212256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9" name=""/>
          <p:cNvGrpSpPr/>
          <p:nvPr/>
        </p:nvGrpSpPr>
        <p:grpSpPr>
          <a:xfrm>
            <a:off x="4191120" y="1981080"/>
            <a:ext cx="479160" cy="200520"/>
            <a:chOff x="4191120" y="1981080"/>
            <a:chExt cx="479160" cy="200520"/>
          </a:xfrm>
        </p:grpSpPr>
        <p:sp>
          <p:nvSpPr>
            <p:cNvPr id="620" name=""/>
            <p:cNvSpPr/>
            <p:nvPr/>
          </p:nvSpPr>
          <p:spPr>
            <a:xfrm>
              <a:off x="4191120" y="198756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1" name=""/>
            <p:cNvSpPr/>
            <p:nvPr/>
          </p:nvSpPr>
          <p:spPr>
            <a:xfrm>
              <a:off x="4332600" y="1981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2" name=""/>
          <p:cNvGrpSpPr/>
          <p:nvPr/>
        </p:nvGrpSpPr>
        <p:grpSpPr>
          <a:xfrm>
            <a:off x="5638680" y="3809880"/>
            <a:ext cx="461880" cy="200520"/>
            <a:chOff x="5638680" y="3809880"/>
            <a:chExt cx="461880" cy="200520"/>
          </a:xfrm>
        </p:grpSpPr>
        <p:sp>
          <p:nvSpPr>
            <p:cNvPr id="623" name=""/>
            <p:cNvSpPr/>
            <p:nvPr/>
          </p:nvSpPr>
          <p:spPr>
            <a:xfrm>
              <a:off x="5638680" y="3825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4" name=""/>
            <p:cNvSpPr/>
            <p:nvPr/>
          </p:nvSpPr>
          <p:spPr>
            <a:xfrm>
              <a:off x="576288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5" name=""/>
          <p:cNvGrpSpPr/>
          <p:nvPr/>
        </p:nvGrpSpPr>
        <p:grpSpPr>
          <a:xfrm>
            <a:off x="5580000" y="6095880"/>
            <a:ext cx="469080" cy="200520"/>
            <a:chOff x="5580000" y="6095880"/>
            <a:chExt cx="469080" cy="200520"/>
          </a:xfrm>
        </p:grpSpPr>
        <p:sp>
          <p:nvSpPr>
            <p:cNvPr id="626" name=""/>
            <p:cNvSpPr/>
            <p:nvPr/>
          </p:nvSpPr>
          <p:spPr>
            <a:xfrm>
              <a:off x="5580000" y="6111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7" name=""/>
            <p:cNvSpPr/>
            <p:nvPr/>
          </p:nvSpPr>
          <p:spPr>
            <a:xfrm>
              <a:off x="571140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8" name=""/>
          <p:cNvGrpSpPr/>
          <p:nvPr/>
        </p:nvGrpSpPr>
        <p:grpSpPr>
          <a:xfrm>
            <a:off x="5253120" y="1219320"/>
            <a:ext cx="460080" cy="200520"/>
            <a:chOff x="5253120" y="1219320"/>
            <a:chExt cx="460080" cy="200520"/>
          </a:xfrm>
        </p:grpSpPr>
        <p:sp>
          <p:nvSpPr>
            <p:cNvPr id="629" name=""/>
            <p:cNvSpPr/>
            <p:nvPr/>
          </p:nvSpPr>
          <p:spPr>
            <a:xfrm>
              <a:off x="5253120" y="12333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0" name=""/>
            <p:cNvSpPr/>
            <p:nvPr/>
          </p:nvSpPr>
          <p:spPr>
            <a:xfrm>
              <a:off x="537552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1" name=""/>
          <p:cNvGrpSpPr/>
          <p:nvPr/>
        </p:nvGrpSpPr>
        <p:grpSpPr>
          <a:xfrm>
            <a:off x="4495680" y="457200"/>
            <a:ext cx="461880" cy="200520"/>
            <a:chOff x="4495680" y="457200"/>
            <a:chExt cx="461880" cy="200520"/>
          </a:xfrm>
        </p:grpSpPr>
        <p:sp>
          <p:nvSpPr>
            <p:cNvPr id="632" name=""/>
            <p:cNvSpPr/>
            <p:nvPr/>
          </p:nvSpPr>
          <p:spPr>
            <a:xfrm>
              <a:off x="4495680" y="471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3" name=""/>
            <p:cNvSpPr/>
            <p:nvPr/>
          </p:nvSpPr>
          <p:spPr>
            <a:xfrm>
              <a:off x="461988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4" name=""/>
          <p:cNvGrpSpPr/>
          <p:nvPr/>
        </p:nvGrpSpPr>
        <p:grpSpPr>
          <a:xfrm>
            <a:off x="5570640" y="4905360"/>
            <a:ext cx="467280" cy="200520"/>
            <a:chOff x="5570640" y="4905360"/>
            <a:chExt cx="467280" cy="200520"/>
          </a:xfrm>
        </p:grpSpPr>
        <p:sp>
          <p:nvSpPr>
            <p:cNvPr id="635" name=""/>
            <p:cNvSpPr/>
            <p:nvPr/>
          </p:nvSpPr>
          <p:spPr>
            <a:xfrm>
              <a:off x="5570640" y="492120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6" name=""/>
            <p:cNvSpPr/>
            <p:nvPr/>
          </p:nvSpPr>
          <p:spPr>
            <a:xfrm>
              <a:off x="5700240" y="4905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7" name=""/>
          <p:cNvGrpSpPr/>
          <p:nvPr/>
        </p:nvGrpSpPr>
        <p:grpSpPr>
          <a:xfrm>
            <a:off x="1828800" y="3505320"/>
            <a:ext cx="461520" cy="200520"/>
            <a:chOff x="1828800" y="3505320"/>
            <a:chExt cx="461520" cy="200520"/>
          </a:xfrm>
        </p:grpSpPr>
        <p:sp>
          <p:nvSpPr>
            <p:cNvPr id="638" name=""/>
            <p:cNvSpPr/>
            <p:nvPr/>
          </p:nvSpPr>
          <p:spPr>
            <a:xfrm>
              <a:off x="1828800" y="3521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9" name=""/>
            <p:cNvSpPr/>
            <p:nvPr/>
          </p:nvSpPr>
          <p:spPr>
            <a:xfrm>
              <a:off x="195264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0" name=""/>
          <p:cNvGrpSpPr/>
          <p:nvPr/>
        </p:nvGrpSpPr>
        <p:grpSpPr>
          <a:xfrm>
            <a:off x="4632480" y="4027320"/>
            <a:ext cx="468720" cy="200520"/>
            <a:chOff x="4632480" y="4027320"/>
            <a:chExt cx="468720" cy="200520"/>
          </a:xfrm>
        </p:grpSpPr>
        <p:sp>
          <p:nvSpPr>
            <p:cNvPr id="641" name=""/>
            <p:cNvSpPr/>
            <p:nvPr/>
          </p:nvSpPr>
          <p:spPr>
            <a:xfrm>
              <a:off x="4632480" y="4043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2" name=""/>
            <p:cNvSpPr/>
            <p:nvPr/>
          </p:nvSpPr>
          <p:spPr>
            <a:xfrm>
              <a:off x="4763520" y="4027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3" name=""/>
          <p:cNvGrpSpPr/>
          <p:nvPr/>
        </p:nvGrpSpPr>
        <p:grpSpPr>
          <a:xfrm>
            <a:off x="2133720" y="1371600"/>
            <a:ext cx="461520" cy="200520"/>
            <a:chOff x="2133720" y="1371600"/>
            <a:chExt cx="461520" cy="200520"/>
          </a:xfrm>
        </p:grpSpPr>
        <p:sp>
          <p:nvSpPr>
            <p:cNvPr id="644" name=""/>
            <p:cNvSpPr/>
            <p:nvPr/>
          </p:nvSpPr>
          <p:spPr>
            <a:xfrm>
              <a:off x="2133720" y="13870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5" name=""/>
            <p:cNvSpPr/>
            <p:nvPr/>
          </p:nvSpPr>
          <p:spPr>
            <a:xfrm>
              <a:off x="225756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6" name=""/>
          <p:cNvGrpSpPr/>
          <p:nvPr/>
        </p:nvGrpSpPr>
        <p:grpSpPr>
          <a:xfrm>
            <a:off x="4405320" y="6076800"/>
            <a:ext cx="467280" cy="200520"/>
            <a:chOff x="4405320" y="6076800"/>
            <a:chExt cx="467280" cy="200520"/>
          </a:xfrm>
        </p:grpSpPr>
        <p:sp>
          <p:nvSpPr>
            <p:cNvPr id="647" name=""/>
            <p:cNvSpPr/>
            <p:nvPr/>
          </p:nvSpPr>
          <p:spPr>
            <a:xfrm>
              <a:off x="4405320" y="60930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8" name=""/>
            <p:cNvSpPr/>
            <p:nvPr/>
          </p:nvSpPr>
          <p:spPr>
            <a:xfrm>
              <a:off x="4534920" y="6076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9" name=""/>
          <p:cNvGrpSpPr/>
          <p:nvPr/>
        </p:nvGrpSpPr>
        <p:grpSpPr>
          <a:xfrm>
            <a:off x="6095880" y="2819520"/>
            <a:ext cx="461520" cy="200520"/>
            <a:chOff x="6095880" y="2819520"/>
            <a:chExt cx="461520" cy="200520"/>
          </a:xfrm>
        </p:grpSpPr>
        <p:sp>
          <p:nvSpPr>
            <p:cNvPr id="650" name=""/>
            <p:cNvSpPr/>
            <p:nvPr/>
          </p:nvSpPr>
          <p:spPr>
            <a:xfrm>
              <a:off x="6095880" y="2835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1" name=""/>
            <p:cNvSpPr/>
            <p:nvPr/>
          </p:nvSpPr>
          <p:spPr>
            <a:xfrm>
              <a:off x="621972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2" name=""/>
          <p:cNvGrpSpPr/>
          <p:nvPr/>
        </p:nvGrpSpPr>
        <p:grpSpPr>
          <a:xfrm>
            <a:off x="6248520" y="1752480"/>
            <a:ext cx="461160" cy="200520"/>
            <a:chOff x="6248520" y="1752480"/>
            <a:chExt cx="461160" cy="200520"/>
          </a:xfrm>
        </p:grpSpPr>
        <p:sp>
          <p:nvSpPr>
            <p:cNvPr id="653" name=""/>
            <p:cNvSpPr/>
            <p:nvPr/>
          </p:nvSpPr>
          <p:spPr>
            <a:xfrm>
              <a:off x="6248520" y="17683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4" name=""/>
            <p:cNvSpPr/>
            <p:nvPr/>
          </p:nvSpPr>
          <p:spPr>
            <a:xfrm>
              <a:off x="637200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5" name=""/>
          <p:cNvGrpSpPr/>
          <p:nvPr/>
        </p:nvGrpSpPr>
        <p:grpSpPr>
          <a:xfrm>
            <a:off x="3581280" y="5486400"/>
            <a:ext cx="461520" cy="200520"/>
            <a:chOff x="3581280" y="5486400"/>
            <a:chExt cx="461520" cy="200520"/>
          </a:xfrm>
        </p:grpSpPr>
        <p:sp>
          <p:nvSpPr>
            <p:cNvPr id="656" name=""/>
            <p:cNvSpPr/>
            <p:nvPr/>
          </p:nvSpPr>
          <p:spPr>
            <a:xfrm>
              <a:off x="3581280" y="550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7" name=""/>
            <p:cNvSpPr/>
            <p:nvPr/>
          </p:nvSpPr>
          <p:spPr>
            <a:xfrm>
              <a:off x="370512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8" name=""/>
          <p:cNvGrpSpPr/>
          <p:nvPr/>
        </p:nvGrpSpPr>
        <p:grpSpPr>
          <a:xfrm>
            <a:off x="3809880" y="2666880"/>
            <a:ext cx="461880" cy="200520"/>
            <a:chOff x="3809880" y="2666880"/>
            <a:chExt cx="461880" cy="200520"/>
          </a:xfrm>
        </p:grpSpPr>
        <p:sp>
          <p:nvSpPr>
            <p:cNvPr id="659" name=""/>
            <p:cNvSpPr/>
            <p:nvPr/>
          </p:nvSpPr>
          <p:spPr>
            <a:xfrm>
              <a:off x="3809880" y="2682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0" name=""/>
            <p:cNvSpPr/>
            <p:nvPr/>
          </p:nvSpPr>
          <p:spPr>
            <a:xfrm>
              <a:off x="3934080" y="2666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1" name=""/>
          <p:cNvGrpSpPr/>
          <p:nvPr/>
        </p:nvGrpSpPr>
        <p:grpSpPr>
          <a:xfrm>
            <a:off x="4865760" y="4635360"/>
            <a:ext cx="468720" cy="200520"/>
            <a:chOff x="4865760" y="4635360"/>
            <a:chExt cx="468720" cy="200520"/>
          </a:xfrm>
        </p:grpSpPr>
        <p:sp>
          <p:nvSpPr>
            <p:cNvPr id="662" name=""/>
            <p:cNvSpPr/>
            <p:nvPr/>
          </p:nvSpPr>
          <p:spPr>
            <a:xfrm>
              <a:off x="4865760" y="4651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3" name=""/>
            <p:cNvSpPr/>
            <p:nvPr/>
          </p:nvSpPr>
          <p:spPr>
            <a:xfrm>
              <a:off x="4996800" y="4635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4" name=""/>
          <p:cNvGrpSpPr/>
          <p:nvPr/>
        </p:nvGrpSpPr>
        <p:grpSpPr>
          <a:xfrm>
            <a:off x="7620120" y="3124080"/>
            <a:ext cx="461160" cy="200520"/>
            <a:chOff x="7620120" y="3124080"/>
            <a:chExt cx="461160" cy="200520"/>
          </a:xfrm>
        </p:grpSpPr>
        <p:sp>
          <p:nvSpPr>
            <p:cNvPr id="665" name=""/>
            <p:cNvSpPr/>
            <p:nvPr/>
          </p:nvSpPr>
          <p:spPr>
            <a:xfrm>
              <a:off x="7620120" y="31399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6" name=""/>
            <p:cNvSpPr/>
            <p:nvPr/>
          </p:nvSpPr>
          <p:spPr>
            <a:xfrm>
              <a:off x="77436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7" name=""/>
          <p:cNvGrpSpPr/>
          <p:nvPr/>
        </p:nvGrpSpPr>
        <p:grpSpPr>
          <a:xfrm>
            <a:off x="4495680" y="1371600"/>
            <a:ext cx="460080" cy="200520"/>
            <a:chOff x="4495680" y="1371600"/>
            <a:chExt cx="460080" cy="200520"/>
          </a:xfrm>
        </p:grpSpPr>
        <p:sp>
          <p:nvSpPr>
            <p:cNvPr id="668" name=""/>
            <p:cNvSpPr/>
            <p:nvPr/>
          </p:nvSpPr>
          <p:spPr>
            <a:xfrm>
              <a:off x="4495680" y="1387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9" name=""/>
            <p:cNvSpPr/>
            <p:nvPr/>
          </p:nvSpPr>
          <p:spPr>
            <a:xfrm>
              <a:off x="461808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0" name=""/>
          <p:cNvGrpSpPr/>
          <p:nvPr/>
        </p:nvGrpSpPr>
        <p:grpSpPr>
          <a:xfrm>
            <a:off x="2971800" y="4724280"/>
            <a:ext cx="461880" cy="200520"/>
            <a:chOff x="2971800" y="4724280"/>
            <a:chExt cx="461880" cy="200520"/>
          </a:xfrm>
        </p:grpSpPr>
        <p:sp>
          <p:nvSpPr>
            <p:cNvPr id="671" name=""/>
            <p:cNvSpPr/>
            <p:nvPr/>
          </p:nvSpPr>
          <p:spPr>
            <a:xfrm>
              <a:off x="2971800" y="47401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2" name=""/>
            <p:cNvSpPr/>
            <p:nvPr/>
          </p:nvSpPr>
          <p:spPr>
            <a:xfrm>
              <a:off x="30960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73" name="Rounded Rectangle 672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674" name="Oval 673"/>
          <p:cNvSpPr/>
          <p:nvPr/>
        </p:nvSpPr>
        <p:spPr>
          <a:xfrm>
            <a:off x="3081137" y="30874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3111137" y="31174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676" name="Rounded Rectangle 675"/>
          <p:cNvSpPr/>
          <p:nvPr/>
        </p:nvSpPr>
        <p:spPr>
          <a:xfrm>
            <a:off x="3281137" y="31024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677" name="Oval 676"/>
          <p:cNvSpPr/>
          <p:nvPr/>
        </p:nvSpPr>
        <p:spPr>
          <a:xfrm>
            <a:off x="1938140" y="621205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1968140" y="624205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679" name="Rounded Rectangle 678"/>
          <p:cNvSpPr/>
          <p:nvPr/>
        </p:nvSpPr>
        <p:spPr>
          <a:xfrm>
            <a:off x="2138140" y="622705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680" name="Oval 679"/>
          <p:cNvSpPr/>
          <p:nvPr/>
        </p:nvSpPr>
        <p:spPr>
          <a:xfrm>
            <a:off x="4148361" y="194462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4178361" y="197462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682" name="Rounded Rectangle 681"/>
          <p:cNvSpPr/>
          <p:nvPr/>
        </p:nvSpPr>
        <p:spPr>
          <a:xfrm>
            <a:off x="4348361" y="195962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683" name="Oval 682"/>
          <p:cNvSpPr/>
          <p:nvPr/>
        </p:nvSpPr>
        <p:spPr>
          <a:xfrm>
            <a:off x="5587097" y="377413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5617097" y="380413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685" name="Rounded Rectangle 684"/>
          <p:cNvSpPr/>
          <p:nvPr/>
        </p:nvSpPr>
        <p:spPr>
          <a:xfrm>
            <a:off x="5787097" y="378913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686" name="Oval 685"/>
          <p:cNvSpPr/>
          <p:nvPr/>
        </p:nvSpPr>
        <p:spPr>
          <a:xfrm>
            <a:off x="5528416" y="606013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5558416" y="609013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688" name="Rounded Rectangle 687"/>
          <p:cNvSpPr/>
          <p:nvPr/>
        </p:nvSpPr>
        <p:spPr>
          <a:xfrm>
            <a:off x="5728416" y="607513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689" name="Oval 688"/>
          <p:cNvSpPr/>
          <p:nvPr/>
        </p:nvSpPr>
        <p:spPr>
          <a:xfrm>
            <a:off x="5200639" y="118177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5230639" y="121177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691" name="Rounded Rectangle 690"/>
          <p:cNvSpPr/>
          <p:nvPr/>
        </p:nvSpPr>
        <p:spPr>
          <a:xfrm>
            <a:off x="5400639" y="119677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692" name="Oval 691"/>
          <p:cNvSpPr/>
          <p:nvPr/>
        </p:nvSpPr>
        <p:spPr>
          <a:xfrm>
            <a:off x="4444100" y="42002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4474100" y="45002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694" name="Rounded Rectangle 693"/>
          <p:cNvSpPr/>
          <p:nvPr/>
        </p:nvSpPr>
        <p:spPr>
          <a:xfrm>
            <a:off x="4644100" y="43502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695" name="Oval 694"/>
          <p:cNvSpPr/>
          <p:nvPr/>
        </p:nvSpPr>
        <p:spPr>
          <a:xfrm>
            <a:off x="5518159" y="48689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548159" y="48989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697" name="Rounded Rectangle 696"/>
          <p:cNvSpPr/>
          <p:nvPr/>
        </p:nvSpPr>
        <p:spPr>
          <a:xfrm>
            <a:off x="5718159" y="48839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698" name="Oval 697"/>
          <p:cNvSpPr/>
          <p:nvPr/>
        </p:nvSpPr>
        <p:spPr>
          <a:xfrm>
            <a:off x="1777216" y="34695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1807216" y="34995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700" name="Rounded Rectangle 699"/>
          <p:cNvSpPr/>
          <p:nvPr/>
        </p:nvSpPr>
        <p:spPr>
          <a:xfrm>
            <a:off x="1977216" y="34845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701" name="Oval 700"/>
          <p:cNvSpPr/>
          <p:nvPr/>
        </p:nvSpPr>
        <p:spPr>
          <a:xfrm>
            <a:off x="4580895" y="39919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4610895" y="40219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703" name="Rounded Rectangle 702"/>
          <p:cNvSpPr/>
          <p:nvPr/>
        </p:nvSpPr>
        <p:spPr>
          <a:xfrm>
            <a:off x="4780895" y="40069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704" name="Oval 703"/>
          <p:cNvSpPr/>
          <p:nvPr/>
        </p:nvSpPr>
        <p:spPr>
          <a:xfrm>
            <a:off x="2082138" y="13353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2112138" y="13653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706" name="Rounded Rectangle 705"/>
          <p:cNvSpPr/>
          <p:nvPr/>
        </p:nvSpPr>
        <p:spPr>
          <a:xfrm>
            <a:off x="2282138" y="13503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707" name="Oval 706"/>
          <p:cNvSpPr/>
          <p:nvPr/>
        </p:nvSpPr>
        <p:spPr>
          <a:xfrm>
            <a:off x="4353018" y="604141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4383018" y="607141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709" name="Rounded Rectangle 708"/>
          <p:cNvSpPr/>
          <p:nvPr/>
        </p:nvSpPr>
        <p:spPr>
          <a:xfrm>
            <a:off x="4553018" y="605641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710" name="Oval 709"/>
          <p:cNvSpPr/>
          <p:nvPr/>
        </p:nvSpPr>
        <p:spPr>
          <a:xfrm>
            <a:off x="6044301" y="27837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6074301" y="28137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712" name="Rounded Rectangle 711"/>
          <p:cNvSpPr/>
          <p:nvPr/>
        </p:nvSpPr>
        <p:spPr>
          <a:xfrm>
            <a:off x="6244301" y="27987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713" name="Oval 712"/>
          <p:cNvSpPr/>
          <p:nvPr/>
        </p:nvSpPr>
        <p:spPr>
          <a:xfrm>
            <a:off x="6196755" y="17167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6226755" y="17467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715" name="Rounded Rectangle 714"/>
          <p:cNvSpPr/>
          <p:nvPr/>
        </p:nvSpPr>
        <p:spPr>
          <a:xfrm>
            <a:off x="6396755" y="17317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716" name="Oval 715"/>
          <p:cNvSpPr/>
          <p:nvPr/>
        </p:nvSpPr>
        <p:spPr>
          <a:xfrm>
            <a:off x="3529699" y="545065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3559699" y="548065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718" name="Rounded Rectangle 717"/>
          <p:cNvSpPr/>
          <p:nvPr/>
        </p:nvSpPr>
        <p:spPr>
          <a:xfrm>
            <a:off x="3729699" y="546565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719" name="Oval 718"/>
          <p:cNvSpPr/>
          <p:nvPr/>
        </p:nvSpPr>
        <p:spPr>
          <a:xfrm>
            <a:off x="3758301" y="26311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3788301" y="26611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721" name="Rounded Rectangle 720"/>
          <p:cNvSpPr/>
          <p:nvPr/>
        </p:nvSpPr>
        <p:spPr>
          <a:xfrm>
            <a:off x="3958301" y="26461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722" name="Oval 721"/>
          <p:cNvSpPr/>
          <p:nvPr/>
        </p:nvSpPr>
        <p:spPr>
          <a:xfrm>
            <a:off x="4814180" y="45996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4844180" y="46296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724" name="Rounded Rectangle 723"/>
          <p:cNvSpPr/>
          <p:nvPr/>
        </p:nvSpPr>
        <p:spPr>
          <a:xfrm>
            <a:off x="5014180" y="46146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725" name="Oval 724"/>
          <p:cNvSpPr/>
          <p:nvPr/>
        </p:nvSpPr>
        <p:spPr>
          <a:xfrm>
            <a:off x="7568360" y="308833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7598360" y="311833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727" name="Rounded Rectangle 726"/>
          <p:cNvSpPr/>
          <p:nvPr/>
        </p:nvSpPr>
        <p:spPr>
          <a:xfrm>
            <a:off x="7768360" y="310333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728" name="Oval 727"/>
          <p:cNvSpPr/>
          <p:nvPr/>
        </p:nvSpPr>
        <p:spPr>
          <a:xfrm>
            <a:off x="4443197" y="13358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4473197" y="13658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730" name="Rounded Rectangle 729"/>
          <p:cNvSpPr/>
          <p:nvPr/>
        </p:nvSpPr>
        <p:spPr>
          <a:xfrm>
            <a:off x="4643197" y="13508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731" name="Oval 730"/>
          <p:cNvSpPr/>
          <p:nvPr/>
        </p:nvSpPr>
        <p:spPr>
          <a:xfrm>
            <a:off x="2920219" y="46878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2950219" y="47178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733" name="Rounded Rectangle 732"/>
          <p:cNvSpPr/>
          <p:nvPr/>
        </p:nvSpPr>
        <p:spPr>
          <a:xfrm>
            <a:off x="3120219" y="47028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"/>
          <p:cNvSpPr/>
          <p:nvPr/>
        </p:nvSpPr>
        <p:spPr>
          <a:xfrm>
            <a:off x="3142080" y="50760"/>
            <a:ext cx="28598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7: EGLL | RWY 09L | STAR BNN1B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3368520" y="1639800"/>
            <a:ext cx="1076400" cy="1941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4444920" y="3581280"/>
            <a:ext cx="486000" cy="621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4930920" y="4202280"/>
            <a:ext cx="196560" cy="25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5127480" y="4454640"/>
            <a:ext cx="582840" cy="311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5710320" y="4765680"/>
            <a:ext cx="4680" cy="192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 flipH="1">
            <a:off x="5516280" y="4957920"/>
            <a:ext cx="198360" cy="53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 flipH="1">
            <a:off x="5362560" y="5011560"/>
            <a:ext cx="154080" cy="8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5362560" y="5019840"/>
            <a:ext cx="9720" cy="258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5372280" y="5278320"/>
            <a:ext cx="12600" cy="79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5384880" y="5357880"/>
            <a:ext cx="96840" cy="3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5481720" y="5361120"/>
            <a:ext cx="135000" cy="4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5616720" y="5365800"/>
            <a:ext cx="158760" cy="4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86" name=""/>
          <p:cNvGrpSpPr/>
          <p:nvPr/>
        </p:nvGrpSpPr>
        <p:grpSpPr>
          <a:xfrm>
            <a:off x="3305160" y="1576440"/>
            <a:ext cx="607320" cy="200520"/>
            <a:chOff x="3305160" y="1576440"/>
            <a:chExt cx="607320" cy="200520"/>
          </a:xfrm>
        </p:grpSpPr>
        <p:sp>
          <p:nvSpPr>
            <p:cNvPr id="687" name=""/>
            <p:cNvSpPr/>
            <p:nvPr/>
          </p:nvSpPr>
          <p:spPr>
            <a:xfrm>
              <a:off x="330516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8" name=""/>
            <p:cNvSpPr/>
            <p:nvPr/>
          </p:nvSpPr>
          <p:spPr>
            <a:xfrm>
              <a:off x="3408840" y="1576440"/>
              <a:ext cx="503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NUGRA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9" name=""/>
          <p:cNvGrpSpPr/>
          <p:nvPr/>
        </p:nvGrpSpPr>
        <p:grpSpPr>
          <a:xfrm>
            <a:off x="4394160" y="3517920"/>
            <a:ext cx="555480" cy="200520"/>
            <a:chOff x="4394160" y="3517920"/>
            <a:chExt cx="555480" cy="200520"/>
          </a:xfrm>
        </p:grpSpPr>
        <p:sp>
          <p:nvSpPr>
            <p:cNvPr id="690" name=""/>
            <p:cNvSpPr/>
            <p:nvPr/>
          </p:nvSpPr>
          <p:spPr>
            <a:xfrm>
              <a:off x="4394160" y="35305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1" name=""/>
            <p:cNvSpPr/>
            <p:nvPr/>
          </p:nvSpPr>
          <p:spPr>
            <a:xfrm>
              <a:off x="4499280" y="35179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TOBID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2" name=""/>
          <p:cNvGrpSpPr/>
          <p:nvPr/>
        </p:nvGrpSpPr>
        <p:grpSpPr>
          <a:xfrm>
            <a:off x="4879800" y="4138560"/>
            <a:ext cx="553320" cy="200520"/>
            <a:chOff x="4879800" y="4138560"/>
            <a:chExt cx="553320" cy="200520"/>
          </a:xfrm>
        </p:grpSpPr>
        <p:sp>
          <p:nvSpPr>
            <p:cNvPr id="693" name=""/>
            <p:cNvSpPr/>
            <p:nvPr/>
          </p:nvSpPr>
          <p:spPr>
            <a:xfrm>
              <a:off x="4879800" y="4151160"/>
              <a:ext cx="10188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4" name=""/>
            <p:cNvSpPr/>
            <p:nvPr/>
          </p:nvSpPr>
          <p:spPr>
            <a:xfrm>
              <a:off x="4987080" y="413856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SOPIT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5" name=""/>
          <p:cNvGrpSpPr/>
          <p:nvPr/>
        </p:nvGrpSpPr>
        <p:grpSpPr>
          <a:xfrm>
            <a:off x="5076720" y="4390920"/>
            <a:ext cx="717840" cy="200520"/>
            <a:chOff x="5076720" y="4390920"/>
            <a:chExt cx="717840" cy="200520"/>
          </a:xfrm>
        </p:grpSpPr>
        <p:sp>
          <p:nvSpPr>
            <p:cNvPr id="696" name=""/>
            <p:cNvSpPr/>
            <p:nvPr/>
          </p:nvSpPr>
          <p:spPr>
            <a:xfrm>
              <a:off x="5076720" y="44038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7" name=""/>
            <p:cNvSpPr/>
            <p:nvPr/>
          </p:nvSpPr>
          <p:spPr>
            <a:xfrm>
              <a:off x="5217480" y="4390920"/>
              <a:ext cx="5770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'WCONB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8" name=""/>
          <p:cNvGrpSpPr/>
          <p:nvPr/>
        </p:nvGrpSpPr>
        <p:grpSpPr>
          <a:xfrm>
            <a:off x="5659560" y="4702320"/>
            <a:ext cx="487800" cy="200520"/>
            <a:chOff x="5659560" y="4702320"/>
            <a:chExt cx="487800" cy="200520"/>
          </a:xfrm>
        </p:grpSpPr>
        <p:sp>
          <p:nvSpPr>
            <p:cNvPr id="699" name=""/>
            <p:cNvSpPr/>
            <p:nvPr/>
          </p:nvSpPr>
          <p:spPr>
            <a:xfrm>
              <a:off x="5659560" y="47149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0" name=""/>
            <p:cNvSpPr/>
            <p:nvPr/>
          </p:nvSpPr>
          <p:spPr>
            <a:xfrm>
              <a:off x="5780880" y="470232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BNN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1" name=""/>
          <p:cNvGrpSpPr/>
          <p:nvPr/>
        </p:nvGrpSpPr>
        <p:grpSpPr>
          <a:xfrm>
            <a:off x="5673600" y="4894200"/>
            <a:ext cx="541800" cy="200520"/>
            <a:chOff x="5673600" y="4894200"/>
            <a:chExt cx="541800" cy="200520"/>
          </a:xfrm>
        </p:grpSpPr>
        <p:sp>
          <p:nvSpPr>
            <p:cNvPr id="702" name=""/>
            <p:cNvSpPr/>
            <p:nvPr/>
          </p:nvSpPr>
          <p:spPr>
            <a:xfrm>
              <a:off x="5673600" y="49179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3" name=""/>
            <p:cNvSpPr/>
            <p:nvPr/>
          </p:nvSpPr>
          <p:spPr>
            <a:xfrm>
              <a:off x="5751360" y="48942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BNN05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4" name=""/>
          <p:cNvGrpSpPr/>
          <p:nvPr/>
        </p:nvGrpSpPr>
        <p:grpSpPr>
          <a:xfrm>
            <a:off x="5465880" y="4948200"/>
            <a:ext cx="559800" cy="200520"/>
            <a:chOff x="5465880" y="4948200"/>
            <a:chExt cx="559800" cy="200520"/>
          </a:xfrm>
        </p:grpSpPr>
        <p:sp>
          <p:nvSpPr>
            <p:cNvPr id="705" name=""/>
            <p:cNvSpPr/>
            <p:nvPr/>
          </p:nvSpPr>
          <p:spPr>
            <a:xfrm>
              <a:off x="5465880" y="49608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6" name=""/>
            <p:cNvSpPr/>
            <p:nvPr/>
          </p:nvSpPr>
          <p:spPr>
            <a:xfrm>
              <a:off x="5565960" y="494820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LAM30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7" name=""/>
          <p:cNvGrpSpPr/>
          <p:nvPr/>
        </p:nvGrpSpPr>
        <p:grpSpPr>
          <a:xfrm>
            <a:off x="5311800" y="4956120"/>
            <a:ext cx="689040" cy="200520"/>
            <a:chOff x="5311800" y="4956120"/>
            <a:chExt cx="689040" cy="200520"/>
          </a:xfrm>
        </p:grpSpPr>
        <p:sp>
          <p:nvSpPr>
            <p:cNvPr id="708" name=""/>
            <p:cNvSpPr/>
            <p:nvPr/>
          </p:nvSpPr>
          <p:spPr>
            <a:xfrm>
              <a:off x="5311800" y="49687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9" name=""/>
            <p:cNvSpPr/>
            <p:nvPr/>
          </p:nvSpPr>
          <p:spPr>
            <a:xfrm>
              <a:off x="5481720" y="4956120"/>
              <a:ext cx="519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'LAM34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0" name=""/>
          <p:cNvGrpSpPr/>
          <p:nvPr/>
        </p:nvGrpSpPr>
        <p:grpSpPr>
          <a:xfrm>
            <a:off x="5330880" y="5214960"/>
            <a:ext cx="684720" cy="200520"/>
            <a:chOff x="5330880" y="5214960"/>
            <a:chExt cx="684720" cy="200520"/>
          </a:xfrm>
        </p:grpSpPr>
        <p:sp>
          <p:nvSpPr>
            <p:cNvPr id="711" name=""/>
            <p:cNvSpPr/>
            <p:nvPr/>
          </p:nvSpPr>
          <p:spPr>
            <a:xfrm>
              <a:off x="5330880" y="52372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2" name=""/>
            <p:cNvSpPr/>
            <p:nvPr/>
          </p:nvSpPr>
          <p:spPr>
            <a:xfrm>
              <a:off x="5463000" y="5214960"/>
              <a:ext cx="5526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'GWC39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3" name=""/>
          <p:cNvGrpSpPr/>
          <p:nvPr/>
        </p:nvGrpSpPr>
        <p:grpSpPr>
          <a:xfrm>
            <a:off x="5334120" y="5294160"/>
            <a:ext cx="668880" cy="200520"/>
            <a:chOff x="5334120" y="5294160"/>
            <a:chExt cx="668880" cy="200520"/>
          </a:xfrm>
        </p:grpSpPr>
        <p:sp>
          <p:nvSpPr>
            <p:cNvPr id="714" name=""/>
            <p:cNvSpPr/>
            <p:nvPr/>
          </p:nvSpPr>
          <p:spPr>
            <a:xfrm>
              <a:off x="5334120" y="5307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5" name=""/>
            <p:cNvSpPr/>
            <p:nvPr/>
          </p:nvSpPr>
          <p:spPr>
            <a:xfrm>
              <a:off x="5523480" y="529416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'IAA10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6" name=""/>
          <p:cNvGrpSpPr/>
          <p:nvPr/>
        </p:nvGrpSpPr>
        <p:grpSpPr>
          <a:xfrm>
            <a:off x="5430960" y="5297400"/>
            <a:ext cx="681120" cy="200520"/>
            <a:chOff x="5430960" y="5297400"/>
            <a:chExt cx="681120" cy="200520"/>
          </a:xfrm>
        </p:grpSpPr>
        <p:sp>
          <p:nvSpPr>
            <p:cNvPr id="717" name=""/>
            <p:cNvSpPr/>
            <p:nvPr/>
          </p:nvSpPr>
          <p:spPr>
            <a:xfrm>
              <a:off x="5430960" y="5310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8" name=""/>
            <p:cNvSpPr/>
            <p:nvPr/>
          </p:nvSpPr>
          <p:spPr>
            <a:xfrm>
              <a:off x="5608440" y="5297400"/>
              <a:ext cx="503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'CF09L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9" name=""/>
          <p:cNvGrpSpPr/>
          <p:nvPr/>
        </p:nvGrpSpPr>
        <p:grpSpPr>
          <a:xfrm>
            <a:off x="5565600" y="5302080"/>
            <a:ext cx="676080" cy="200520"/>
            <a:chOff x="5565600" y="5302080"/>
            <a:chExt cx="676080" cy="200520"/>
          </a:xfrm>
        </p:grpSpPr>
        <p:sp>
          <p:nvSpPr>
            <p:cNvPr id="720" name=""/>
            <p:cNvSpPr/>
            <p:nvPr/>
          </p:nvSpPr>
          <p:spPr>
            <a:xfrm>
              <a:off x="5565600" y="53150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1" name=""/>
            <p:cNvSpPr/>
            <p:nvPr/>
          </p:nvSpPr>
          <p:spPr>
            <a:xfrm>
              <a:off x="5748480" y="5302080"/>
              <a:ext cx="4932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'FF09L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2" name=""/>
          <p:cNvGrpSpPr/>
          <p:nvPr/>
        </p:nvGrpSpPr>
        <p:grpSpPr>
          <a:xfrm>
            <a:off x="5711760" y="5307120"/>
            <a:ext cx="728280" cy="200520"/>
            <a:chOff x="5711760" y="5307120"/>
            <a:chExt cx="728280" cy="200520"/>
          </a:xfrm>
        </p:grpSpPr>
        <p:sp>
          <p:nvSpPr>
            <p:cNvPr id="723" name=""/>
            <p:cNvSpPr/>
            <p:nvPr/>
          </p:nvSpPr>
          <p:spPr>
            <a:xfrm>
              <a:off x="5711760" y="530712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4" name=""/>
            <p:cNvSpPr/>
            <p:nvPr/>
          </p:nvSpPr>
          <p:spPr>
            <a:xfrm>
              <a:off x="5893560" y="5307120"/>
              <a:ext cx="54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'RW09L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5" name=""/>
          <p:cNvGrpSpPr/>
          <p:nvPr/>
        </p:nvGrpSpPr>
        <p:grpSpPr>
          <a:xfrm>
            <a:off x="6400800" y="4495680"/>
            <a:ext cx="479160" cy="200520"/>
            <a:chOff x="6400800" y="4495680"/>
            <a:chExt cx="479160" cy="200520"/>
          </a:xfrm>
        </p:grpSpPr>
        <p:sp>
          <p:nvSpPr>
            <p:cNvPr id="726" name=""/>
            <p:cNvSpPr/>
            <p:nvPr/>
          </p:nvSpPr>
          <p:spPr>
            <a:xfrm>
              <a:off x="6400800" y="450180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7" name=""/>
            <p:cNvSpPr/>
            <p:nvPr/>
          </p:nvSpPr>
          <p:spPr>
            <a:xfrm>
              <a:off x="654228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8" name=""/>
          <p:cNvGrpSpPr/>
          <p:nvPr/>
        </p:nvGrpSpPr>
        <p:grpSpPr>
          <a:xfrm>
            <a:off x="4946760" y="5059440"/>
            <a:ext cx="461520" cy="200520"/>
            <a:chOff x="4946760" y="5059440"/>
            <a:chExt cx="461520" cy="200520"/>
          </a:xfrm>
        </p:grpSpPr>
        <p:sp>
          <p:nvSpPr>
            <p:cNvPr id="729" name=""/>
            <p:cNvSpPr/>
            <p:nvPr/>
          </p:nvSpPr>
          <p:spPr>
            <a:xfrm>
              <a:off x="4946760" y="5073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0" name=""/>
            <p:cNvSpPr/>
            <p:nvPr/>
          </p:nvSpPr>
          <p:spPr>
            <a:xfrm>
              <a:off x="5070600" y="5059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1" name=""/>
          <p:cNvGrpSpPr/>
          <p:nvPr/>
        </p:nvGrpSpPr>
        <p:grpSpPr>
          <a:xfrm>
            <a:off x="7696080" y="2895480"/>
            <a:ext cx="461880" cy="200520"/>
            <a:chOff x="7696080" y="2895480"/>
            <a:chExt cx="461880" cy="200520"/>
          </a:xfrm>
        </p:grpSpPr>
        <p:sp>
          <p:nvSpPr>
            <p:cNvPr id="732" name=""/>
            <p:cNvSpPr/>
            <p:nvPr/>
          </p:nvSpPr>
          <p:spPr>
            <a:xfrm>
              <a:off x="7696080" y="2909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3" name=""/>
            <p:cNvSpPr/>
            <p:nvPr/>
          </p:nvSpPr>
          <p:spPr>
            <a:xfrm>
              <a:off x="782028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4" name=""/>
          <p:cNvGrpSpPr/>
          <p:nvPr/>
        </p:nvGrpSpPr>
        <p:grpSpPr>
          <a:xfrm>
            <a:off x="3124080" y="4343400"/>
            <a:ext cx="461880" cy="200520"/>
            <a:chOff x="3124080" y="4343400"/>
            <a:chExt cx="461880" cy="200520"/>
          </a:xfrm>
        </p:grpSpPr>
        <p:sp>
          <p:nvSpPr>
            <p:cNvPr id="735" name=""/>
            <p:cNvSpPr/>
            <p:nvPr/>
          </p:nvSpPr>
          <p:spPr>
            <a:xfrm>
              <a:off x="3124080" y="4359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6" name=""/>
            <p:cNvSpPr/>
            <p:nvPr/>
          </p:nvSpPr>
          <p:spPr>
            <a:xfrm>
              <a:off x="324828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7" name=""/>
          <p:cNvGrpSpPr/>
          <p:nvPr/>
        </p:nvGrpSpPr>
        <p:grpSpPr>
          <a:xfrm>
            <a:off x="4495680" y="1523880"/>
            <a:ext cx="461880" cy="200520"/>
            <a:chOff x="4495680" y="1523880"/>
            <a:chExt cx="461880" cy="200520"/>
          </a:xfrm>
        </p:grpSpPr>
        <p:sp>
          <p:nvSpPr>
            <p:cNvPr id="738" name=""/>
            <p:cNvSpPr/>
            <p:nvPr/>
          </p:nvSpPr>
          <p:spPr>
            <a:xfrm>
              <a:off x="4495680" y="1539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9" name=""/>
            <p:cNvSpPr/>
            <p:nvPr/>
          </p:nvSpPr>
          <p:spPr>
            <a:xfrm>
              <a:off x="461988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0" name=""/>
          <p:cNvGrpSpPr/>
          <p:nvPr/>
        </p:nvGrpSpPr>
        <p:grpSpPr>
          <a:xfrm>
            <a:off x="2438280" y="2438280"/>
            <a:ext cx="460080" cy="200520"/>
            <a:chOff x="2438280" y="2438280"/>
            <a:chExt cx="460080" cy="200520"/>
          </a:xfrm>
        </p:grpSpPr>
        <p:sp>
          <p:nvSpPr>
            <p:cNvPr id="741" name=""/>
            <p:cNvSpPr/>
            <p:nvPr/>
          </p:nvSpPr>
          <p:spPr>
            <a:xfrm>
              <a:off x="2438280" y="24541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2" name=""/>
            <p:cNvSpPr/>
            <p:nvPr/>
          </p:nvSpPr>
          <p:spPr>
            <a:xfrm>
              <a:off x="256068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3" name=""/>
          <p:cNvGrpSpPr/>
          <p:nvPr/>
        </p:nvGrpSpPr>
        <p:grpSpPr>
          <a:xfrm>
            <a:off x="3505320" y="6095880"/>
            <a:ext cx="459720" cy="200520"/>
            <a:chOff x="3505320" y="6095880"/>
            <a:chExt cx="459720" cy="200520"/>
          </a:xfrm>
        </p:grpSpPr>
        <p:sp>
          <p:nvSpPr>
            <p:cNvPr id="744" name=""/>
            <p:cNvSpPr/>
            <p:nvPr/>
          </p:nvSpPr>
          <p:spPr>
            <a:xfrm>
              <a:off x="3505320" y="61117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5" name=""/>
            <p:cNvSpPr/>
            <p:nvPr/>
          </p:nvSpPr>
          <p:spPr>
            <a:xfrm>
              <a:off x="362736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6" name=""/>
          <p:cNvGrpSpPr/>
          <p:nvPr/>
        </p:nvGrpSpPr>
        <p:grpSpPr>
          <a:xfrm>
            <a:off x="5410080" y="1905120"/>
            <a:ext cx="461880" cy="200520"/>
            <a:chOff x="5410080" y="1905120"/>
            <a:chExt cx="461880" cy="200520"/>
          </a:xfrm>
        </p:grpSpPr>
        <p:sp>
          <p:nvSpPr>
            <p:cNvPr id="747" name=""/>
            <p:cNvSpPr/>
            <p:nvPr/>
          </p:nvSpPr>
          <p:spPr>
            <a:xfrm>
              <a:off x="5410080" y="1920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8" name=""/>
            <p:cNvSpPr/>
            <p:nvPr/>
          </p:nvSpPr>
          <p:spPr>
            <a:xfrm>
              <a:off x="553428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9" name=""/>
          <p:cNvGrpSpPr/>
          <p:nvPr/>
        </p:nvGrpSpPr>
        <p:grpSpPr>
          <a:xfrm>
            <a:off x="6629400" y="3657600"/>
            <a:ext cx="461520" cy="200520"/>
            <a:chOff x="6629400" y="3657600"/>
            <a:chExt cx="461520" cy="200520"/>
          </a:xfrm>
        </p:grpSpPr>
        <p:sp>
          <p:nvSpPr>
            <p:cNvPr id="750" name=""/>
            <p:cNvSpPr/>
            <p:nvPr/>
          </p:nvSpPr>
          <p:spPr>
            <a:xfrm>
              <a:off x="6629400" y="36734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1" name=""/>
            <p:cNvSpPr/>
            <p:nvPr/>
          </p:nvSpPr>
          <p:spPr>
            <a:xfrm>
              <a:off x="675324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2" name=""/>
          <p:cNvGrpSpPr/>
          <p:nvPr/>
        </p:nvGrpSpPr>
        <p:grpSpPr>
          <a:xfrm>
            <a:off x="6781680" y="5334120"/>
            <a:ext cx="461520" cy="200520"/>
            <a:chOff x="6781680" y="5334120"/>
            <a:chExt cx="461520" cy="200520"/>
          </a:xfrm>
        </p:grpSpPr>
        <p:sp>
          <p:nvSpPr>
            <p:cNvPr id="753" name=""/>
            <p:cNvSpPr/>
            <p:nvPr/>
          </p:nvSpPr>
          <p:spPr>
            <a:xfrm>
              <a:off x="6781680" y="53499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4" name=""/>
            <p:cNvSpPr/>
            <p:nvPr/>
          </p:nvSpPr>
          <p:spPr>
            <a:xfrm>
              <a:off x="690552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5" name=""/>
          <p:cNvGrpSpPr/>
          <p:nvPr/>
        </p:nvGrpSpPr>
        <p:grpSpPr>
          <a:xfrm>
            <a:off x="1676520" y="4876920"/>
            <a:ext cx="461160" cy="200520"/>
            <a:chOff x="1676520" y="4876920"/>
            <a:chExt cx="461160" cy="200520"/>
          </a:xfrm>
        </p:grpSpPr>
        <p:sp>
          <p:nvSpPr>
            <p:cNvPr id="756" name=""/>
            <p:cNvSpPr/>
            <p:nvPr/>
          </p:nvSpPr>
          <p:spPr>
            <a:xfrm>
              <a:off x="1676520" y="48909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7" name=""/>
            <p:cNvSpPr/>
            <p:nvPr/>
          </p:nvSpPr>
          <p:spPr>
            <a:xfrm>
              <a:off x="180000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8" name=""/>
          <p:cNvGrpSpPr/>
          <p:nvPr/>
        </p:nvGrpSpPr>
        <p:grpSpPr>
          <a:xfrm>
            <a:off x="5284800" y="2898720"/>
            <a:ext cx="468720" cy="200520"/>
            <a:chOff x="5284800" y="2898720"/>
            <a:chExt cx="468720" cy="200520"/>
          </a:xfrm>
        </p:grpSpPr>
        <p:sp>
          <p:nvSpPr>
            <p:cNvPr id="759" name=""/>
            <p:cNvSpPr/>
            <p:nvPr/>
          </p:nvSpPr>
          <p:spPr>
            <a:xfrm>
              <a:off x="5284800" y="2913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0" name=""/>
            <p:cNvSpPr/>
            <p:nvPr/>
          </p:nvSpPr>
          <p:spPr>
            <a:xfrm>
              <a:off x="5415840" y="2898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1" name=""/>
          <p:cNvGrpSpPr/>
          <p:nvPr/>
        </p:nvGrpSpPr>
        <p:grpSpPr>
          <a:xfrm>
            <a:off x="6629400" y="1219320"/>
            <a:ext cx="461880" cy="200520"/>
            <a:chOff x="6629400" y="1219320"/>
            <a:chExt cx="461880" cy="200520"/>
          </a:xfrm>
        </p:grpSpPr>
        <p:sp>
          <p:nvSpPr>
            <p:cNvPr id="762" name=""/>
            <p:cNvSpPr/>
            <p:nvPr/>
          </p:nvSpPr>
          <p:spPr>
            <a:xfrm>
              <a:off x="6629400" y="1235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3" name=""/>
            <p:cNvSpPr/>
            <p:nvPr/>
          </p:nvSpPr>
          <p:spPr>
            <a:xfrm>
              <a:off x="675360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4" name=""/>
          <p:cNvGrpSpPr/>
          <p:nvPr/>
        </p:nvGrpSpPr>
        <p:grpSpPr>
          <a:xfrm>
            <a:off x="3479760" y="3621240"/>
            <a:ext cx="468720" cy="200520"/>
            <a:chOff x="3479760" y="3621240"/>
            <a:chExt cx="468720" cy="200520"/>
          </a:xfrm>
        </p:grpSpPr>
        <p:sp>
          <p:nvSpPr>
            <p:cNvPr id="765" name=""/>
            <p:cNvSpPr/>
            <p:nvPr/>
          </p:nvSpPr>
          <p:spPr>
            <a:xfrm>
              <a:off x="3479760" y="3635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6" name=""/>
            <p:cNvSpPr/>
            <p:nvPr/>
          </p:nvSpPr>
          <p:spPr>
            <a:xfrm>
              <a:off x="3610800" y="3621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7" name=""/>
          <p:cNvGrpSpPr/>
          <p:nvPr/>
        </p:nvGrpSpPr>
        <p:grpSpPr>
          <a:xfrm>
            <a:off x="2865600" y="814320"/>
            <a:ext cx="468720" cy="200520"/>
            <a:chOff x="2865600" y="814320"/>
            <a:chExt cx="468720" cy="200520"/>
          </a:xfrm>
        </p:grpSpPr>
        <p:sp>
          <p:nvSpPr>
            <p:cNvPr id="768" name=""/>
            <p:cNvSpPr/>
            <p:nvPr/>
          </p:nvSpPr>
          <p:spPr>
            <a:xfrm>
              <a:off x="2865600" y="82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9" name=""/>
            <p:cNvSpPr/>
            <p:nvPr/>
          </p:nvSpPr>
          <p:spPr>
            <a:xfrm>
              <a:off x="2996640" y="814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0" name=""/>
          <p:cNvGrpSpPr/>
          <p:nvPr/>
        </p:nvGrpSpPr>
        <p:grpSpPr>
          <a:xfrm>
            <a:off x="5105520" y="5592600"/>
            <a:ext cx="459720" cy="200520"/>
            <a:chOff x="5105520" y="5592600"/>
            <a:chExt cx="459720" cy="200520"/>
          </a:xfrm>
        </p:grpSpPr>
        <p:sp>
          <p:nvSpPr>
            <p:cNvPr id="771" name=""/>
            <p:cNvSpPr/>
            <p:nvPr/>
          </p:nvSpPr>
          <p:spPr>
            <a:xfrm>
              <a:off x="5105520" y="5606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2" name=""/>
            <p:cNvSpPr/>
            <p:nvPr/>
          </p:nvSpPr>
          <p:spPr>
            <a:xfrm>
              <a:off x="5227560" y="5592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3" name=""/>
          <p:cNvGrpSpPr/>
          <p:nvPr/>
        </p:nvGrpSpPr>
        <p:grpSpPr>
          <a:xfrm>
            <a:off x="4114800" y="4724280"/>
            <a:ext cx="460080" cy="200520"/>
            <a:chOff x="4114800" y="4724280"/>
            <a:chExt cx="460080" cy="200520"/>
          </a:xfrm>
        </p:grpSpPr>
        <p:sp>
          <p:nvSpPr>
            <p:cNvPr id="774" name=""/>
            <p:cNvSpPr/>
            <p:nvPr/>
          </p:nvSpPr>
          <p:spPr>
            <a:xfrm>
              <a:off x="4114800" y="4740120"/>
              <a:ext cx="950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5" name=""/>
            <p:cNvSpPr/>
            <p:nvPr/>
          </p:nvSpPr>
          <p:spPr>
            <a:xfrm>
              <a:off x="42372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6" name=""/>
          <p:cNvGrpSpPr/>
          <p:nvPr/>
        </p:nvGrpSpPr>
        <p:grpSpPr>
          <a:xfrm>
            <a:off x="5105520" y="304920"/>
            <a:ext cx="460080" cy="200520"/>
            <a:chOff x="5105520" y="304920"/>
            <a:chExt cx="460080" cy="200520"/>
          </a:xfrm>
        </p:grpSpPr>
        <p:sp>
          <p:nvSpPr>
            <p:cNvPr id="777" name=""/>
            <p:cNvSpPr/>
            <p:nvPr/>
          </p:nvSpPr>
          <p:spPr>
            <a:xfrm>
              <a:off x="5105520" y="32076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8" name=""/>
            <p:cNvSpPr/>
            <p:nvPr/>
          </p:nvSpPr>
          <p:spPr>
            <a:xfrm>
              <a:off x="5227920" y="304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9" name=""/>
          <p:cNvGrpSpPr/>
          <p:nvPr/>
        </p:nvGrpSpPr>
        <p:grpSpPr>
          <a:xfrm>
            <a:off x="6175440" y="6046920"/>
            <a:ext cx="468720" cy="200520"/>
            <a:chOff x="6175440" y="6046920"/>
            <a:chExt cx="468720" cy="200520"/>
          </a:xfrm>
        </p:grpSpPr>
        <p:sp>
          <p:nvSpPr>
            <p:cNvPr id="780" name=""/>
            <p:cNvSpPr/>
            <p:nvPr/>
          </p:nvSpPr>
          <p:spPr>
            <a:xfrm>
              <a:off x="6175440" y="6062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1" name=""/>
            <p:cNvSpPr/>
            <p:nvPr/>
          </p:nvSpPr>
          <p:spPr>
            <a:xfrm>
              <a:off x="6306480" y="604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82" name=""/>
          <p:cNvGrpSpPr/>
          <p:nvPr/>
        </p:nvGrpSpPr>
        <p:grpSpPr>
          <a:xfrm>
            <a:off x="838080" y="2057400"/>
            <a:ext cx="460080" cy="200520"/>
            <a:chOff x="838080" y="2057400"/>
            <a:chExt cx="460080" cy="200520"/>
          </a:xfrm>
        </p:grpSpPr>
        <p:sp>
          <p:nvSpPr>
            <p:cNvPr id="783" name=""/>
            <p:cNvSpPr/>
            <p:nvPr/>
          </p:nvSpPr>
          <p:spPr>
            <a:xfrm>
              <a:off x="838080" y="20718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4" name=""/>
            <p:cNvSpPr/>
            <p:nvPr/>
          </p:nvSpPr>
          <p:spPr>
            <a:xfrm>
              <a:off x="96048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85" name="Rounded Rectangle 784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786" name="Oval 785"/>
          <p:cNvSpPr/>
          <p:nvPr/>
        </p:nvSpPr>
        <p:spPr>
          <a:xfrm>
            <a:off x="6358039" y="44590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6388039" y="44890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788" name="Rounded Rectangle 787"/>
          <p:cNvSpPr/>
          <p:nvPr/>
        </p:nvSpPr>
        <p:spPr>
          <a:xfrm>
            <a:off x="6558039" y="44740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789" name="Oval 788"/>
          <p:cNvSpPr/>
          <p:nvPr/>
        </p:nvSpPr>
        <p:spPr>
          <a:xfrm>
            <a:off x="4895178" y="502189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4925178" y="505189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5095178" y="503689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792" name="Oval 791"/>
          <p:cNvSpPr/>
          <p:nvPr/>
        </p:nvSpPr>
        <p:spPr>
          <a:xfrm>
            <a:off x="7644501" y="28579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7674501" y="28879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794" name="Rounded Rectangle 793"/>
          <p:cNvSpPr/>
          <p:nvPr/>
        </p:nvSpPr>
        <p:spPr>
          <a:xfrm>
            <a:off x="7844501" y="28729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795" name="Oval 794"/>
          <p:cNvSpPr/>
          <p:nvPr/>
        </p:nvSpPr>
        <p:spPr>
          <a:xfrm>
            <a:off x="3072497" y="43076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3102497" y="43376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797" name="Rounded Rectangle 796"/>
          <p:cNvSpPr/>
          <p:nvPr/>
        </p:nvSpPr>
        <p:spPr>
          <a:xfrm>
            <a:off x="3272497" y="43226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798" name="Oval 797"/>
          <p:cNvSpPr/>
          <p:nvPr/>
        </p:nvSpPr>
        <p:spPr>
          <a:xfrm>
            <a:off x="4444100" y="14881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4474100" y="15181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800" name="Rounded Rectangle 799"/>
          <p:cNvSpPr/>
          <p:nvPr/>
        </p:nvSpPr>
        <p:spPr>
          <a:xfrm>
            <a:off x="4644100" y="15031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801" name="Oval 800"/>
          <p:cNvSpPr/>
          <p:nvPr/>
        </p:nvSpPr>
        <p:spPr>
          <a:xfrm>
            <a:off x="2385800" y="24025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2415800" y="24325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803" name="Rounded Rectangle 802"/>
          <p:cNvSpPr/>
          <p:nvPr/>
        </p:nvSpPr>
        <p:spPr>
          <a:xfrm>
            <a:off x="2585800" y="24175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804" name="Oval 803"/>
          <p:cNvSpPr/>
          <p:nvPr/>
        </p:nvSpPr>
        <p:spPr>
          <a:xfrm>
            <a:off x="3452840" y="60594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3482840" y="60894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806" name="Rounded Rectangle 805"/>
          <p:cNvSpPr/>
          <p:nvPr/>
        </p:nvSpPr>
        <p:spPr>
          <a:xfrm>
            <a:off x="3652840" y="60744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807" name="Oval 806"/>
          <p:cNvSpPr/>
          <p:nvPr/>
        </p:nvSpPr>
        <p:spPr>
          <a:xfrm>
            <a:off x="5358499" y="18693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5388499" y="18993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809" name="Rounded Rectangle 808"/>
          <p:cNvSpPr/>
          <p:nvPr/>
        </p:nvSpPr>
        <p:spPr>
          <a:xfrm>
            <a:off x="5558499" y="18843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810" name="Oval 809"/>
          <p:cNvSpPr/>
          <p:nvPr/>
        </p:nvSpPr>
        <p:spPr>
          <a:xfrm>
            <a:off x="6577820" y="36211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6607820" y="36511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812" name="Rounded Rectangle 811"/>
          <p:cNvSpPr/>
          <p:nvPr/>
        </p:nvSpPr>
        <p:spPr>
          <a:xfrm>
            <a:off x="6777820" y="36361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813" name="Oval 812"/>
          <p:cNvSpPr/>
          <p:nvPr/>
        </p:nvSpPr>
        <p:spPr>
          <a:xfrm>
            <a:off x="6730098" y="52974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6760098" y="53274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6930098" y="53124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816" name="Oval 815"/>
          <p:cNvSpPr/>
          <p:nvPr/>
        </p:nvSpPr>
        <p:spPr>
          <a:xfrm>
            <a:off x="1624760" y="48393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1654760" y="48693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824760" y="48543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819" name="Oval 818"/>
          <p:cNvSpPr/>
          <p:nvPr/>
        </p:nvSpPr>
        <p:spPr>
          <a:xfrm>
            <a:off x="5233219" y="28615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5263219" y="28915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5433219" y="28765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822" name="Oval 821"/>
          <p:cNvSpPr/>
          <p:nvPr/>
        </p:nvSpPr>
        <p:spPr>
          <a:xfrm>
            <a:off x="6577820" y="11835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6607820" y="12135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824" name="Rounded Rectangle 823"/>
          <p:cNvSpPr/>
          <p:nvPr/>
        </p:nvSpPr>
        <p:spPr>
          <a:xfrm>
            <a:off x="6777820" y="11985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825" name="Oval 824"/>
          <p:cNvSpPr/>
          <p:nvPr/>
        </p:nvSpPr>
        <p:spPr>
          <a:xfrm>
            <a:off x="3428178" y="35836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3458178" y="36136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827" name="Rounded Rectangle 826"/>
          <p:cNvSpPr/>
          <p:nvPr/>
        </p:nvSpPr>
        <p:spPr>
          <a:xfrm>
            <a:off x="3628178" y="35986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828" name="Oval 827"/>
          <p:cNvSpPr/>
          <p:nvPr/>
        </p:nvSpPr>
        <p:spPr>
          <a:xfrm>
            <a:off x="2814021" y="7771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2844021" y="8071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830" name="Rounded Rectangle 829"/>
          <p:cNvSpPr/>
          <p:nvPr/>
        </p:nvSpPr>
        <p:spPr>
          <a:xfrm>
            <a:off x="3014021" y="7921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831" name="Oval 830"/>
          <p:cNvSpPr/>
          <p:nvPr/>
        </p:nvSpPr>
        <p:spPr>
          <a:xfrm>
            <a:off x="5053040" y="55550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5083040" y="55850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833" name="Rounded Rectangle 832"/>
          <p:cNvSpPr/>
          <p:nvPr/>
        </p:nvSpPr>
        <p:spPr>
          <a:xfrm>
            <a:off x="5253040" y="55700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834" name="Oval 833"/>
          <p:cNvSpPr/>
          <p:nvPr/>
        </p:nvSpPr>
        <p:spPr>
          <a:xfrm>
            <a:off x="4062321" y="46876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4092321" y="47176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836" name="Rounded Rectangle 835"/>
          <p:cNvSpPr/>
          <p:nvPr/>
        </p:nvSpPr>
        <p:spPr>
          <a:xfrm>
            <a:off x="4262321" y="47026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837" name="Oval 836"/>
          <p:cNvSpPr/>
          <p:nvPr/>
        </p:nvSpPr>
        <p:spPr>
          <a:xfrm>
            <a:off x="5053040" y="2684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5083040" y="2984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839" name="Rounded Rectangle 838"/>
          <p:cNvSpPr/>
          <p:nvPr/>
        </p:nvSpPr>
        <p:spPr>
          <a:xfrm>
            <a:off x="5253040" y="2834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840" name="Oval 839"/>
          <p:cNvSpPr/>
          <p:nvPr/>
        </p:nvSpPr>
        <p:spPr>
          <a:xfrm>
            <a:off x="6123860" y="60111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6153860" y="60411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842" name="Rounded Rectangle 841"/>
          <p:cNvSpPr/>
          <p:nvPr/>
        </p:nvSpPr>
        <p:spPr>
          <a:xfrm>
            <a:off x="6323860" y="60261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843" name="Oval 842"/>
          <p:cNvSpPr/>
          <p:nvPr/>
        </p:nvSpPr>
        <p:spPr>
          <a:xfrm>
            <a:off x="785777" y="202022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815777" y="205022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845" name="Rounded Rectangle 844"/>
          <p:cNvSpPr/>
          <p:nvPr/>
        </p:nvSpPr>
        <p:spPr>
          <a:xfrm>
            <a:off x="985777" y="203522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"/>
          <p:cNvSpPr/>
          <p:nvPr/>
        </p:nvSpPr>
        <p:spPr>
          <a:xfrm>
            <a:off x="3138120" y="50760"/>
            <a:ext cx="28674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8: EGLL | RWY 27L | STAR OCK1A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1901880" y="2724120"/>
            <a:ext cx="2855880" cy="1095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4757760" y="3819600"/>
            <a:ext cx="1212840" cy="466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 flipV="1">
            <a:off x="5970600" y="4100400"/>
            <a:ext cx="741240" cy="185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 flipV="1">
            <a:off x="6711840" y="3995280"/>
            <a:ext cx="424080" cy="104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 flipV="1">
            <a:off x="7135920" y="3968280"/>
            <a:ext cx="106200" cy="27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 flipV="1">
            <a:off x="7242120" y="3607920"/>
            <a:ext cx="0" cy="360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 flipH="1" flipV="1">
            <a:off x="7029000" y="3239640"/>
            <a:ext cx="212760" cy="368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 flipH="1">
            <a:off x="6756480" y="3240000"/>
            <a:ext cx="27288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 flipH="1">
            <a:off x="6373440" y="3240000"/>
            <a:ext cx="38268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 flipH="1" flipV="1">
            <a:off x="5773320" y="3219120"/>
            <a:ext cx="600120" cy="20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96" name=""/>
          <p:cNvGrpSpPr/>
          <p:nvPr/>
        </p:nvGrpSpPr>
        <p:grpSpPr>
          <a:xfrm>
            <a:off x="1838160" y="2660760"/>
            <a:ext cx="595800" cy="200520"/>
            <a:chOff x="1838160" y="2660760"/>
            <a:chExt cx="595800" cy="200520"/>
          </a:xfrm>
        </p:grpSpPr>
        <p:sp>
          <p:nvSpPr>
            <p:cNvPr id="797" name=""/>
            <p:cNvSpPr/>
            <p:nvPr/>
          </p:nvSpPr>
          <p:spPr>
            <a:xfrm>
              <a:off x="1838160" y="266076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8" name=""/>
            <p:cNvSpPr/>
            <p:nvPr/>
          </p:nvSpPr>
          <p:spPr>
            <a:xfrm>
              <a:off x="1954440" y="266076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KENET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9" name=""/>
          <p:cNvGrpSpPr/>
          <p:nvPr/>
        </p:nvGrpSpPr>
        <p:grpSpPr>
          <a:xfrm>
            <a:off x="4707000" y="3755880"/>
            <a:ext cx="550080" cy="200520"/>
            <a:chOff x="4707000" y="3755880"/>
            <a:chExt cx="550080" cy="200520"/>
          </a:xfrm>
        </p:grpSpPr>
        <p:sp>
          <p:nvSpPr>
            <p:cNvPr id="800" name=""/>
            <p:cNvSpPr/>
            <p:nvPr/>
          </p:nvSpPr>
          <p:spPr>
            <a:xfrm>
              <a:off x="4707000" y="37688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1" name=""/>
            <p:cNvSpPr/>
            <p:nvPr/>
          </p:nvSpPr>
          <p:spPr>
            <a:xfrm>
              <a:off x="4817160" y="375588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D291L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2" name=""/>
          <p:cNvGrpSpPr/>
          <p:nvPr/>
        </p:nvGrpSpPr>
        <p:grpSpPr>
          <a:xfrm>
            <a:off x="5919840" y="4222800"/>
            <a:ext cx="490320" cy="200520"/>
            <a:chOff x="5919840" y="4222800"/>
            <a:chExt cx="490320" cy="200520"/>
          </a:xfrm>
        </p:grpSpPr>
        <p:sp>
          <p:nvSpPr>
            <p:cNvPr id="803" name=""/>
            <p:cNvSpPr/>
            <p:nvPr/>
          </p:nvSpPr>
          <p:spPr>
            <a:xfrm>
              <a:off x="5919840" y="42354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4" name=""/>
            <p:cNvSpPr/>
            <p:nvPr/>
          </p:nvSpPr>
          <p:spPr>
            <a:xfrm>
              <a:off x="6039000" y="422280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OCK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5" name=""/>
          <p:cNvGrpSpPr/>
          <p:nvPr/>
        </p:nvGrpSpPr>
        <p:grpSpPr>
          <a:xfrm>
            <a:off x="6661080" y="4037040"/>
            <a:ext cx="565560" cy="200520"/>
            <a:chOff x="6661080" y="4037040"/>
            <a:chExt cx="565560" cy="200520"/>
          </a:xfrm>
        </p:grpSpPr>
        <p:sp>
          <p:nvSpPr>
            <p:cNvPr id="806" name=""/>
            <p:cNvSpPr/>
            <p:nvPr/>
          </p:nvSpPr>
          <p:spPr>
            <a:xfrm>
              <a:off x="6661080" y="40496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7" name=""/>
            <p:cNvSpPr/>
            <p:nvPr/>
          </p:nvSpPr>
          <p:spPr>
            <a:xfrm>
              <a:off x="6756480" y="403704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OCK07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8" name=""/>
          <p:cNvGrpSpPr/>
          <p:nvPr/>
        </p:nvGrpSpPr>
        <p:grpSpPr>
          <a:xfrm>
            <a:off x="7085160" y="3932280"/>
            <a:ext cx="565200" cy="200520"/>
            <a:chOff x="7085160" y="3932280"/>
            <a:chExt cx="565200" cy="200520"/>
          </a:xfrm>
        </p:grpSpPr>
        <p:sp>
          <p:nvSpPr>
            <p:cNvPr id="809" name=""/>
            <p:cNvSpPr/>
            <p:nvPr/>
          </p:nvSpPr>
          <p:spPr>
            <a:xfrm>
              <a:off x="7085160" y="3944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0" name=""/>
            <p:cNvSpPr/>
            <p:nvPr/>
          </p:nvSpPr>
          <p:spPr>
            <a:xfrm>
              <a:off x="7180200" y="393228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OC11A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1" name=""/>
          <p:cNvGrpSpPr/>
          <p:nvPr/>
        </p:nvGrpSpPr>
        <p:grpSpPr>
          <a:xfrm>
            <a:off x="7202520" y="3905280"/>
            <a:ext cx="544680" cy="200520"/>
            <a:chOff x="7202520" y="3905280"/>
            <a:chExt cx="544680" cy="200520"/>
          </a:xfrm>
        </p:grpSpPr>
        <p:sp>
          <p:nvSpPr>
            <p:cNvPr id="812" name=""/>
            <p:cNvSpPr/>
            <p:nvPr/>
          </p:nvSpPr>
          <p:spPr>
            <a:xfrm>
              <a:off x="7202520" y="39290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3" name=""/>
            <p:cNvSpPr/>
            <p:nvPr/>
          </p:nvSpPr>
          <p:spPr>
            <a:xfrm>
              <a:off x="7277040" y="390528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OC12B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4" name=""/>
          <p:cNvGrpSpPr/>
          <p:nvPr/>
        </p:nvGrpSpPr>
        <p:grpSpPr>
          <a:xfrm>
            <a:off x="7191360" y="3544920"/>
            <a:ext cx="498240" cy="200520"/>
            <a:chOff x="7191360" y="3544920"/>
            <a:chExt cx="498240" cy="200520"/>
          </a:xfrm>
        </p:grpSpPr>
        <p:sp>
          <p:nvSpPr>
            <p:cNvPr id="815" name=""/>
            <p:cNvSpPr/>
            <p:nvPr/>
          </p:nvSpPr>
          <p:spPr>
            <a:xfrm>
              <a:off x="7191360" y="35575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6" name=""/>
            <p:cNvSpPr/>
            <p:nvPr/>
          </p:nvSpPr>
          <p:spPr>
            <a:xfrm>
              <a:off x="7302960" y="354492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7" name=""/>
          <p:cNvGrpSpPr/>
          <p:nvPr/>
        </p:nvGrpSpPr>
        <p:grpSpPr>
          <a:xfrm>
            <a:off x="6978600" y="3176640"/>
            <a:ext cx="531000" cy="200520"/>
            <a:chOff x="6978600" y="3176640"/>
            <a:chExt cx="531000" cy="200520"/>
          </a:xfrm>
        </p:grpSpPr>
        <p:sp>
          <p:nvSpPr>
            <p:cNvPr id="818" name=""/>
            <p:cNvSpPr/>
            <p:nvPr/>
          </p:nvSpPr>
          <p:spPr>
            <a:xfrm>
              <a:off x="6978600" y="3189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9" name=""/>
            <p:cNvSpPr/>
            <p:nvPr/>
          </p:nvSpPr>
          <p:spPr>
            <a:xfrm>
              <a:off x="7107840" y="3176640"/>
              <a:ext cx="4017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ILL10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0" name=""/>
          <p:cNvGrpSpPr/>
          <p:nvPr/>
        </p:nvGrpSpPr>
        <p:grpSpPr>
          <a:xfrm>
            <a:off x="6715080" y="3176640"/>
            <a:ext cx="534240" cy="200520"/>
            <a:chOff x="6715080" y="3176640"/>
            <a:chExt cx="534240" cy="200520"/>
          </a:xfrm>
        </p:grpSpPr>
        <p:sp>
          <p:nvSpPr>
            <p:cNvPr id="821" name=""/>
            <p:cNvSpPr/>
            <p:nvPr/>
          </p:nvSpPr>
          <p:spPr>
            <a:xfrm>
              <a:off x="6715080" y="3198960"/>
              <a:ext cx="8244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2" name=""/>
            <p:cNvSpPr/>
            <p:nvPr/>
          </p:nvSpPr>
          <p:spPr>
            <a:xfrm>
              <a:off x="6803280" y="317664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CF27L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3" name=""/>
          <p:cNvGrpSpPr/>
          <p:nvPr/>
        </p:nvGrpSpPr>
        <p:grpSpPr>
          <a:xfrm>
            <a:off x="6323040" y="3176640"/>
            <a:ext cx="547920" cy="200520"/>
            <a:chOff x="6323040" y="3176640"/>
            <a:chExt cx="547920" cy="200520"/>
          </a:xfrm>
        </p:grpSpPr>
        <p:sp>
          <p:nvSpPr>
            <p:cNvPr id="824" name=""/>
            <p:cNvSpPr/>
            <p:nvPr/>
          </p:nvSpPr>
          <p:spPr>
            <a:xfrm>
              <a:off x="6323040" y="3189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5" name=""/>
            <p:cNvSpPr/>
            <p:nvPr/>
          </p:nvSpPr>
          <p:spPr>
            <a:xfrm>
              <a:off x="6435720" y="317664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FF27L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6" name=""/>
          <p:cNvGrpSpPr/>
          <p:nvPr/>
        </p:nvGrpSpPr>
        <p:grpSpPr>
          <a:xfrm>
            <a:off x="5710320" y="3156120"/>
            <a:ext cx="595440" cy="200520"/>
            <a:chOff x="5710320" y="3156120"/>
            <a:chExt cx="595440" cy="200520"/>
          </a:xfrm>
        </p:grpSpPr>
        <p:sp>
          <p:nvSpPr>
            <p:cNvPr id="827" name=""/>
            <p:cNvSpPr/>
            <p:nvPr/>
          </p:nvSpPr>
          <p:spPr>
            <a:xfrm>
              <a:off x="5710320" y="315612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8" name=""/>
            <p:cNvSpPr/>
            <p:nvPr/>
          </p:nvSpPr>
          <p:spPr>
            <a:xfrm>
              <a:off x="5826240" y="31561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RW27L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9" name=""/>
          <p:cNvGrpSpPr/>
          <p:nvPr/>
        </p:nvGrpSpPr>
        <p:grpSpPr>
          <a:xfrm>
            <a:off x="228600" y="2590920"/>
            <a:ext cx="479160" cy="200520"/>
            <a:chOff x="228600" y="2590920"/>
            <a:chExt cx="479160" cy="200520"/>
          </a:xfrm>
        </p:grpSpPr>
        <p:sp>
          <p:nvSpPr>
            <p:cNvPr id="830" name=""/>
            <p:cNvSpPr/>
            <p:nvPr/>
          </p:nvSpPr>
          <p:spPr>
            <a:xfrm>
              <a:off x="228600" y="25970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1" name=""/>
            <p:cNvSpPr/>
            <p:nvPr/>
          </p:nvSpPr>
          <p:spPr>
            <a:xfrm>
              <a:off x="3700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2" name=""/>
          <p:cNvGrpSpPr/>
          <p:nvPr/>
        </p:nvGrpSpPr>
        <p:grpSpPr>
          <a:xfrm>
            <a:off x="2819520" y="4572000"/>
            <a:ext cx="461520" cy="200520"/>
            <a:chOff x="2819520" y="4572000"/>
            <a:chExt cx="461520" cy="200520"/>
          </a:xfrm>
        </p:grpSpPr>
        <p:sp>
          <p:nvSpPr>
            <p:cNvPr id="833" name=""/>
            <p:cNvSpPr/>
            <p:nvPr/>
          </p:nvSpPr>
          <p:spPr>
            <a:xfrm>
              <a:off x="2819520" y="4586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4" name=""/>
            <p:cNvSpPr/>
            <p:nvPr/>
          </p:nvSpPr>
          <p:spPr>
            <a:xfrm>
              <a:off x="294336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5" name=""/>
          <p:cNvGrpSpPr/>
          <p:nvPr/>
        </p:nvGrpSpPr>
        <p:grpSpPr>
          <a:xfrm>
            <a:off x="3573360" y="2419200"/>
            <a:ext cx="467280" cy="200520"/>
            <a:chOff x="3573360" y="2419200"/>
            <a:chExt cx="467280" cy="200520"/>
          </a:xfrm>
        </p:grpSpPr>
        <p:sp>
          <p:nvSpPr>
            <p:cNvPr id="836" name=""/>
            <p:cNvSpPr/>
            <p:nvPr/>
          </p:nvSpPr>
          <p:spPr>
            <a:xfrm>
              <a:off x="3573360" y="24354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7" name=""/>
            <p:cNvSpPr/>
            <p:nvPr/>
          </p:nvSpPr>
          <p:spPr>
            <a:xfrm>
              <a:off x="3702960" y="241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8" name=""/>
          <p:cNvGrpSpPr/>
          <p:nvPr/>
        </p:nvGrpSpPr>
        <p:grpSpPr>
          <a:xfrm>
            <a:off x="8153280" y="3124080"/>
            <a:ext cx="461520" cy="200520"/>
            <a:chOff x="8153280" y="3124080"/>
            <a:chExt cx="461520" cy="200520"/>
          </a:xfrm>
        </p:grpSpPr>
        <p:sp>
          <p:nvSpPr>
            <p:cNvPr id="839" name=""/>
            <p:cNvSpPr/>
            <p:nvPr/>
          </p:nvSpPr>
          <p:spPr>
            <a:xfrm>
              <a:off x="8153280" y="3139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0" name=""/>
            <p:cNvSpPr/>
            <p:nvPr/>
          </p:nvSpPr>
          <p:spPr>
            <a:xfrm>
              <a:off x="827712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41" name=""/>
          <p:cNvGrpSpPr/>
          <p:nvPr/>
        </p:nvGrpSpPr>
        <p:grpSpPr>
          <a:xfrm>
            <a:off x="7162920" y="5105520"/>
            <a:ext cx="461160" cy="200520"/>
            <a:chOff x="7162920" y="5105520"/>
            <a:chExt cx="461160" cy="200520"/>
          </a:xfrm>
        </p:grpSpPr>
        <p:sp>
          <p:nvSpPr>
            <p:cNvPr id="842" name=""/>
            <p:cNvSpPr/>
            <p:nvPr/>
          </p:nvSpPr>
          <p:spPr>
            <a:xfrm>
              <a:off x="7162920" y="51199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3" name=""/>
            <p:cNvSpPr/>
            <p:nvPr/>
          </p:nvSpPr>
          <p:spPr>
            <a:xfrm>
              <a:off x="728640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44" name=""/>
          <p:cNvGrpSpPr/>
          <p:nvPr/>
        </p:nvGrpSpPr>
        <p:grpSpPr>
          <a:xfrm>
            <a:off x="5867280" y="533520"/>
            <a:ext cx="461880" cy="200520"/>
            <a:chOff x="5867280" y="533520"/>
            <a:chExt cx="461880" cy="200520"/>
          </a:xfrm>
        </p:grpSpPr>
        <p:sp>
          <p:nvSpPr>
            <p:cNvPr id="845" name=""/>
            <p:cNvSpPr/>
            <p:nvPr/>
          </p:nvSpPr>
          <p:spPr>
            <a:xfrm>
              <a:off x="5867280" y="549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6" name=""/>
            <p:cNvSpPr/>
            <p:nvPr/>
          </p:nvSpPr>
          <p:spPr>
            <a:xfrm>
              <a:off x="599148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47" name=""/>
          <p:cNvGrpSpPr/>
          <p:nvPr/>
        </p:nvGrpSpPr>
        <p:grpSpPr>
          <a:xfrm>
            <a:off x="7010280" y="2819520"/>
            <a:ext cx="461880" cy="200520"/>
            <a:chOff x="7010280" y="2819520"/>
            <a:chExt cx="461880" cy="200520"/>
          </a:xfrm>
        </p:grpSpPr>
        <p:sp>
          <p:nvSpPr>
            <p:cNvPr id="848" name=""/>
            <p:cNvSpPr/>
            <p:nvPr/>
          </p:nvSpPr>
          <p:spPr>
            <a:xfrm>
              <a:off x="7010280" y="2833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9" name=""/>
            <p:cNvSpPr/>
            <p:nvPr/>
          </p:nvSpPr>
          <p:spPr>
            <a:xfrm>
              <a:off x="713448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0" name=""/>
          <p:cNvGrpSpPr/>
          <p:nvPr/>
        </p:nvGrpSpPr>
        <p:grpSpPr>
          <a:xfrm>
            <a:off x="4952880" y="2133720"/>
            <a:ext cx="460080" cy="200520"/>
            <a:chOff x="4952880" y="2133720"/>
            <a:chExt cx="460080" cy="200520"/>
          </a:xfrm>
        </p:grpSpPr>
        <p:sp>
          <p:nvSpPr>
            <p:cNvPr id="851" name=""/>
            <p:cNvSpPr/>
            <p:nvPr/>
          </p:nvSpPr>
          <p:spPr>
            <a:xfrm>
              <a:off x="4952880" y="21495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2" name=""/>
            <p:cNvSpPr/>
            <p:nvPr/>
          </p:nvSpPr>
          <p:spPr>
            <a:xfrm>
              <a:off x="507528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3" name=""/>
          <p:cNvGrpSpPr/>
          <p:nvPr/>
        </p:nvGrpSpPr>
        <p:grpSpPr>
          <a:xfrm>
            <a:off x="3733920" y="3962520"/>
            <a:ext cx="460080" cy="200520"/>
            <a:chOff x="3733920" y="3962520"/>
            <a:chExt cx="460080" cy="200520"/>
          </a:xfrm>
        </p:grpSpPr>
        <p:sp>
          <p:nvSpPr>
            <p:cNvPr id="854" name=""/>
            <p:cNvSpPr/>
            <p:nvPr/>
          </p:nvSpPr>
          <p:spPr>
            <a:xfrm>
              <a:off x="3733920" y="39783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5" name=""/>
            <p:cNvSpPr/>
            <p:nvPr/>
          </p:nvSpPr>
          <p:spPr>
            <a:xfrm>
              <a:off x="385632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6" name=""/>
          <p:cNvGrpSpPr/>
          <p:nvPr/>
        </p:nvGrpSpPr>
        <p:grpSpPr>
          <a:xfrm>
            <a:off x="7308720" y="3459240"/>
            <a:ext cx="461880" cy="200520"/>
            <a:chOff x="7308720" y="3459240"/>
            <a:chExt cx="461880" cy="200520"/>
          </a:xfrm>
        </p:grpSpPr>
        <p:sp>
          <p:nvSpPr>
            <p:cNvPr id="857" name=""/>
            <p:cNvSpPr/>
            <p:nvPr/>
          </p:nvSpPr>
          <p:spPr>
            <a:xfrm>
              <a:off x="7308720" y="3473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8" name=""/>
            <p:cNvSpPr/>
            <p:nvPr/>
          </p:nvSpPr>
          <p:spPr>
            <a:xfrm>
              <a:off x="7432920" y="3459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9" name=""/>
          <p:cNvGrpSpPr/>
          <p:nvPr/>
        </p:nvGrpSpPr>
        <p:grpSpPr>
          <a:xfrm>
            <a:off x="8153280" y="3962520"/>
            <a:ext cx="461520" cy="200520"/>
            <a:chOff x="8153280" y="3962520"/>
            <a:chExt cx="461520" cy="200520"/>
          </a:xfrm>
        </p:grpSpPr>
        <p:sp>
          <p:nvSpPr>
            <p:cNvPr id="860" name=""/>
            <p:cNvSpPr/>
            <p:nvPr/>
          </p:nvSpPr>
          <p:spPr>
            <a:xfrm>
              <a:off x="8153280" y="3978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1" name=""/>
            <p:cNvSpPr/>
            <p:nvPr/>
          </p:nvSpPr>
          <p:spPr>
            <a:xfrm>
              <a:off x="827712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62" name=""/>
          <p:cNvGrpSpPr/>
          <p:nvPr/>
        </p:nvGrpSpPr>
        <p:grpSpPr>
          <a:xfrm>
            <a:off x="6095880" y="2590920"/>
            <a:ext cx="461880" cy="200520"/>
            <a:chOff x="6095880" y="2590920"/>
            <a:chExt cx="461880" cy="200520"/>
          </a:xfrm>
        </p:grpSpPr>
        <p:sp>
          <p:nvSpPr>
            <p:cNvPr id="863" name=""/>
            <p:cNvSpPr/>
            <p:nvPr/>
          </p:nvSpPr>
          <p:spPr>
            <a:xfrm>
              <a:off x="6095880" y="2606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4" name=""/>
            <p:cNvSpPr/>
            <p:nvPr/>
          </p:nvSpPr>
          <p:spPr>
            <a:xfrm>
              <a:off x="62200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65" name=""/>
          <p:cNvGrpSpPr/>
          <p:nvPr/>
        </p:nvGrpSpPr>
        <p:grpSpPr>
          <a:xfrm>
            <a:off x="2286000" y="3809880"/>
            <a:ext cx="461520" cy="200520"/>
            <a:chOff x="2286000" y="3809880"/>
            <a:chExt cx="461520" cy="200520"/>
          </a:xfrm>
        </p:grpSpPr>
        <p:sp>
          <p:nvSpPr>
            <p:cNvPr id="866" name=""/>
            <p:cNvSpPr/>
            <p:nvPr/>
          </p:nvSpPr>
          <p:spPr>
            <a:xfrm>
              <a:off x="2286000" y="3825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7" name=""/>
            <p:cNvSpPr/>
            <p:nvPr/>
          </p:nvSpPr>
          <p:spPr>
            <a:xfrm>
              <a:off x="240984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68" name=""/>
          <p:cNvGrpSpPr/>
          <p:nvPr/>
        </p:nvGrpSpPr>
        <p:grpSpPr>
          <a:xfrm>
            <a:off x="2895480" y="1447920"/>
            <a:ext cx="460080" cy="200520"/>
            <a:chOff x="2895480" y="1447920"/>
            <a:chExt cx="460080" cy="200520"/>
          </a:xfrm>
        </p:grpSpPr>
        <p:sp>
          <p:nvSpPr>
            <p:cNvPr id="869" name=""/>
            <p:cNvSpPr/>
            <p:nvPr/>
          </p:nvSpPr>
          <p:spPr>
            <a:xfrm>
              <a:off x="2895480" y="14637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0" name=""/>
            <p:cNvSpPr/>
            <p:nvPr/>
          </p:nvSpPr>
          <p:spPr>
            <a:xfrm>
              <a:off x="301788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1" name=""/>
          <p:cNvGrpSpPr/>
          <p:nvPr/>
        </p:nvGrpSpPr>
        <p:grpSpPr>
          <a:xfrm>
            <a:off x="7383600" y="2438280"/>
            <a:ext cx="468720" cy="200520"/>
            <a:chOff x="7383600" y="2438280"/>
            <a:chExt cx="468720" cy="200520"/>
          </a:xfrm>
        </p:grpSpPr>
        <p:sp>
          <p:nvSpPr>
            <p:cNvPr id="872" name=""/>
            <p:cNvSpPr/>
            <p:nvPr/>
          </p:nvSpPr>
          <p:spPr>
            <a:xfrm>
              <a:off x="7383600" y="2454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3" name=""/>
            <p:cNvSpPr/>
            <p:nvPr/>
          </p:nvSpPr>
          <p:spPr>
            <a:xfrm>
              <a:off x="751464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4" name=""/>
          <p:cNvGrpSpPr/>
          <p:nvPr/>
        </p:nvGrpSpPr>
        <p:grpSpPr>
          <a:xfrm>
            <a:off x="1981080" y="6400800"/>
            <a:ext cx="460080" cy="200520"/>
            <a:chOff x="1981080" y="6400800"/>
            <a:chExt cx="460080" cy="200520"/>
          </a:xfrm>
        </p:grpSpPr>
        <p:sp>
          <p:nvSpPr>
            <p:cNvPr id="875" name=""/>
            <p:cNvSpPr/>
            <p:nvPr/>
          </p:nvSpPr>
          <p:spPr>
            <a:xfrm>
              <a:off x="1981080" y="64148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6" name=""/>
            <p:cNvSpPr/>
            <p:nvPr/>
          </p:nvSpPr>
          <p:spPr>
            <a:xfrm>
              <a:off x="210348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7" name=""/>
          <p:cNvGrpSpPr/>
          <p:nvPr/>
        </p:nvGrpSpPr>
        <p:grpSpPr>
          <a:xfrm>
            <a:off x="4206960" y="2992320"/>
            <a:ext cx="468720" cy="200520"/>
            <a:chOff x="4206960" y="2992320"/>
            <a:chExt cx="468720" cy="200520"/>
          </a:xfrm>
        </p:grpSpPr>
        <p:sp>
          <p:nvSpPr>
            <p:cNvPr id="878" name=""/>
            <p:cNvSpPr/>
            <p:nvPr/>
          </p:nvSpPr>
          <p:spPr>
            <a:xfrm>
              <a:off x="4206960" y="3008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9" name=""/>
            <p:cNvSpPr/>
            <p:nvPr/>
          </p:nvSpPr>
          <p:spPr>
            <a:xfrm>
              <a:off x="4338000" y="299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80" name=""/>
          <p:cNvGrpSpPr/>
          <p:nvPr/>
        </p:nvGrpSpPr>
        <p:grpSpPr>
          <a:xfrm>
            <a:off x="5334120" y="4648320"/>
            <a:ext cx="461520" cy="200520"/>
            <a:chOff x="5334120" y="4648320"/>
            <a:chExt cx="461520" cy="200520"/>
          </a:xfrm>
        </p:grpSpPr>
        <p:sp>
          <p:nvSpPr>
            <p:cNvPr id="881" name=""/>
            <p:cNvSpPr/>
            <p:nvPr/>
          </p:nvSpPr>
          <p:spPr>
            <a:xfrm>
              <a:off x="5334120" y="4662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2" name=""/>
            <p:cNvSpPr/>
            <p:nvPr/>
          </p:nvSpPr>
          <p:spPr>
            <a:xfrm>
              <a:off x="5457960" y="4648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83" name=""/>
          <p:cNvGrpSpPr/>
          <p:nvPr/>
        </p:nvGrpSpPr>
        <p:grpSpPr>
          <a:xfrm>
            <a:off x="990720" y="3276720"/>
            <a:ext cx="461160" cy="200520"/>
            <a:chOff x="990720" y="3276720"/>
            <a:chExt cx="461160" cy="200520"/>
          </a:xfrm>
        </p:grpSpPr>
        <p:sp>
          <p:nvSpPr>
            <p:cNvPr id="884" name=""/>
            <p:cNvSpPr/>
            <p:nvPr/>
          </p:nvSpPr>
          <p:spPr>
            <a:xfrm>
              <a:off x="990720" y="32925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5" name=""/>
            <p:cNvSpPr/>
            <p:nvPr/>
          </p:nvSpPr>
          <p:spPr>
            <a:xfrm>
              <a:off x="1114200" y="327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86" name=""/>
          <p:cNvGrpSpPr/>
          <p:nvPr/>
        </p:nvGrpSpPr>
        <p:grpSpPr>
          <a:xfrm>
            <a:off x="1447920" y="1676520"/>
            <a:ext cx="460080" cy="200520"/>
            <a:chOff x="1447920" y="1676520"/>
            <a:chExt cx="460080" cy="200520"/>
          </a:xfrm>
        </p:grpSpPr>
        <p:sp>
          <p:nvSpPr>
            <p:cNvPr id="887" name=""/>
            <p:cNvSpPr/>
            <p:nvPr/>
          </p:nvSpPr>
          <p:spPr>
            <a:xfrm>
              <a:off x="1447920" y="16909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8" name=""/>
            <p:cNvSpPr/>
            <p:nvPr/>
          </p:nvSpPr>
          <p:spPr>
            <a:xfrm>
              <a:off x="1570320" y="16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89" name="Rounded Rectangle 888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890" name="Oval 889"/>
          <p:cNvSpPr/>
          <p:nvPr/>
        </p:nvSpPr>
        <p:spPr>
          <a:xfrm>
            <a:off x="185664" y="25542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215664" y="25842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892" name="Rounded Rectangle 891"/>
          <p:cNvSpPr/>
          <p:nvPr/>
        </p:nvSpPr>
        <p:spPr>
          <a:xfrm>
            <a:off x="385664" y="25692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893" name="Oval 892"/>
          <p:cNvSpPr/>
          <p:nvPr/>
        </p:nvSpPr>
        <p:spPr>
          <a:xfrm>
            <a:off x="2767947" y="45344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2797947" y="45644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895" name="Rounded Rectangle 894"/>
          <p:cNvSpPr/>
          <p:nvPr/>
        </p:nvSpPr>
        <p:spPr>
          <a:xfrm>
            <a:off x="2967947" y="45494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896" name="Oval 895"/>
          <p:cNvSpPr/>
          <p:nvPr/>
        </p:nvSpPr>
        <p:spPr>
          <a:xfrm>
            <a:off x="3521065" y="238382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3551065" y="241382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898" name="Rounded Rectangle 897"/>
          <p:cNvSpPr/>
          <p:nvPr/>
        </p:nvSpPr>
        <p:spPr>
          <a:xfrm>
            <a:off x="3721065" y="239882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899" name="Oval 898"/>
          <p:cNvSpPr/>
          <p:nvPr/>
        </p:nvSpPr>
        <p:spPr>
          <a:xfrm>
            <a:off x="8101701" y="30883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8131701" y="31183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901" name="Rounded Rectangle 900"/>
          <p:cNvSpPr/>
          <p:nvPr/>
        </p:nvSpPr>
        <p:spPr>
          <a:xfrm>
            <a:off x="8301701" y="31033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902" name="Oval 901"/>
          <p:cNvSpPr/>
          <p:nvPr/>
        </p:nvSpPr>
        <p:spPr>
          <a:xfrm>
            <a:off x="7111164" y="50683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7141164" y="50983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7311164" y="50833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905" name="Oval 904"/>
          <p:cNvSpPr/>
          <p:nvPr/>
        </p:nvSpPr>
        <p:spPr>
          <a:xfrm>
            <a:off x="5815708" y="4977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5845708" y="5277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015708" y="5127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908" name="Oval 907"/>
          <p:cNvSpPr/>
          <p:nvPr/>
        </p:nvSpPr>
        <p:spPr>
          <a:xfrm>
            <a:off x="6958699" y="27823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xfrm>
            <a:off x="6988699" y="28123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7158699" y="27973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911" name="Oval 910"/>
          <p:cNvSpPr/>
          <p:nvPr/>
        </p:nvSpPr>
        <p:spPr>
          <a:xfrm>
            <a:off x="4900579" y="20979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xfrm>
            <a:off x="4930579" y="21279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5100579" y="21129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914" name="Oval 913"/>
          <p:cNvSpPr/>
          <p:nvPr/>
        </p:nvSpPr>
        <p:spPr>
          <a:xfrm>
            <a:off x="3681449" y="392678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xfrm>
            <a:off x="3711449" y="395678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3881449" y="394178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917" name="Oval 916"/>
          <p:cNvSpPr/>
          <p:nvPr/>
        </p:nvSpPr>
        <p:spPr>
          <a:xfrm>
            <a:off x="7257142" y="342206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7287142" y="345206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7457142" y="343706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920" name="Oval 919"/>
          <p:cNvSpPr/>
          <p:nvPr/>
        </p:nvSpPr>
        <p:spPr>
          <a:xfrm>
            <a:off x="8101701" y="392678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xfrm>
            <a:off x="8131701" y="395678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8301701" y="394178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923" name="Oval 922"/>
          <p:cNvSpPr/>
          <p:nvPr/>
        </p:nvSpPr>
        <p:spPr>
          <a:xfrm>
            <a:off x="6044302" y="255518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6074302" y="258518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6244302" y="257018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926" name="Oval 925"/>
          <p:cNvSpPr/>
          <p:nvPr/>
        </p:nvSpPr>
        <p:spPr>
          <a:xfrm>
            <a:off x="2234423" y="37741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xfrm>
            <a:off x="2264423" y="38041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928" name="Rounded Rectangle 927"/>
          <p:cNvSpPr/>
          <p:nvPr/>
        </p:nvSpPr>
        <p:spPr>
          <a:xfrm>
            <a:off x="2434423" y="37891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929" name="Oval 928"/>
          <p:cNvSpPr/>
          <p:nvPr/>
        </p:nvSpPr>
        <p:spPr>
          <a:xfrm>
            <a:off x="2843180" y="141218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xfrm>
            <a:off x="2873180" y="144218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3043180" y="142718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932" name="Oval 931"/>
          <p:cNvSpPr/>
          <p:nvPr/>
        </p:nvSpPr>
        <p:spPr>
          <a:xfrm>
            <a:off x="7332025" y="240254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xfrm>
            <a:off x="7362025" y="243254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934" name="Rounded Rectangle 933"/>
          <p:cNvSpPr/>
          <p:nvPr/>
        </p:nvSpPr>
        <p:spPr>
          <a:xfrm>
            <a:off x="7532025" y="241754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935" name="Oval 934"/>
          <p:cNvSpPr/>
          <p:nvPr/>
        </p:nvSpPr>
        <p:spPr>
          <a:xfrm>
            <a:off x="1928783" y="636326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xfrm>
            <a:off x="1958783" y="639326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937" name="Rounded Rectangle 936"/>
          <p:cNvSpPr/>
          <p:nvPr/>
        </p:nvSpPr>
        <p:spPr>
          <a:xfrm>
            <a:off x="2128783" y="637826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938" name="Oval 937"/>
          <p:cNvSpPr/>
          <p:nvPr/>
        </p:nvSpPr>
        <p:spPr>
          <a:xfrm>
            <a:off x="4155380" y="295658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xfrm>
            <a:off x="4185380" y="298658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940" name="Rounded Rectangle 939"/>
          <p:cNvSpPr/>
          <p:nvPr/>
        </p:nvSpPr>
        <p:spPr>
          <a:xfrm>
            <a:off x="4355380" y="297158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941" name="Oval 940"/>
          <p:cNvSpPr/>
          <p:nvPr/>
        </p:nvSpPr>
        <p:spPr>
          <a:xfrm>
            <a:off x="5282545" y="461078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5312545" y="464078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943" name="Rounded Rectangle 942"/>
          <p:cNvSpPr/>
          <p:nvPr/>
        </p:nvSpPr>
        <p:spPr>
          <a:xfrm>
            <a:off x="5482545" y="462578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944" name="Oval 943"/>
          <p:cNvSpPr/>
          <p:nvPr/>
        </p:nvSpPr>
        <p:spPr>
          <a:xfrm>
            <a:off x="938967" y="32409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968967" y="32709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946" name="Rounded Rectangle 945"/>
          <p:cNvSpPr/>
          <p:nvPr/>
        </p:nvSpPr>
        <p:spPr>
          <a:xfrm>
            <a:off x="1138967" y="32559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947" name="Oval 946"/>
          <p:cNvSpPr/>
          <p:nvPr/>
        </p:nvSpPr>
        <p:spPr>
          <a:xfrm>
            <a:off x="1395620" y="16393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xfrm>
            <a:off x="1425620" y="16693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949" name="Rounded Rectangle 948"/>
          <p:cNvSpPr/>
          <p:nvPr/>
        </p:nvSpPr>
        <p:spPr>
          <a:xfrm>
            <a:off x="1595620" y="16543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"/>
          <p:cNvSpPr/>
          <p:nvPr/>
        </p:nvSpPr>
        <p:spPr>
          <a:xfrm>
            <a:off x="3122280" y="50760"/>
            <a:ext cx="28994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9: EKCH | RWY 04L | STAR ALM3M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"/>
          <p:cNvSpPr/>
          <p:nvPr/>
        </p:nvSpPr>
        <p:spPr>
          <a:xfrm flipH="1">
            <a:off x="5262120" y="3745080"/>
            <a:ext cx="1979640" cy="314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"/>
          <p:cNvSpPr/>
          <p:nvPr/>
        </p:nvSpPr>
        <p:spPr>
          <a:xfrm flipH="1">
            <a:off x="4610160" y="4059360"/>
            <a:ext cx="652320" cy="102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"/>
          <p:cNvSpPr/>
          <p:nvPr/>
        </p:nvSpPr>
        <p:spPr>
          <a:xfrm flipH="1">
            <a:off x="2604960" y="4162320"/>
            <a:ext cx="2005200" cy="317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"/>
          <p:cNvSpPr/>
          <p:nvPr/>
        </p:nvSpPr>
        <p:spPr>
          <a:xfrm flipH="1" flipV="1">
            <a:off x="1901520" y="3909600"/>
            <a:ext cx="703080" cy="569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"/>
          <p:cNvSpPr/>
          <p:nvPr/>
        </p:nvSpPr>
        <p:spPr>
          <a:xfrm flipV="1">
            <a:off x="1901880" y="3468600"/>
            <a:ext cx="357120" cy="441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"/>
          <p:cNvSpPr/>
          <p:nvPr/>
        </p:nvSpPr>
        <p:spPr>
          <a:xfrm flipV="1">
            <a:off x="2259000" y="3028680"/>
            <a:ext cx="343080" cy="439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"/>
          <p:cNvSpPr/>
          <p:nvPr/>
        </p:nvSpPr>
        <p:spPr>
          <a:xfrm flipV="1">
            <a:off x="2602080" y="2530080"/>
            <a:ext cx="390240" cy="498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97" name=""/>
          <p:cNvGrpSpPr/>
          <p:nvPr/>
        </p:nvGrpSpPr>
        <p:grpSpPr>
          <a:xfrm>
            <a:off x="7178760" y="3681360"/>
            <a:ext cx="515880" cy="200520"/>
            <a:chOff x="7178760" y="3681360"/>
            <a:chExt cx="515880" cy="200520"/>
          </a:xfrm>
        </p:grpSpPr>
        <p:sp>
          <p:nvSpPr>
            <p:cNvPr id="898" name=""/>
            <p:cNvSpPr/>
            <p:nvPr/>
          </p:nvSpPr>
          <p:spPr>
            <a:xfrm>
              <a:off x="7178760" y="368136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9" name=""/>
            <p:cNvSpPr/>
            <p:nvPr/>
          </p:nvSpPr>
          <p:spPr>
            <a:xfrm>
              <a:off x="7323480" y="368136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ALM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0" name=""/>
          <p:cNvGrpSpPr/>
          <p:nvPr/>
        </p:nvGrpSpPr>
        <p:grpSpPr>
          <a:xfrm>
            <a:off x="5211720" y="3995640"/>
            <a:ext cx="577800" cy="200520"/>
            <a:chOff x="5211720" y="3995640"/>
            <a:chExt cx="577800" cy="200520"/>
          </a:xfrm>
        </p:grpSpPr>
        <p:sp>
          <p:nvSpPr>
            <p:cNvPr id="901" name=""/>
            <p:cNvSpPr/>
            <p:nvPr/>
          </p:nvSpPr>
          <p:spPr>
            <a:xfrm>
              <a:off x="5211720" y="40086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2" name=""/>
            <p:cNvSpPr/>
            <p:nvPr/>
          </p:nvSpPr>
          <p:spPr>
            <a:xfrm>
              <a:off x="5294880" y="39956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REPRO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3" name=""/>
          <p:cNvGrpSpPr/>
          <p:nvPr/>
        </p:nvGrpSpPr>
        <p:grpSpPr>
          <a:xfrm>
            <a:off x="4559400" y="4098960"/>
            <a:ext cx="557640" cy="200520"/>
            <a:chOff x="4559400" y="4098960"/>
            <a:chExt cx="557640" cy="200520"/>
          </a:xfrm>
        </p:grpSpPr>
        <p:sp>
          <p:nvSpPr>
            <p:cNvPr id="904" name=""/>
            <p:cNvSpPr/>
            <p:nvPr/>
          </p:nvSpPr>
          <p:spPr>
            <a:xfrm>
              <a:off x="4559400" y="4111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5" name=""/>
            <p:cNvSpPr/>
            <p:nvPr/>
          </p:nvSpPr>
          <p:spPr>
            <a:xfrm>
              <a:off x="4662000" y="409896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CH552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6" name=""/>
          <p:cNvGrpSpPr/>
          <p:nvPr/>
        </p:nvGrpSpPr>
        <p:grpSpPr>
          <a:xfrm>
            <a:off x="2554200" y="4416480"/>
            <a:ext cx="558000" cy="200520"/>
            <a:chOff x="2554200" y="4416480"/>
            <a:chExt cx="558000" cy="200520"/>
          </a:xfrm>
        </p:grpSpPr>
        <p:sp>
          <p:nvSpPr>
            <p:cNvPr id="907" name=""/>
            <p:cNvSpPr/>
            <p:nvPr/>
          </p:nvSpPr>
          <p:spPr>
            <a:xfrm>
              <a:off x="2554200" y="44290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8" name=""/>
            <p:cNvSpPr/>
            <p:nvPr/>
          </p:nvSpPr>
          <p:spPr>
            <a:xfrm>
              <a:off x="2657160" y="441648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CH551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9" name=""/>
          <p:cNvGrpSpPr/>
          <p:nvPr/>
        </p:nvGrpSpPr>
        <p:grpSpPr>
          <a:xfrm>
            <a:off x="1851120" y="3846600"/>
            <a:ext cx="557640" cy="200520"/>
            <a:chOff x="1851120" y="3846600"/>
            <a:chExt cx="557640" cy="200520"/>
          </a:xfrm>
        </p:grpSpPr>
        <p:sp>
          <p:nvSpPr>
            <p:cNvPr id="910" name=""/>
            <p:cNvSpPr/>
            <p:nvPr/>
          </p:nvSpPr>
          <p:spPr>
            <a:xfrm>
              <a:off x="1851120" y="38592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1" name=""/>
            <p:cNvSpPr/>
            <p:nvPr/>
          </p:nvSpPr>
          <p:spPr>
            <a:xfrm>
              <a:off x="1953720" y="384660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CH441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2" name=""/>
          <p:cNvGrpSpPr/>
          <p:nvPr/>
        </p:nvGrpSpPr>
        <p:grpSpPr>
          <a:xfrm>
            <a:off x="2208240" y="3405240"/>
            <a:ext cx="538200" cy="200520"/>
            <a:chOff x="2208240" y="3405240"/>
            <a:chExt cx="538200" cy="200520"/>
          </a:xfrm>
        </p:grpSpPr>
        <p:sp>
          <p:nvSpPr>
            <p:cNvPr id="913" name=""/>
            <p:cNvSpPr/>
            <p:nvPr/>
          </p:nvSpPr>
          <p:spPr>
            <a:xfrm>
              <a:off x="2208240" y="34178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4" name=""/>
            <p:cNvSpPr/>
            <p:nvPr/>
          </p:nvSpPr>
          <p:spPr>
            <a:xfrm>
              <a:off x="2331000" y="340524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CI04L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5" name=""/>
          <p:cNvGrpSpPr/>
          <p:nvPr/>
        </p:nvGrpSpPr>
        <p:grpSpPr>
          <a:xfrm>
            <a:off x="2562120" y="2965320"/>
            <a:ext cx="513000" cy="200520"/>
            <a:chOff x="2562120" y="2965320"/>
            <a:chExt cx="513000" cy="200520"/>
          </a:xfrm>
        </p:grpSpPr>
        <p:sp>
          <p:nvSpPr>
            <p:cNvPr id="916" name=""/>
            <p:cNvSpPr/>
            <p:nvPr/>
          </p:nvSpPr>
          <p:spPr>
            <a:xfrm>
              <a:off x="2562120" y="2989440"/>
              <a:ext cx="8100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7" name=""/>
            <p:cNvSpPr/>
            <p:nvPr/>
          </p:nvSpPr>
          <p:spPr>
            <a:xfrm>
              <a:off x="2668680" y="2965320"/>
              <a:ext cx="406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FI04L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8" name=""/>
          <p:cNvGrpSpPr/>
          <p:nvPr/>
        </p:nvGrpSpPr>
        <p:grpSpPr>
          <a:xfrm>
            <a:off x="2928960" y="2467080"/>
            <a:ext cx="595440" cy="200520"/>
            <a:chOff x="2928960" y="2467080"/>
            <a:chExt cx="595440" cy="200520"/>
          </a:xfrm>
        </p:grpSpPr>
        <p:sp>
          <p:nvSpPr>
            <p:cNvPr id="919" name=""/>
            <p:cNvSpPr/>
            <p:nvPr/>
          </p:nvSpPr>
          <p:spPr>
            <a:xfrm>
              <a:off x="2928960" y="246708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0" name=""/>
            <p:cNvSpPr/>
            <p:nvPr/>
          </p:nvSpPr>
          <p:spPr>
            <a:xfrm>
              <a:off x="3044880" y="246708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RW04L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21" name=""/>
          <p:cNvGrpSpPr/>
          <p:nvPr/>
        </p:nvGrpSpPr>
        <p:grpSpPr>
          <a:xfrm>
            <a:off x="5105520" y="5486400"/>
            <a:ext cx="478800" cy="200520"/>
            <a:chOff x="5105520" y="5486400"/>
            <a:chExt cx="478800" cy="200520"/>
          </a:xfrm>
        </p:grpSpPr>
        <p:sp>
          <p:nvSpPr>
            <p:cNvPr id="922" name=""/>
            <p:cNvSpPr/>
            <p:nvPr/>
          </p:nvSpPr>
          <p:spPr>
            <a:xfrm>
              <a:off x="5105520" y="549288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3" name=""/>
            <p:cNvSpPr/>
            <p:nvPr/>
          </p:nvSpPr>
          <p:spPr>
            <a:xfrm>
              <a:off x="524664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24" name=""/>
          <p:cNvGrpSpPr/>
          <p:nvPr/>
        </p:nvGrpSpPr>
        <p:grpSpPr>
          <a:xfrm>
            <a:off x="8334360" y="2138400"/>
            <a:ext cx="486360" cy="200520"/>
            <a:chOff x="8334360" y="2138400"/>
            <a:chExt cx="486360" cy="200520"/>
          </a:xfrm>
        </p:grpSpPr>
        <p:sp>
          <p:nvSpPr>
            <p:cNvPr id="925" name=""/>
            <p:cNvSpPr/>
            <p:nvPr/>
          </p:nvSpPr>
          <p:spPr>
            <a:xfrm>
              <a:off x="8334360" y="214488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6" name=""/>
            <p:cNvSpPr/>
            <p:nvPr/>
          </p:nvSpPr>
          <p:spPr>
            <a:xfrm>
              <a:off x="8483040" y="2138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27" name=""/>
          <p:cNvGrpSpPr/>
          <p:nvPr/>
        </p:nvGrpSpPr>
        <p:grpSpPr>
          <a:xfrm>
            <a:off x="7238880" y="685800"/>
            <a:ext cx="461880" cy="200520"/>
            <a:chOff x="7238880" y="685800"/>
            <a:chExt cx="461880" cy="200520"/>
          </a:xfrm>
        </p:grpSpPr>
        <p:sp>
          <p:nvSpPr>
            <p:cNvPr id="928" name=""/>
            <p:cNvSpPr/>
            <p:nvPr/>
          </p:nvSpPr>
          <p:spPr>
            <a:xfrm>
              <a:off x="7238880" y="7016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9" name=""/>
            <p:cNvSpPr/>
            <p:nvPr/>
          </p:nvSpPr>
          <p:spPr>
            <a:xfrm>
              <a:off x="7363080" y="685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0" name=""/>
          <p:cNvGrpSpPr/>
          <p:nvPr/>
        </p:nvGrpSpPr>
        <p:grpSpPr>
          <a:xfrm>
            <a:off x="8319960" y="4765680"/>
            <a:ext cx="469080" cy="200520"/>
            <a:chOff x="8319960" y="4765680"/>
            <a:chExt cx="469080" cy="200520"/>
          </a:xfrm>
        </p:grpSpPr>
        <p:sp>
          <p:nvSpPr>
            <p:cNvPr id="931" name=""/>
            <p:cNvSpPr/>
            <p:nvPr/>
          </p:nvSpPr>
          <p:spPr>
            <a:xfrm>
              <a:off x="8319960" y="4781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2" name=""/>
            <p:cNvSpPr/>
            <p:nvPr/>
          </p:nvSpPr>
          <p:spPr>
            <a:xfrm>
              <a:off x="8451360" y="476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3" name=""/>
          <p:cNvGrpSpPr/>
          <p:nvPr/>
        </p:nvGrpSpPr>
        <p:grpSpPr>
          <a:xfrm>
            <a:off x="990720" y="4724280"/>
            <a:ext cx="461520" cy="200520"/>
            <a:chOff x="990720" y="4724280"/>
            <a:chExt cx="461520" cy="200520"/>
          </a:xfrm>
        </p:grpSpPr>
        <p:sp>
          <p:nvSpPr>
            <p:cNvPr id="934" name=""/>
            <p:cNvSpPr/>
            <p:nvPr/>
          </p:nvSpPr>
          <p:spPr>
            <a:xfrm>
              <a:off x="990720" y="4740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5" name=""/>
            <p:cNvSpPr/>
            <p:nvPr/>
          </p:nvSpPr>
          <p:spPr>
            <a:xfrm>
              <a:off x="111456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6" name=""/>
          <p:cNvGrpSpPr/>
          <p:nvPr/>
        </p:nvGrpSpPr>
        <p:grpSpPr>
          <a:xfrm>
            <a:off x="4314960" y="2131920"/>
            <a:ext cx="467280" cy="200520"/>
            <a:chOff x="4314960" y="2131920"/>
            <a:chExt cx="467280" cy="200520"/>
          </a:xfrm>
        </p:grpSpPr>
        <p:sp>
          <p:nvSpPr>
            <p:cNvPr id="937" name=""/>
            <p:cNvSpPr/>
            <p:nvPr/>
          </p:nvSpPr>
          <p:spPr>
            <a:xfrm>
              <a:off x="4314960" y="21463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8" name=""/>
            <p:cNvSpPr/>
            <p:nvPr/>
          </p:nvSpPr>
          <p:spPr>
            <a:xfrm>
              <a:off x="4444560" y="2131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9" name=""/>
          <p:cNvGrpSpPr/>
          <p:nvPr/>
        </p:nvGrpSpPr>
        <p:grpSpPr>
          <a:xfrm>
            <a:off x="6446880" y="4848120"/>
            <a:ext cx="468720" cy="200520"/>
            <a:chOff x="6446880" y="4848120"/>
            <a:chExt cx="468720" cy="200520"/>
          </a:xfrm>
        </p:grpSpPr>
        <p:sp>
          <p:nvSpPr>
            <p:cNvPr id="940" name=""/>
            <p:cNvSpPr/>
            <p:nvPr/>
          </p:nvSpPr>
          <p:spPr>
            <a:xfrm>
              <a:off x="6446880" y="4862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1" name=""/>
            <p:cNvSpPr/>
            <p:nvPr/>
          </p:nvSpPr>
          <p:spPr>
            <a:xfrm>
              <a:off x="6577920" y="48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2" name=""/>
          <p:cNvGrpSpPr/>
          <p:nvPr/>
        </p:nvGrpSpPr>
        <p:grpSpPr>
          <a:xfrm>
            <a:off x="1219320" y="3581280"/>
            <a:ext cx="461520" cy="200520"/>
            <a:chOff x="1219320" y="3581280"/>
            <a:chExt cx="461520" cy="200520"/>
          </a:xfrm>
        </p:grpSpPr>
        <p:sp>
          <p:nvSpPr>
            <p:cNvPr id="943" name=""/>
            <p:cNvSpPr/>
            <p:nvPr/>
          </p:nvSpPr>
          <p:spPr>
            <a:xfrm>
              <a:off x="1219320" y="3595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4" name=""/>
            <p:cNvSpPr/>
            <p:nvPr/>
          </p:nvSpPr>
          <p:spPr>
            <a:xfrm>
              <a:off x="134316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5" name=""/>
          <p:cNvGrpSpPr/>
          <p:nvPr/>
        </p:nvGrpSpPr>
        <p:grpSpPr>
          <a:xfrm>
            <a:off x="8359920" y="3452760"/>
            <a:ext cx="467280" cy="200520"/>
            <a:chOff x="8359920" y="3452760"/>
            <a:chExt cx="467280" cy="200520"/>
          </a:xfrm>
        </p:grpSpPr>
        <p:sp>
          <p:nvSpPr>
            <p:cNvPr id="946" name=""/>
            <p:cNvSpPr/>
            <p:nvPr/>
          </p:nvSpPr>
          <p:spPr>
            <a:xfrm>
              <a:off x="8359920" y="34671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7" name=""/>
            <p:cNvSpPr/>
            <p:nvPr/>
          </p:nvSpPr>
          <p:spPr>
            <a:xfrm>
              <a:off x="8489520" y="3452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8" name=""/>
          <p:cNvGrpSpPr/>
          <p:nvPr/>
        </p:nvGrpSpPr>
        <p:grpSpPr>
          <a:xfrm>
            <a:off x="2362320" y="4068720"/>
            <a:ext cx="461160" cy="200520"/>
            <a:chOff x="2362320" y="4068720"/>
            <a:chExt cx="461160" cy="200520"/>
          </a:xfrm>
        </p:grpSpPr>
        <p:sp>
          <p:nvSpPr>
            <p:cNvPr id="949" name=""/>
            <p:cNvSpPr/>
            <p:nvPr/>
          </p:nvSpPr>
          <p:spPr>
            <a:xfrm>
              <a:off x="2362320" y="40831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0" name=""/>
            <p:cNvSpPr/>
            <p:nvPr/>
          </p:nvSpPr>
          <p:spPr>
            <a:xfrm>
              <a:off x="2485800" y="4068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51" name=""/>
          <p:cNvGrpSpPr/>
          <p:nvPr/>
        </p:nvGrpSpPr>
        <p:grpSpPr>
          <a:xfrm>
            <a:off x="3618000" y="3465360"/>
            <a:ext cx="467280" cy="200520"/>
            <a:chOff x="3618000" y="3465360"/>
            <a:chExt cx="467280" cy="200520"/>
          </a:xfrm>
        </p:grpSpPr>
        <p:sp>
          <p:nvSpPr>
            <p:cNvPr id="952" name=""/>
            <p:cNvSpPr/>
            <p:nvPr/>
          </p:nvSpPr>
          <p:spPr>
            <a:xfrm>
              <a:off x="3618000" y="34815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3" name=""/>
            <p:cNvSpPr/>
            <p:nvPr/>
          </p:nvSpPr>
          <p:spPr>
            <a:xfrm>
              <a:off x="3747600" y="3465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54" name=""/>
          <p:cNvGrpSpPr/>
          <p:nvPr/>
        </p:nvGrpSpPr>
        <p:grpSpPr>
          <a:xfrm>
            <a:off x="2590920" y="1295280"/>
            <a:ext cx="461520" cy="200520"/>
            <a:chOff x="2590920" y="1295280"/>
            <a:chExt cx="461520" cy="200520"/>
          </a:xfrm>
        </p:grpSpPr>
        <p:sp>
          <p:nvSpPr>
            <p:cNvPr id="955" name=""/>
            <p:cNvSpPr/>
            <p:nvPr/>
          </p:nvSpPr>
          <p:spPr>
            <a:xfrm>
              <a:off x="2590920" y="1309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6" name=""/>
            <p:cNvSpPr/>
            <p:nvPr/>
          </p:nvSpPr>
          <p:spPr>
            <a:xfrm>
              <a:off x="271476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57" name=""/>
          <p:cNvGrpSpPr/>
          <p:nvPr/>
        </p:nvGrpSpPr>
        <p:grpSpPr>
          <a:xfrm>
            <a:off x="4911840" y="2995560"/>
            <a:ext cx="468720" cy="200520"/>
            <a:chOff x="4911840" y="2995560"/>
            <a:chExt cx="468720" cy="200520"/>
          </a:xfrm>
        </p:grpSpPr>
        <p:sp>
          <p:nvSpPr>
            <p:cNvPr id="958" name=""/>
            <p:cNvSpPr/>
            <p:nvPr/>
          </p:nvSpPr>
          <p:spPr>
            <a:xfrm>
              <a:off x="4911840" y="3011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9" name=""/>
            <p:cNvSpPr/>
            <p:nvPr/>
          </p:nvSpPr>
          <p:spPr>
            <a:xfrm>
              <a:off x="5042880" y="2995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0" name=""/>
          <p:cNvGrpSpPr/>
          <p:nvPr/>
        </p:nvGrpSpPr>
        <p:grpSpPr>
          <a:xfrm>
            <a:off x="3632040" y="4730760"/>
            <a:ext cx="469080" cy="200520"/>
            <a:chOff x="3632040" y="4730760"/>
            <a:chExt cx="469080" cy="200520"/>
          </a:xfrm>
        </p:grpSpPr>
        <p:sp>
          <p:nvSpPr>
            <p:cNvPr id="961" name=""/>
            <p:cNvSpPr/>
            <p:nvPr/>
          </p:nvSpPr>
          <p:spPr>
            <a:xfrm>
              <a:off x="3632040" y="4746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2" name=""/>
            <p:cNvSpPr/>
            <p:nvPr/>
          </p:nvSpPr>
          <p:spPr>
            <a:xfrm>
              <a:off x="3763440" y="4730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3" name=""/>
          <p:cNvGrpSpPr/>
          <p:nvPr/>
        </p:nvGrpSpPr>
        <p:grpSpPr>
          <a:xfrm>
            <a:off x="6165720" y="3465360"/>
            <a:ext cx="469080" cy="200520"/>
            <a:chOff x="6165720" y="3465360"/>
            <a:chExt cx="469080" cy="200520"/>
          </a:xfrm>
        </p:grpSpPr>
        <p:sp>
          <p:nvSpPr>
            <p:cNvPr id="964" name=""/>
            <p:cNvSpPr/>
            <p:nvPr/>
          </p:nvSpPr>
          <p:spPr>
            <a:xfrm>
              <a:off x="6165720" y="3481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5" name=""/>
            <p:cNvSpPr/>
            <p:nvPr/>
          </p:nvSpPr>
          <p:spPr>
            <a:xfrm>
              <a:off x="6297120" y="3465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6" name=""/>
          <p:cNvGrpSpPr/>
          <p:nvPr/>
        </p:nvGrpSpPr>
        <p:grpSpPr>
          <a:xfrm>
            <a:off x="7391520" y="5715000"/>
            <a:ext cx="460080" cy="200520"/>
            <a:chOff x="7391520" y="5715000"/>
            <a:chExt cx="460080" cy="200520"/>
          </a:xfrm>
        </p:grpSpPr>
        <p:sp>
          <p:nvSpPr>
            <p:cNvPr id="967" name=""/>
            <p:cNvSpPr/>
            <p:nvPr/>
          </p:nvSpPr>
          <p:spPr>
            <a:xfrm>
              <a:off x="7391520" y="57308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8" name=""/>
            <p:cNvSpPr/>
            <p:nvPr/>
          </p:nvSpPr>
          <p:spPr>
            <a:xfrm>
              <a:off x="751392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9" name=""/>
          <p:cNvGrpSpPr/>
          <p:nvPr/>
        </p:nvGrpSpPr>
        <p:grpSpPr>
          <a:xfrm>
            <a:off x="1981080" y="5486400"/>
            <a:ext cx="461880" cy="200520"/>
            <a:chOff x="1981080" y="5486400"/>
            <a:chExt cx="461880" cy="200520"/>
          </a:xfrm>
        </p:grpSpPr>
        <p:sp>
          <p:nvSpPr>
            <p:cNvPr id="970" name=""/>
            <p:cNvSpPr/>
            <p:nvPr/>
          </p:nvSpPr>
          <p:spPr>
            <a:xfrm>
              <a:off x="1981080" y="550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1" name=""/>
            <p:cNvSpPr/>
            <p:nvPr/>
          </p:nvSpPr>
          <p:spPr>
            <a:xfrm>
              <a:off x="210528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72" name=""/>
          <p:cNvGrpSpPr/>
          <p:nvPr/>
        </p:nvGrpSpPr>
        <p:grpSpPr>
          <a:xfrm>
            <a:off x="5105520" y="838080"/>
            <a:ext cx="461520" cy="200520"/>
            <a:chOff x="5105520" y="838080"/>
            <a:chExt cx="461520" cy="200520"/>
          </a:xfrm>
        </p:grpSpPr>
        <p:sp>
          <p:nvSpPr>
            <p:cNvPr id="973" name=""/>
            <p:cNvSpPr/>
            <p:nvPr/>
          </p:nvSpPr>
          <p:spPr>
            <a:xfrm>
              <a:off x="5105520" y="853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4" name=""/>
            <p:cNvSpPr/>
            <p:nvPr/>
          </p:nvSpPr>
          <p:spPr>
            <a:xfrm>
              <a:off x="5229360" y="83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75" name=""/>
          <p:cNvGrpSpPr/>
          <p:nvPr/>
        </p:nvGrpSpPr>
        <p:grpSpPr>
          <a:xfrm>
            <a:off x="3505320" y="6324480"/>
            <a:ext cx="460080" cy="200520"/>
            <a:chOff x="3505320" y="6324480"/>
            <a:chExt cx="460080" cy="200520"/>
          </a:xfrm>
        </p:grpSpPr>
        <p:sp>
          <p:nvSpPr>
            <p:cNvPr id="976" name=""/>
            <p:cNvSpPr/>
            <p:nvPr/>
          </p:nvSpPr>
          <p:spPr>
            <a:xfrm>
              <a:off x="3505320" y="63403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7" name=""/>
            <p:cNvSpPr/>
            <p:nvPr/>
          </p:nvSpPr>
          <p:spPr>
            <a:xfrm>
              <a:off x="362772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78" name=""/>
          <p:cNvGrpSpPr/>
          <p:nvPr/>
        </p:nvGrpSpPr>
        <p:grpSpPr>
          <a:xfrm>
            <a:off x="1523880" y="2209680"/>
            <a:ext cx="461520" cy="200520"/>
            <a:chOff x="1523880" y="2209680"/>
            <a:chExt cx="461520" cy="200520"/>
          </a:xfrm>
        </p:grpSpPr>
        <p:sp>
          <p:nvSpPr>
            <p:cNvPr id="979" name=""/>
            <p:cNvSpPr/>
            <p:nvPr/>
          </p:nvSpPr>
          <p:spPr>
            <a:xfrm>
              <a:off x="1523880" y="2224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0" name=""/>
            <p:cNvSpPr/>
            <p:nvPr/>
          </p:nvSpPr>
          <p:spPr>
            <a:xfrm>
              <a:off x="164772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81" name="Rounded Rectangle 980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982" name="Oval 981"/>
          <p:cNvSpPr/>
          <p:nvPr/>
        </p:nvSpPr>
        <p:spPr>
          <a:xfrm>
            <a:off x="5062579" y="54499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5092579" y="54799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984" name="Rounded Rectangle 983"/>
          <p:cNvSpPr/>
          <p:nvPr/>
        </p:nvSpPr>
        <p:spPr>
          <a:xfrm>
            <a:off x="5262579" y="54649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985" name="Oval 984"/>
          <p:cNvSpPr/>
          <p:nvPr/>
        </p:nvSpPr>
        <p:spPr>
          <a:xfrm>
            <a:off x="8291603" y="210194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xfrm>
            <a:off x="8321603" y="213194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8491603" y="211694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988" name="Oval 987"/>
          <p:cNvSpPr/>
          <p:nvPr/>
        </p:nvSpPr>
        <p:spPr>
          <a:xfrm>
            <a:off x="7187300" y="6493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Oval 988"/>
          <p:cNvSpPr/>
          <p:nvPr/>
        </p:nvSpPr>
        <p:spPr>
          <a:xfrm>
            <a:off x="7217300" y="6793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7387300" y="6643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991" name="Oval 990"/>
          <p:cNvSpPr/>
          <p:nvPr/>
        </p:nvSpPr>
        <p:spPr>
          <a:xfrm>
            <a:off x="8268388" y="47299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8298388" y="47599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993" name="Rounded Rectangle 992"/>
          <p:cNvSpPr/>
          <p:nvPr/>
        </p:nvSpPr>
        <p:spPr>
          <a:xfrm>
            <a:off x="8468388" y="47449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994" name="Oval 993"/>
          <p:cNvSpPr/>
          <p:nvPr/>
        </p:nvSpPr>
        <p:spPr>
          <a:xfrm>
            <a:off x="939148" y="46885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Oval 994"/>
          <p:cNvSpPr/>
          <p:nvPr/>
        </p:nvSpPr>
        <p:spPr>
          <a:xfrm>
            <a:off x="969148" y="47185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1139148" y="47035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997" name="Oval 996"/>
          <p:cNvSpPr/>
          <p:nvPr/>
        </p:nvSpPr>
        <p:spPr>
          <a:xfrm>
            <a:off x="4262482" y="20947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4292482" y="21247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999" name="Rounded Rectangle 998"/>
          <p:cNvSpPr/>
          <p:nvPr/>
        </p:nvSpPr>
        <p:spPr>
          <a:xfrm>
            <a:off x="4462482" y="21097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000" name="Oval 999"/>
          <p:cNvSpPr/>
          <p:nvPr/>
        </p:nvSpPr>
        <p:spPr>
          <a:xfrm>
            <a:off x="6395299" y="48109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Oval 1000"/>
          <p:cNvSpPr/>
          <p:nvPr/>
        </p:nvSpPr>
        <p:spPr>
          <a:xfrm>
            <a:off x="6425299" y="48409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002" name="Rounded Rectangle 1001"/>
          <p:cNvSpPr/>
          <p:nvPr/>
        </p:nvSpPr>
        <p:spPr>
          <a:xfrm>
            <a:off x="6595299" y="48259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003" name="Oval 1002"/>
          <p:cNvSpPr/>
          <p:nvPr/>
        </p:nvSpPr>
        <p:spPr>
          <a:xfrm>
            <a:off x="1167745" y="354410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Oval 1003"/>
          <p:cNvSpPr/>
          <p:nvPr/>
        </p:nvSpPr>
        <p:spPr>
          <a:xfrm>
            <a:off x="1197745" y="357410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1367745" y="355910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006" name="Oval 1005"/>
          <p:cNvSpPr/>
          <p:nvPr/>
        </p:nvSpPr>
        <p:spPr>
          <a:xfrm>
            <a:off x="8307447" y="341558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Oval 1006"/>
          <p:cNvSpPr/>
          <p:nvPr/>
        </p:nvSpPr>
        <p:spPr>
          <a:xfrm>
            <a:off x="8337447" y="344558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8507447" y="343058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009" name="Oval 1008"/>
          <p:cNvSpPr/>
          <p:nvPr/>
        </p:nvSpPr>
        <p:spPr>
          <a:xfrm>
            <a:off x="2310564" y="40315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2340564" y="40615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011" name="Rounded Rectangle 1010"/>
          <p:cNvSpPr/>
          <p:nvPr/>
        </p:nvSpPr>
        <p:spPr>
          <a:xfrm>
            <a:off x="2510564" y="40465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012" name="Oval 1011"/>
          <p:cNvSpPr/>
          <p:nvPr/>
        </p:nvSpPr>
        <p:spPr>
          <a:xfrm>
            <a:off x="3565528" y="34299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3595528" y="34599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3765528" y="34449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015" name="Oval 1014"/>
          <p:cNvSpPr/>
          <p:nvPr/>
        </p:nvSpPr>
        <p:spPr>
          <a:xfrm>
            <a:off x="2539343" y="125810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2569343" y="128810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2739343" y="127310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018" name="Oval 1017"/>
          <p:cNvSpPr/>
          <p:nvPr/>
        </p:nvSpPr>
        <p:spPr>
          <a:xfrm>
            <a:off x="4860263" y="295982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Oval 1018"/>
          <p:cNvSpPr/>
          <p:nvPr/>
        </p:nvSpPr>
        <p:spPr>
          <a:xfrm>
            <a:off x="4890263" y="298982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5060263" y="297482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021" name="Oval 1020"/>
          <p:cNvSpPr/>
          <p:nvPr/>
        </p:nvSpPr>
        <p:spPr>
          <a:xfrm>
            <a:off x="3580466" y="469502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Oval 1021"/>
          <p:cNvSpPr/>
          <p:nvPr/>
        </p:nvSpPr>
        <p:spPr>
          <a:xfrm>
            <a:off x="3610466" y="472502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3780466" y="471002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024" name="Oval 1023"/>
          <p:cNvSpPr/>
          <p:nvPr/>
        </p:nvSpPr>
        <p:spPr>
          <a:xfrm>
            <a:off x="6114140" y="34299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6144140" y="34599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6314140" y="34449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027" name="Oval 1026"/>
          <p:cNvSpPr/>
          <p:nvPr/>
        </p:nvSpPr>
        <p:spPr>
          <a:xfrm>
            <a:off x="7339047" y="56792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Oval 1027"/>
          <p:cNvSpPr/>
          <p:nvPr/>
        </p:nvSpPr>
        <p:spPr>
          <a:xfrm>
            <a:off x="7369047" y="57092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029" name="Rounded Rectangle 1028"/>
          <p:cNvSpPr/>
          <p:nvPr/>
        </p:nvSpPr>
        <p:spPr>
          <a:xfrm>
            <a:off x="7539047" y="56942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030" name="Oval 1029"/>
          <p:cNvSpPr/>
          <p:nvPr/>
        </p:nvSpPr>
        <p:spPr>
          <a:xfrm>
            <a:off x="1929508" y="545066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xfrm>
            <a:off x="1959508" y="548066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032" name="Rounded Rectangle 1031"/>
          <p:cNvSpPr/>
          <p:nvPr/>
        </p:nvSpPr>
        <p:spPr>
          <a:xfrm>
            <a:off x="2129508" y="546566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033" name="Oval 1032"/>
          <p:cNvSpPr/>
          <p:nvPr/>
        </p:nvSpPr>
        <p:spPr>
          <a:xfrm>
            <a:off x="5053940" y="80234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5083940" y="83234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035" name="Rounded Rectangle 1034"/>
          <p:cNvSpPr/>
          <p:nvPr/>
        </p:nvSpPr>
        <p:spPr>
          <a:xfrm>
            <a:off x="5253940" y="81734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036" name="Oval 1035"/>
          <p:cNvSpPr/>
          <p:nvPr/>
        </p:nvSpPr>
        <p:spPr>
          <a:xfrm>
            <a:off x="3452840" y="628802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Oval 1036"/>
          <p:cNvSpPr/>
          <p:nvPr/>
        </p:nvSpPr>
        <p:spPr>
          <a:xfrm>
            <a:off x="3482840" y="631802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038" name="Rounded Rectangle 1037"/>
          <p:cNvSpPr/>
          <p:nvPr/>
        </p:nvSpPr>
        <p:spPr>
          <a:xfrm>
            <a:off x="3652840" y="630302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039" name="Oval 1038"/>
          <p:cNvSpPr/>
          <p:nvPr/>
        </p:nvSpPr>
        <p:spPr>
          <a:xfrm>
            <a:off x="1472300" y="217250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502300" y="220250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1672300" y="218750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"/>
          <p:cNvSpPr/>
          <p:nvPr/>
        </p:nvSpPr>
        <p:spPr>
          <a:xfrm>
            <a:off x="3090960" y="50760"/>
            <a:ext cx="29620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10: EKCH | RWY 22L | STAR CDA3N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"/>
          <p:cNvSpPr/>
          <p:nvPr/>
        </p:nvSpPr>
        <p:spPr>
          <a:xfrm flipV="1">
            <a:off x="3817800" y="4324320"/>
            <a:ext cx="362160" cy="1046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"/>
          <p:cNvSpPr/>
          <p:nvPr/>
        </p:nvSpPr>
        <p:spPr>
          <a:xfrm flipV="1">
            <a:off x="4179960" y="3188880"/>
            <a:ext cx="390600" cy="1135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"/>
          <p:cNvSpPr/>
          <p:nvPr/>
        </p:nvSpPr>
        <p:spPr>
          <a:xfrm flipV="1">
            <a:off x="4570560" y="2712600"/>
            <a:ext cx="163440" cy="476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"/>
          <p:cNvSpPr/>
          <p:nvPr/>
        </p:nvSpPr>
        <p:spPr>
          <a:xfrm flipV="1">
            <a:off x="4734000" y="1982880"/>
            <a:ext cx="592200" cy="730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 flipH="1" flipV="1">
            <a:off x="5110200" y="1639440"/>
            <a:ext cx="216000" cy="343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 flipH="1">
            <a:off x="4927320" y="1639800"/>
            <a:ext cx="182520" cy="225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 flipH="1">
            <a:off x="4884480" y="1865160"/>
            <a:ext cx="42840" cy="52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 flipH="1">
            <a:off x="4663800" y="1917720"/>
            <a:ext cx="220680" cy="272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 flipH="1">
            <a:off x="4427280" y="2190600"/>
            <a:ext cx="236520" cy="292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91" name=""/>
          <p:cNvGrpSpPr/>
          <p:nvPr/>
        </p:nvGrpSpPr>
        <p:grpSpPr>
          <a:xfrm>
            <a:off x="3754440" y="5307120"/>
            <a:ext cx="515880" cy="200520"/>
            <a:chOff x="3754440" y="5307120"/>
            <a:chExt cx="515880" cy="200520"/>
          </a:xfrm>
        </p:grpSpPr>
        <p:sp>
          <p:nvSpPr>
            <p:cNvPr id="992" name=""/>
            <p:cNvSpPr/>
            <p:nvPr/>
          </p:nvSpPr>
          <p:spPr>
            <a:xfrm>
              <a:off x="375444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3" name=""/>
            <p:cNvSpPr/>
            <p:nvPr/>
          </p:nvSpPr>
          <p:spPr>
            <a:xfrm>
              <a:off x="3899160" y="530712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CDA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4" name=""/>
          <p:cNvGrpSpPr/>
          <p:nvPr/>
        </p:nvGrpSpPr>
        <p:grpSpPr>
          <a:xfrm>
            <a:off x="4129200" y="4260960"/>
            <a:ext cx="567360" cy="200520"/>
            <a:chOff x="4129200" y="4260960"/>
            <a:chExt cx="567360" cy="200520"/>
          </a:xfrm>
        </p:grpSpPr>
        <p:sp>
          <p:nvSpPr>
            <p:cNvPr id="995" name=""/>
            <p:cNvSpPr/>
            <p:nvPr/>
          </p:nvSpPr>
          <p:spPr>
            <a:xfrm>
              <a:off x="4129200" y="4273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6" name=""/>
            <p:cNvSpPr/>
            <p:nvPr/>
          </p:nvSpPr>
          <p:spPr>
            <a:xfrm>
              <a:off x="4221720" y="426096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KUTAX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7" name=""/>
          <p:cNvGrpSpPr/>
          <p:nvPr/>
        </p:nvGrpSpPr>
        <p:grpSpPr>
          <a:xfrm>
            <a:off x="4519440" y="3125880"/>
            <a:ext cx="558000" cy="200520"/>
            <a:chOff x="4519440" y="3125880"/>
            <a:chExt cx="558000" cy="200520"/>
          </a:xfrm>
        </p:grpSpPr>
        <p:sp>
          <p:nvSpPr>
            <p:cNvPr id="998" name=""/>
            <p:cNvSpPr/>
            <p:nvPr/>
          </p:nvSpPr>
          <p:spPr>
            <a:xfrm>
              <a:off x="4519440" y="31384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9" name=""/>
            <p:cNvSpPr/>
            <p:nvPr/>
          </p:nvSpPr>
          <p:spPr>
            <a:xfrm>
              <a:off x="4622400" y="312588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CH993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0" name=""/>
          <p:cNvGrpSpPr/>
          <p:nvPr/>
        </p:nvGrpSpPr>
        <p:grpSpPr>
          <a:xfrm>
            <a:off x="4683240" y="2649600"/>
            <a:ext cx="557640" cy="200520"/>
            <a:chOff x="4683240" y="2649600"/>
            <a:chExt cx="557640" cy="200520"/>
          </a:xfrm>
        </p:grpSpPr>
        <p:sp>
          <p:nvSpPr>
            <p:cNvPr id="1001" name=""/>
            <p:cNvSpPr/>
            <p:nvPr/>
          </p:nvSpPr>
          <p:spPr>
            <a:xfrm>
              <a:off x="4683240" y="26622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2" name=""/>
            <p:cNvSpPr/>
            <p:nvPr/>
          </p:nvSpPr>
          <p:spPr>
            <a:xfrm>
              <a:off x="4785840" y="264960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CH992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3" name=""/>
          <p:cNvGrpSpPr/>
          <p:nvPr/>
        </p:nvGrpSpPr>
        <p:grpSpPr>
          <a:xfrm>
            <a:off x="5275440" y="1919160"/>
            <a:ext cx="557640" cy="200520"/>
            <a:chOff x="5275440" y="1919160"/>
            <a:chExt cx="557640" cy="200520"/>
          </a:xfrm>
        </p:grpSpPr>
        <p:sp>
          <p:nvSpPr>
            <p:cNvPr id="1004" name=""/>
            <p:cNvSpPr/>
            <p:nvPr/>
          </p:nvSpPr>
          <p:spPr>
            <a:xfrm>
              <a:off x="5275440" y="1932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5" name=""/>
            <p:cNvSpPr/>
            <p:nvPr/>
          </p:nvSpPr>
          <p:spPr>
            <a:xfrm>
              <a:off x="5378040" y="191916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CH991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6" name=""/>
          <p:cNvGrpSpPr/>
          <p:nvPr/>
        </p:nvGrpSpPr>
        <p:grpSpPr>
          <a:xfrm>
            <a:off x="5070600" y="1576440"/>
            <a:ext cx="537120" cy="200520"/>
            <a:chOff x="5070600" y="1576440"/>
            <a:chExt cx="537120" cy="200520"/>
          </a:xfrm>
        </p:grpSpPr>
        <p:sp>
          <p:nvSpPr>
            <p:cNvPr id="1007" name=""/>
            <p:cNvSpPr/>
            <p:nvPr/>
          </p:nvSpPr>
          <p:spPr>
            <a:xfrm>
              <a:off x="5070600" y="1598760"/>
              <a:ext cx="8100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8" name=""/>
            <p:cNvSpPr/>
            <p:nvPr/>
          </p:nvSpPr>
          <p:spPr>
            <a:xfrm>
              <a:off x="5152680" y="157644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CH881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9" name=""/>
          <p:cNvGrpSpPr/>
          <p:nvPr/>
        </p:nvGrpSpPr>
        <p:grpSpPr>
          <a:xfrm>
            <a:off x="4888080" y="1801800"/>
            <a:ext cx="554400" cy="200520"/>
            <a:chOff x="4888080" y="1801800"/>
            <a:chExt cx="554400" cy="200520"/>
          </a:xfrm>
        </p:grpSpPr>
        <p:sp>
          <p:nvSpPr>
            <p:cNvPr id="1010" name=""/>
            <p:cNvSpPr/>
            <p:nvPr/>
          </p:nvSpPr>
          <p:spPr>
            <a:xfrm>
              <a:off x="4888080" y="182412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1" name=""/>
            <p:cNvSpPr/>
            <p:nvPr/>
          </p:nvSpPr>
          <p:spPr>
            <a:xfrm>
              <a:off x="4952520" y="180180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LAMOX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12" name=""/>
          <p:cNvGrpSpPr/>
          <p:nvPr/>
        </p:nvGrpSpPr>
        <p:grpSpPr>
          <a:xfrm>
            <a:off x="4843440" y="1854360"/>
            <a:ext cx="548640" cy="200520"/>
            <a:chOff x="4843440" y="1854360"/>
            <a:chExt cx="548640" cy="200520"/>
          </a:xfrm>
        </p:grpSpPr>
        <p:sp>
          <p:nvSpPr>
            <p:cNvPr id="1013" name=""/>
            <p:cNvSpPr/>
            <p:nvPr/>
          </p:nvSpPr>
          <p:spPr>
            <a:xfrm>
              <a:off x="4843440" y="187812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4" name=""/>
            <p:cNvSpPr/>
            <p:nvPr/>
          </p:nvSpPr>
          <p:spPr>
            <a:xfrm>
              <a:off x="4917240" y="185436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93DME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15" name=""/>
          <p:cNvGrpSpPr/>
          <p:nvPr/>
        </p:nvGrpSpPr>
        <p:grpSpPr>
          <a:xfrm>
            <a:off x="4622760" y="2127240"/>
            <a:ext cx="640800" cy="200520"/>
            <a:chOff x="4622760" y="2127240"/>
            <a:chExt cx="640800" cy="200520"/>
          </a:xfrm>
        </p:grpSpPr>
        <p:sp>
          <p:nvSpPr>
            <p:cNvPr id="1016" name=""/>
            <p:cNvSpPr/>
            <p:nvPr/>
          </p:nvSpPr>
          <p:spPr>
            <a:xfrm>
              <a:off x="4622760" y="215100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7" name=""/>
            <p:cNvSpPr/>
            <p:nvPr/>
          </p:nvSpPr>
          <p:spPr>
            <a:xfrm>
              <a:off x="4799520" y="212724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'FI22L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18" name=""/>
          <p:cNvGrpSpPr/>
          <p:nvPr/>
        </p:nvGrpSpPr>
        <p:grpSpPr>
          <a:xfrm>
            <a:off x="4363920" y="2419200"/>
            <a:ext cx="728280" cy="200520"/>
            <a:chOff x="4363920" y="2419200"/>
            <a:chExt cx="728280" cy="200520"/>
          </a:xfrm>
        </p:grpSpPr>
        <p:sp>
          <p:nvSpPr>
            <p:cNvPr id="1019" name=""/>
            <p:cNvSpPr/>
            <p:nvPr/>
          </p:nvSpPr>
          <p:spPr>
            <a:xfrm>
              <a:off x="4363920" y="241920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0" name=""/>
            <p:cNvSpPr/>
            <p:nvPr/>
          </p:nvSpPr>
          <p:spPr>
            <a:xfrm>
              <a:off x="4545720" y="2419200"/>
              <a:ext cx="54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'RW22L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1" name=""/>
          <p:cNvGrpSpPr/>
          <p:nvPr/>
        </p:nvGrpSpPr>
        <p:grpSpPr>
          <a:xfrm>
            <a:off x="1371600" y="6019920"/>
            <a:ext cx="479160" cy="200520"/>
            <a:chOff x="1371600" y="6019920"/>
            <a:chExt cx="479160" cy="200520"/>
          </a:xfrm>
        </p:grpSpPr>
        <p:sp>
          <p:nvSpPr>
            <p:cNvPr id="1022" name=""/>
            <p:cNvSpPr/>
            <p:nvPr/>
          </p:nvSpPr>
          <p:spPr>
            <a:xfrm>
              <a:off x="1371600" y="6026040"/>
              <a:ext cx="114120" cy="11376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3840" bIns="338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3" name=""/>
            <p:cNvSpPr/>
            <p:nvPr/>
          </p:nvSpPr>
          <p:spPr>
            <a:xfrm>
              <a:off x="151308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4" name=""/>
          <p:cNvGrpSpPr/>
          <p:nvPr/>
        </p:nvGrpSpPr>
        <p:grpSpPr>
          <a:xfrm>
            <a:off x="3505320" y="800280"/>
            <a:ext cx="486360" cy="200520"/>
            <a:chOff x="3505320" y="800280"/>
            <a:chExt cx="486360" cy="200520"/>
          </a:xfrm>
        </p:grpSpPr>
        <p:sp>
          <p:nvSpPr>
            <p:cNvPr id="1025" name=""/>
            <p:cNvSpPr/>
            <p:nvPr/>
          </p:nvSpPr>
          <p:spPr>
            <a:xfrm>
              <a:off x="3505320" y="80640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6" name=""/>
            <p:cNvSpPr/>
            <p:nvPr/>
          </p:nvSpPr>
          <p:spPr>
            <a:xfrm>
              <a:off x="3654000" y="800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7" name=""/>
          <p:cNvGrpSpPr/>
          <p:nvPr/>
        </p:nvGrpSpPr>
        <p:grpSpPr>
          <a:xfrm>
            <a:off x="7772400" y="2895480"/>
            <a:ext cx="461880" cy="200520"/>
            <a:chOff x="7772400" y="2895480"/>
            <a:chExt cx="461880" cy="200520"/>
          </a:xfrm>
        </p:grpSpPr>
        <p:sp>
          <p:nvSpPr>
            <p:cNvPr id="1028" name=""/>
            <p:cNvSpPr/>
            <p:nvPr/>
          </p:nvSpPr>
          <p:spPr>
            <a:xfrm>
              <a:off x="7772400" y="2911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9" name=""/>
            <p:cNvSpPr/>
            <p:nvPr/>
          </p:nvSpPr>
          <p:spPr>
            <a:xfrm>
              <a:off x="789660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0" name=""/>
          <p:cNvGrpSpPr/>
          <p:nvPr/>
        </p:nvGrpSpPr>
        <p:grpSpPr>
          <a:xfrm>
            <a:off x="5791320" y="3429000"/>
            <a:ext cx="461520" cy="200520"/>
            <a:chOff x="5791320" y="3429000"/>
            <a:chExt cx="461520" cy="200520"/>
          </a:xfrm>
        </p:grpSpPr>
        <p:sp>
          <p:nvSpPr>
            <p:cNvPr id="1031" name=""/>
            <p:cNvSpPr/>
            <p:nvPr/>
          </p:nvSpPr>
          <p:spPr>
            <a:xfrm>
              <a:off x="5791320" y="344484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2" name=""/>
            <p:cNvSpPr/>
            <p:nvPr/>
          </p:nvSpPr>
          <p:spPr>
            <a:xfrm>
              <a:off x="591516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3" name=""/>
          <p:cNvGrpSpPr/>
          <p:nvPr/>
        </p:nvGrpSpPr>
        <p:grpSpPr>
          <a:xfrm>
            <a:off x="2743200" y="3200400"/>
            <a:ext cx="461880" cy="200520"/>
            <a:chOff x="2743200" y="3200400"/>
            <a:chExt cx="461880" cy="200520"/>
          </a:xfrm>
        </p:grpSpPr>
        <p:sp>
          <p:nvSpPr>
            <p:cNvPr id="1034" name=""/>
            <p:cNvSpPr/>
            <p:nvPr/>
          </p:nvSpPr>
          <p:spPr>
            <a:xfrm>
              <a:off x="2743200" y="3216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5" name=""/>
            <p:cNvSpPr/>
            <p:nvPr/>
          </p:nvSpPr>
          <p:spPr>
            <a:xfrm>
              <a:off x="286740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6" name=""/>
          <p:cNvGrpSpPr/>
          <p:nvPr/>
        </p:nvGrpSpPr>
        <p:grpSpPr>
          <a:xfrm>
            <a:off x="4572000" y="6324480"/>
            <a:ext cx="461520" cy="200520"/>
            <a:chOff x="4572000" y="6324480"/>
            <a:chExt cx="461520" cy="200520"/>
          </a:xfrm>
        </p:grpSpPr>
        <p:sp>
          <p:nvSpPr>
            <p:cNvPr id="1037" name=""/>
            <p:cNvSpPr/>
            <p:nvPr/>
          </p:nvSpPr>
          <p:spPr>
            <a:xfrm>
              <a:off x="4572000" y="6340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8" name=""/>
            <p:cNvSpPr/>
            <p:nvPr/>
          </p:nvSpPr>
          <p:spPr>
            <a:xfrm>
              <a:off x="469584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9" name=""/>
          <p:cNvGrpSpPr/>
          <p:nvPr/>
        </p:nvGrpSpPr>
        <p:grpSpPr>
          <a:xfrm>
            <a:off x="2895480" y="1752480"/>
            <a:ext cx="461520" cy="200520"/>
            <a:chOff x="2895480" y="1752480"/>
            <a:chExt cx="461520" cy="200520"/>
          </a:xfrm>
        </p:grpSpPr>
        <p:sp>
          <p:nvSpPr>
            <p:cNvPr id="1040" name=""/>
            <p:cNvSpPr/>
            <p:nvPr/>
          </p:nvSpPr>
          <p:spPr>
            <a:xfrm>
              <a:off x="2895480" y="17683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1" name=""/>
            <p:cNvSpPr/>
            <p:nvPr/>
          </p:nvSpPr>
          <p:spPr>
            <a:xfrm>
              <a:off x="301932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42" name=""/>
          <p:cNvGrpSpPr/>
          <p:nvPr/>
        </p:nvGrpSpPr>
        <p:grpSpPr>
          <a:xfrm>
            <a:off x="4861080" y="5232240"/>
            <a:ext cx="466920" cy="200520"/>
            <a:chOff x="4861080" y="5232240"/>
            <a:chExt cx="466920" cy="200520"/>
          </a:xfrm>
        </p:grpSpPr>
        <p:sp>
          <p:nvSpPr>
            <p:cNvPr id="1043" name=""/>
            <p:cNvSpPr/>
            <p:nvPr/>
          </p:nvSpPr>
          <p:spPr>
            <a:xfrm>
              <a:off x="4861080" y="5246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4" name=""/>
            <p:cNvSpPr/>
            <p:nvPr/>
          </p:nvSpPr>
          <p:spPr>
            <a:xfrm>
              <a:off x="4990320" y="5232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45" name=""/>
          <p:cNvGrpSpPr/>
          <p:nvPr/>
        </p:nvGrpSpPr>
        <p:grpSpPr>
          <a:xfrm>
            <a:off x="5638680" y="1219320"/>
            <a:ext cx="461520" cy="200520"/>
            <a:chOff x="5638680" y="1219320"/>
            <a:chExt cx="461520" cy="200520"/>
          </a:xfrm>
        </p:grpSpPr>
        <p:sp>
          <p:nvSpPr>
            <p:cNvPr id="1046" name=""/>
            <p:cNvSpPr/>
            <p:nvPr/>
          </p:nvSpPr>
          <p:spPr>
            <a:xfrm>
              <a:off x="5638680" y="1233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7" name=""/>
            <p:cNvSpPr/>
            <p:nvPr/>
          </p:nvSpPr>
          <p:spPr>
            <a:xfrm>
              <a:off x="576252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48" name=""/>
          <p:cNvGrpSpPr/>
          <p:nvPr/>
        </p:nvGrpSpPr>
        <p:grpSpPr>
          <a:xfrm>
            <a:off x="4724280" y="1295280"/>
            <a:ext cx="461880" cy="200520"/>
            <a:chOff x="4724280" y="1295280"/>
            <a:chExt cx="461880" cy="200520"/>
          </a:xfrm>
        </p:grpSpPr>
        <p:sp>
          <p:nvSpPr>
            <p:cNvPr id="1049" name=""/>
            <p:cNvSpPr/>
            <p:nvPr/>
          </p:nvSpPr>
          <p:spPr>
            <a:xfrm>
              <a:off x="4724280" y="1309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0" name=""/>
            <p:cNvSpPr/>
            <p:nvPr/>
          </p:nvSpPr>
          <p:spPr>
            <a:xfrm>
              <a:off x="484848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51" name=""/>
          <p:cNvGrpSpPr/>
          <p:nvPr/>
        </p:nvGrpSpPr>
        <p:grpSpPr>
          <a:xfrm>
            <a:off x="3489480" y="6114960"/>
            <a:ext cx="468720" cy="200520"/>
            <a:chOff x="3489480" y="6114960"/>
            <a:chExt cx="468720" cy="200520"/>
          </a:xfrm>
        </p:grpSpPr>
        <p:sp>
          <p:nvSpPr>
            <p:cNvPr id="1052" name=""/>
            <p:cNvSpPr/>
            <p:nvPr/>
          </p:nvSpPr>
          <p:spPr>
            <a:xfrm>
              <a:off x="3489480" y="6130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3" name=""/>
            <p:cNvSpPr/>
            <p:nvPr/>
          </p:nvSpPr>
          <p:spPr>
            <a:xfrm>
              <a:off x="3620520" y="6114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54" name=""/>
          <p:cNvGrpSpPr/>
          <p:nvPr/>
        </p:nvGrpSpPr>
        <p:grpSpPr>
          <a:xfrm>
            <a:off x="3960720" y="1376280"/>
            <a:ext cx="469080" cy="200520"/>
            <a:chOff x="3960720" y="1376280"/>
            <a:chExt cx="469080" cy="200520"/>
          </a:xfrm>
        </p:grpSpPr>
        <p:sp>
          <p:nvSpPr>
            <p:cNvPr id="1055" name=""/>
            <p:cNvSpPr/>
            <p:nvPr/>
          </p:nvSpPr>
          <p:spPr>
            <a:xfrm>
              <a:off x="3960720" y="1390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6" name=""/>
            <p:cNvSpPr/>
            <p:nvPr/>
          </p:nvSpPr>
          <p:spPr>
            <a:xfrm>
              <a:off x="4092120" y="1376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57" name=""/>
          <p:cNvGrpSpPr/>
          <p:nvPr/>
        </p:nvGrpSpPr>
        <p:grpSpPr>
          <a:xfrm>
            <a:off x="5072040" y="4052880"/>
            <a:ext cx="468720" cy="200520"/>
            <a:chOff x="5072040" y="4052880"/>
            <a:chExt cx="468720" cy="200520"/>
          </a:xfrm>
        </p:grpSpPr>
        <p:sp>
          <p:nvSpPr>
            <p:cNvPr id="1058" name=""/>
            <p:cNvSpPr/>
            <p:nvPr/>
          </p:nvSpPr>
          <p:spPr>
            <a:xfrm>
              <a:off x="5072040" y="406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9" name=""/>
            <p:cNvSpPr/>
            <p:nvPr/>
          </p:nvSpPr>
          <p:spPr>
            <a:xfrm>
              <a:off x="5203080" y="40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0" name=""/>
          <p:cNvGrpSpPr/>
          <p:nvPr/>
        </p:nvGrpSpPr>
        <p:grpSpPr>
          <a:xfrm>
            <a:off x="5867280" y="2590920"/>
            <a:ext cx="461880" cy="200520"/>
            <a:chOff x="5867280" y="2590920"/>
            <a:chExt cx="461880" cy="200520"/>
          </a:xfrm>
        </p:grpSpPr>
        <p:sp>
          <p:nvSpPr>
            <p:cNvPr id="1061" name=""/>
            <p:cNvSpPr/>
            <p:nvPr/>
          </p:nvSpPr>
          <p:spPr>
            <a:xfrm>
              <a:off x="5867280" y="26067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2" name=""/>
            <p:cNvSpPr/>
            <p:nvPr/>
          </p:nvSpPr>
          <p:spPr>
            <a:xfrm>
              <a:off x="59914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3" name=""/>
          <p:cNvGrpSpPr/>
          <p:nvPr/>
        </p:nvGrpSpPr>
        <p:grpSpPr>
          <a:xfrm>
            <a:off x="457200" y="2743200"/>
            <a:ext cx="461520" cy="200520"/>
            <a:chOff x="457200" y="2743200"/>
            <a:chExt cx="461520" cy="200520"/>
          </a:xfrm>
        </p:grpSpPr>
        <p:sp>
          <p:nvSpPr>
            <p:cNvPr id="1064" name=""/>
            <p:cNvSpPr/>
            <p:nvPr/>
          </p:nvSpPr>
          <p:spPr>
            <a:xfrm>
              <a:off x="457200" y="2759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5" name=""/>
            <p:cNvSpPr/>
            <p:nvPr/>
          </p:nvSpPr>
          <p:spPr>
            <a:xfrm>
              <a:off x="58104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6" name=""/>
          <p:cNvGrpSpPr/>
          <p:nvPr/>
        </p:nvGrpSpPr>
        <p:grpSpPr>
          <a:xfrm>
            <a:off x="2971800" y="4800600"/>
            <a:ext cx="461520" cy="200520"/>
            <a:chOff x="2971800" y="4800600"/>
            <a:chExt cx="461520" cy="200520"/>
          </a:xfrm>
        </p:grpSpPr>
        <p:sp>
          <p:nvSpPr>
            <p:cNvPr id="1067" name=""/>
            <p:cNvSpPr/>
            <p:nvPr/>
          </p:nvSpPr>
          <p:spPr>
            <a:xfrm>
              <a:off x="2971800" y="48164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8" name=""/>
            <p:cNvSpPr/>
            <p:nvPr/>
          </p:nvSpPr>
          <p:spPr>
            <a:xfrm>
              <a:off x="3095640" y="4800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9" name=""/>
          <p:cNvGrpSpPr/>
          <p:nvPr/>
        </p:nvGrpSpPr>
        <p:grpSpPr>
          <a:xfrm>
            <a:off x="5086440" y="5796000"/>
            <a:ext cx="468720" cy="200520"/>
            <a:chOff x="5086440" y="5796000"/>
            <a:chExt cx="468720" cy="200520"/>
          </a:xfrm>
        </p:grpSpPr>
        <p:sp>
          <p:nvSpPr>
            <p:cNvPr id="1070" name=""/>
            <p:cNvSpPr/>
            <p:nvPr/>
          </p:nvSpPr>
          <p:spPr>
            <a:xfrm>
              <a:off x="5086440" y="5810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1" name=""/>
            <p:cNvSpPr/>
            <p:nvPr/>
          </p:nvSpPr>
          <p:spPr>
            <a:xfrm>
              <a:off x="5217480" y="579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72" name=""/>
          <p:cNvGrpSpPr/>
          <p:nvPr/>
        </p:nvGrpSpPr>
        <p:grpSpPr>
          <a:xfrm>
            <a:off x="3619440" y="3870360"/>
            <a:ext cx="467280" cy="200520"/>
            <a:chOff x="3619440" y="3870360"/>
            <a:chExt cx="467280" cy="200520"/>
          </a:xfrm>
        </p:grpSpPr>
        <p:sp>
          <p:nvSpPr>
            <p:cNvPr id="1073" name=""/>
            <p:cNvSpPr/>
            <p:nvPr/>
          </p:nvSpPr>
          <p:spPr>
            <a:xfrm>
              <a:off x="3619440" y="38847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4" name=""/>
            <p:cNvSpPr/>
            <p:nvPr/>
          </p:nvSpPr>
          <p:spPr>
            <a:xfrm>
              <a:off x="3749040" y="3870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75" name=""/>
          <p:cNvGrpSpPr/>
          <p:nvPr/>
        </p:nvGrpSpPr>
        <p:grpSpPr>
          <a:xfrm>
            <a:off x="5405400" y="1752480"/>
            <a:ext cx="459720" cy="200520"/>
            <a:chOff x="5405400" y="1752480"/>
            <a:chExt cx="459720" cy="200520"/>
          </a:xfrm>
        </p:grpSpPr>
        <p:sp>
          <p:nvSpPr>
            <p:cNvPr id="1076" name=""/>
            <p:cNvSpPr/>
            <p:nvPr/>
          </p:nvSpPr>
          <p:spPr>
            <a:xfrm>
              <a:off x="5405400" y="17683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7" name=""/>
            <p:cNvSpPr/>
            <p:nvPr/>
          </p:nvSpPr>
          <p:spPr>
            <a:xfrm>
              <a:off x="552744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78" name=""/>
          <p:cNvGrpSpPr/>
          <p:nvPr/>
        </p:nvGrpSpPr>
        <p:grpSpPr>
          <a:xfrm>
            <a:off x="3716280" y="2554200"/>
            <a:ext cx="467280" cy="200520"/>
            <a:chOff x="3716280" y="2554200"/>
            <a:chExt cx="467280" cy="200520"/>
          </a:xfrm>
        </p:grpSpPr>
        <p:sp>
          <p:nvSpPr>
            <p:cNvPr id="1079" name=""/>
            <p:cNvSpPr/>
            <p:nvPr/>
          </p:nvSpPr>
          <p:spPr>
            <a:xfrm>
              <a:off x="3716280" y="25700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0" name=""/>
            <p:cNvSpPr/>
            <p:nvPr/>
          </p:nvSpPr>
          <p:spPr>
            <a:xfrm>
              <a:off x="3845880" y="2554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81" name="Rounded Rectangle 1080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1082" name="Oval 1081"/>
          <p:cNvSpPr/>
          <p:nvPr/>
        </p:nvSpPr>
        <p:spPr>
          <a:xfrm>
            <a:off x="1328662" y="59829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Oval 1082"/>
          <p:cNvSpPr/>
          <p:nvPr/>
        </p:nvSpPr>
        <p:spPr>
          <a:xfrm>
            <a:off x="1358662" y="60129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084" name="Rounded Rectangle 1083"/>
          <p:cNvSpPr/>
          <p:nvPr/>
        </p:nvSpPr>
        <p:spPr>
          <a:xfrm>
            <a:off x="1528662" y="59979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085" name="Oval 1084"/>
          <p:cNvSpPr/>
          <p:nvPr/>
        </p:nvSpPr>
        <p:spPr>
          <a:xfrm>
            <a:off x="3462382" y="7636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Oval 1085"/>
          <p:cNvSpPr/>
          <p:nvPr/>
        </p:nvSpPr>
        <p:spPr>
          <a:xfrm>
            <a:off x="3492382" y="7936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087" name="Rounded Rectangle 1086"/>
          <p:cNvSpPr/>
          <p:nvPr/>
        </p:nvSpPr>
        <p:spPr>
          <a:xfrm>
            <a:off x="3662382" y="7786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088" name="Oval 1087"/>
          <p:cNvSpPr/>
          <p:nvPr/>
        </p:nvSpPr>
        <p:spPr>
          <a:xfrm>
            <a:off x="7720821" y="28597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xfrm>
            <a:off x="7750821" y="28897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090" name="Rounded Rectangle 1089"/>
          <p:cNvSpPr/>
          <p:nvPr/>
        </p:nvSpPr>
        <p:spPr>
          <a:xfrm>
            <a:off x="7920821" y="28747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091" name="Oval 1090"/>
          <p:cNvSpPr/>
          <p:nvPr/>
        </p:nvSpPr>
        <p:spPr>
          <a:xfrm>
            <a:off x="5739742" y="33921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Oval 1091"/>
          <p:cNvSpPr/>
          <p:nvPr/>
        </p:nvSpPr>
        <p:spPr>
          <a:xfrm>
            <a:off x="5769742" y="34221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093" name="Rounded Rectangle 1092"/>
          <p:cNvSpPr/>
          <p:nvPr/>
        </p:nvSpPr>
        <p:spPr>
          <a:xfrm>
            <a:off x="5939742" y="34071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094" name="Oval 1093"/>
          <p:cNvSpPr/>
          <p:nvPr/>
        </p:nvSpPr>
        <p:spPr>
          <a:xfrm>
            <a:off x="2691624" y="316466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Oval 1094"/>
          <p:cNvSpPr/>
          <p:nvPr/>
        </p:nvSpPr>
        <p:spPr>
          <a:xfrm>
            <a:off x="2721624" y="319466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096" name="Rounded Rectangle 1095"/>
          <p:cNvSpPr/>
          <p:nvPr/>
        </p:nvSpPr>
        <p:spPr>
          <a:xfrm>
            <a:off x="2891624" y="317966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097" name="Oval 1096"/>
          <p:cNvSpPr/>
          <p:nvPr/>
        </p:nvSpPr>
        <p:spPr>
          <a:xfrm>
            <a:off x="4520421" y="62891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xfrm>
            <a:off x="4550421" y="63191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099" name="Rounded Rectangle 1098"/>
          <p:cNvSpPr/>
          <p:nvPr/>
        </p:nvSpPr>
        <p:spPr>
          <a:xfrm>
            <a:off x="4720421" y="63041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100" name="Oval 1099"/>
          <p:cNvSpPr/>
          <p:nvPr/>
        </p:nvSpPr>
        <p:spPr>
          <a:xfrm>
            <a:off x="2843905" y="17158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Oval 1100"/>
          <p:cNvSpPr/>
          <p:nvPr/>
        </p:nvSpPr>
        <p:spPr>
          <a:xfrm>
            <a:off x="2873905" y="17458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102" name="Rounded Rectangle 1101"/>
          <p:cNvSpPr/>
          <p:nvPr/>
        </p:nvSpPr>
        <p:spPr>
          <a:xfrm>
            <a:off x="3043905" y="17308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103" name="Oval 1102"/>
          <p:cNvSpPr/>
          <p:nvPr/>
        </p:nvSpPr>
        <p:spPr>
          <a:xfrm>
            <a:off x="4808605" y="519506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xfrm>
            <a:off x="4838605" y="522506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105" name="Rounded Rectangle 1104"/>
          <p:cNvSpPr/>
          <p:nvPr/>
        </p:nvSpPr>
        <p:spPr>
          <a:xfrm>
            <a:off x="5008605" y="521006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106" name="Oval 1105"/>
          <p:cNvSpPr/>
          <p:nvPr/>
        </p:nvSpPr>
        <p:spPr>
          <a:xfrm>
            <a:off x="5587101" y="11817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xfrm>
            <a:off x="5617101" y="12117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108" name="Rounded Rectangle 1107"/>
          <p:cNvSpPr/>
          <p:nvPr/>
        </p:nvSpPr>
        <p:spPr>
          <a:xfrm>
            <a:off x="5787101" y="11967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109" name="Oval 1108"/>
          <p:cNvSpPr/>
          <p:nvPr/>
        </p:nvSpPr>
        <p:spPr>
          <a:xfrm>
            <a:off x="4672703" y="12581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Oval 1109"/>
          <p:cNvSpPr/>
          <p:nvPr/>
        </p:nvSpPr>
        <p:spPr>
          <a:xfrm>
            <a:off x="4702703" y="12881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111" name="Rounded Rectangle 1110"/>
          <p:cNvSpPr/>
          <p:nvPr/>
        </p:nvSpPr>
        <p:spPr>
          <a:xfrm>
            <a:off x="4872703" y="12731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112" name="Oval 1111"/>
          <p:cNvSpPr/>
          <p:nvPr/>
        </p:nvSpPr>
        <p:spPr>
          <a:xfrm>
            <a:off x="3437904" y="60792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Oval 1112"/>
          <p:cNvSpPr/>
          <p:nvPr/>
        </p:nvSpPr>
        <p:spPr>
          <a:xfrm>
            <a:off x="3467904" y="61092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114" name="Rounded Rectangle 1113"/>
          <p:cNvSpPr/>
          <p:nvPr/>
        </p:nvSpPr>
        <p:spPr>
          <a:xfrm>
            <a:off x="3637904" y="60942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115" name="Oval 1114"/>
          <p:cNvSpPr/>
          <p:nvPr/>
        </p:nvSpPr>
        <p:spPr>
          <a:xfrm>
            <a:off x="3909141" y="133909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Oval 1115"/>
          <p:cNvSpPr/>
          <p:nvPr/>
        </p:nvSpPr>
        <p:spPr>
          <a:xfrm>
            <a:off x="3939141" y="136909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117" name="Rounded Rectangle 1116"/>
          <p:cNvSpPr/>
          <p:nvPr/>
        </p:nvSpPr>
        <p:spPr>
          <a:xfrm>
            <a:off x="4109141" y="135409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118" name="Oval 1117"/>
          <p:cNvSpPr/>
          <p:nvPr/>
        </p:nvSpPr>
        <p:spPr>
          <a:xfrm>
            <a:off x="5020460" y="40171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xfrm>
            <a:off x="5050460" y="40471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120" name="Rounded Rectangle 1119"/>
          <p:cNvSpPr/>
          <p:nvPr/>
        </p:nvSpPr>
        <p:spPr>
          <a:xfrm>
            <a:off x="5220460" y="40321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121" name="Oval 1120"/>
          <p:cNvSpPr/>
          <p:nvPr/>
        </p:nvSpPr>
        <p:spPr>
          <a:xfrm>
            <a:off x="5815703" y="25544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Oval 1121"/>
          <p:cNvSpPr/>
          <p:nvPr/>
        </p:nvSpPr>
        <p:spPr>
          <a:xfrm>
            <a:off x="5845703" y="25844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123" name="Rounded Rectangle 1122"/>
          <p:cNvSpPr/>
          <p:nvPr/>
        </p:nvSpPr>
        <p:spPr>
          <a:xfrm>
            <a:off x="6015703" y="25694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124" name="Oval 1123"/>
          <p:cNvSpPr/>
          <p:nvPr/>
        </p:nvSpPr>
        <p:spPr>
          <a:xfrm>
            <a:off x="405623" y="27074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Oval 1124"/>
          <p:cNvSpPr/>
          <p:nvPr/>
        </p:nvSpPr>
        <p:spPr>
          <a:xfrm>
            <a:off x="435623" y="27374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126" name="Rounded Rectangle 1125"/>
          <p:cNvSpPr/>
          <p:nvPr/>
        </p:nvSpPr>
        <p:spPr>
          <a:xfrm>
            <a:off x="605623" y="27224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127" name="Oval 1126"/>
          <p:cNvSpPr/>
          <p:nvPr/>
        </p:nvSpPr>
        <p:spPr>
          <a:xfrm>
            <a:off x="2920225" y="476395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Oval 1127"/>
          <p:cNvSpPr/>
          <p:nvPr/>
        </p:nvSpPr>
        <p:spPr>
          <a:xfrm>
            <a:off x="2950225" y="479395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129" name="Rounded Rectangle 1128"/>
          <p:cNvSpPr/>
          <p:nvPr/>
        </p:nvSpPr>
        <p:spPr>
          <a:xfrm>
            <a:off x="3120225" y="477895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130" name="Oval 1129"/>
          <p:cNvSpPr/>
          <p:nvPr/>
        </p:nvSpPr>
        <p:spPr>
          <a:xfrm>
            <a:off x="5034861" y="57588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Oval 1130"/>
          <p:cNvSpPr/>
          <p:nvPr/>
        </p:nvSpPr>
        <p:spPr>
          <a:xfrm>
            <a:off x="5064861" y="57888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132" name="Rounded Rectangle 1131"/>
          <p:cNvSpPr/>
          <p:nvPr/>
        </p:nvSpPr>
        <p:spPr>
          <a:xfrm>
            <a:off x="5234861" y="57738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133" name="Oval 1132"/>
          <p:cNvSpPr/>
          <p:nvPr/>
        </p:nvSpPr>
        <p:spPr>
          <a:xfrm>
            <a:off x="3567144" y="38331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Oval 1133"/>
          <p:cNvSpPr/>
          <p:nvPr/>
        </p:nvSpPr>
        <p:spPr>
          <a:xfrm>
            <a:off x="3597144" y="38631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135" name="Rounded Rectangle 1134"/>
          <p:cNvSpPr/>
          <p:nvPr/>
        </p:nvSpPr>
        <p:spPr>
          <a:xfrm>
            <a:off x="3767144" y="38481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136" name="Oval 1135"/>
          <p:cNvSpPr/>
          <p:nvPr/>
        </p:nvSpPr>
        <p:spPr>
          <a:xfrm>
            <a:off x="5352923" y="17167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Oval 1136"/>
          <p:cNvSpPr/>
          <p:nvPr/>
        </p:nvSpPr>
        <p:spPr>
          <a:xfrm>
            <a:off x="5382923" y="17467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138" name="Rounded Rectangle 1137"/>
          <p:cNvSpPr/>
          <p:nvPr/>
        </p:nvSpPr>
        <p:spPr>
          <a:xfrm>
            <a:off x="5552923" y="17317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139" name="Oval 1138"/>
          <p:cNvSpPr/>
          <p:nvPr/>
        </p:nvSpPr>
        <p:spPr>
          <a:xfrm>
            <a:off x="3663985" y="25184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xfrm>
            <a:off x="3693985" y="25484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141" name="Rounded Rectangle 1140"/>
          <p:cNvSpPr/>
          <p:nvPr/>
        </p:nvSpPr>
        <p:spPr>
          <a:xfrm>
            <a:off x="3863985" y="25334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"/>
          <p:cNvSpPr/>
          <p:nvPr/>
        </p:nvSpPr>
        <p:spPr>
          <a:xfrm>
            <a:off x="3142080" y="50760"/>
            <a:ext cx="28598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11: LIRF | RWY 16C | STAR LAT3A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"/>
          <p:cNvSpPr/>
          <p:nvPr/>
        </p:nvSpPr>
        <p:spPr>
          <a:xfrm flipH="1" flipV="1">
            <a:off x="4765680" y="3419280"/>
            <a:ext cx="1952640" cy="1950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"/>
          <p:cNvSpPr/>
          <p:nvPr/>
        </p:nvSpPr>
        <p:spPr>
          <a:xfrm flipH="1" flipV="1">
            <a:off x="2985840" y="1639800"/>
            <a:ext cx="1779480" cy="1779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"/>
          <p:cNvSpPr/>
          <p:nvPr/>
        </p:nvSpPr>
        <p:spPr>
          <a:xfrm flipH="1">
            <a:off x="2425320" y="1639800"/>
            <a:ext cx="560520" cy="181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"/>
          <p:cNvSpPr/>
          <p:nvPr/>
        </p:nvSpPr>
        <p:spPr>
          <a:xfrm>
            <a:off x="2425680" y="1820880"/>
            <a:ext cx="131760" cy="401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"/>
          <p:cNvSpPr/>
          <p:nvPr/>
        </p:nvSpPr>
        <p:spPr>
          <a:xfrm>
            <a:off x="2557440" y="2222640"/>
            <a:ext cx="165240" cy="482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"/>
          <p:cNvSpPr/>
          <p:nvPr/>
        </p:nvSpPr>
        <p:spPr>
          <a:xfrm>
            <a:off x="2722680" y="2705040"/>
            <a:ext cx="187200" cy="544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88" name=""/>
          <p:cNvGrpSpPr/>
          <p:nvPr/>
        </p:nvGrpSpPr>
        <p:grpSpPr>
          <a:xfrm>
            <a:off x="6654960" y="5307120"/>
            <a:ext cx="505800" cy="200520"/>
            <a:chOff x="6654960" y="5307120"/>
            <a:chExt cx="505800" cy="200520"/>
          </a:xfrm>
        </p:grpSpPr>
        <p:sp>
          <p:nvSpPr>
            <p:cNvPr id="1089" name=""/>
            <p:cNvSpPr/>
            <p:nvPr/>
          </p:nvSpPr>
          <p:spPr>
            <a:xfrm>
              <a:off x="6654960" y="5307120"/>
              <a:ext cx="12672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0" name=""/>
            <p:cNvSpPr/>
            <p:nvPr/>
          </p:nvSpPr>
          <p:spPr>
            <a:xfrm>
              <a:off x="6809400" y="5307120"/>
              <a:ext cx="351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LAT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1" name=""/>
          <p:cNvGrpSpPr/>
          <p:nvPr/>
        </p:nvGrpSpPr>
        <p:grpSpPr>
          <a:xfrm>
            <a:off x="4714920" y="3355920"/>
            <a:ext cx="498240" cy="200520"/>
            <a:chOff x="4714920" y="3355920"/>
            <a:chExt cx="498240" cy="200520"/>
          </a:xfrm>
        </p:grpSpPr>
        <p:sp>
          <p:nvSpPr>
            <p:cNvPr id="1092" name=""/>
            <p:cNvSpPr/>
            <p:nvPr/>
          </p:nvSpPr>
          <p:spPr>
            <a:xfrm>
              <a:off x="4714920" y="33685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3" name=""/>
            <p:cNvSpPr/>
            <p:nvPr/>
          </p:nvSpPr>
          <p:spPr>
            <a:xfrm>
              <a:off x="4826520" y="335592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ROM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4" name=""/>
          <p:cNvGrpSpPr/>
          <p:nvPr/>
        </p:nvGrpSpPr>
        <p:grpSpPr>
          <a:xfrm>
            <a:off x="2935440" y="1576440"/>
            <a:ext cx="497880" cy="200520"/>
            <a:chOff x="2935440" y="1576440"/>
            <a:chExt cx="497880" cy="200520"/>
          </a:xfrm>
        </p:grpSpPr>
        <p:sp>
          <p:nvSpPr>
            <p:cNvPr id="1095" name=""/>
            <p:cNvSpPr/>
            <p:nvPr/>
          </p:nvSpPr>
          <p:spPr>
            <a:xfrm>
              <a:off x="2935440" y="158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6" name=""/>
            <p:cNvSpPr/>
            <p:nvPr/>
          </p:nvSpPr>
          <p:spPr>
            <a:xfrm>
              <a:off x="3046680" y="157644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7" name=""/>
          <p:cNvGrpSpPr/>
          <p:nvPr/>
        </p:nvGrpSpPr>
        <p:grpSpPr>
          <a:xfrm>
            <a:off x="2374920" y="1757520"/>
            <a:ext cx="562320" cy="200520"/>
            <a:chOff x="2374920" y="1757520"/>
            <a:chExt cx="562320" cy="200520"/>
          </a:xfrm>
        </p:grpSpPr>
        <p:sp>
          <p:nvSpPr>
            <p:cNvPr id="1098" name=""/>
            <p:cNvSpPr/>
            <p:nvPr/>
          </p:nvSpPr>
          <p:spPr>
            <a:xfrm>
              <a:off x="2374920" y="1770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9" name=""/>
            <p:cNvSpPr/>
            <p:nvPr/>
          </p:nvSpPr>
          <p:spPr>
            <a:xfrm>
              <a:off x="2473200" y="175752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MIKSO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00" name=""/>
          <p:cNvGrpSpPr/>
          <p:nvPr/>
        </p:nvGrpSpPr>
        <p:grpSpPr>
          <a:xfrm>
            <a:off x="2506680" y="2158920"/>
            <a:ext cx="545760" cy="200520"/>
            <a:chOff x="2506680" y="2158920"/>
            <a:chExt cx="545760" cy="200520"/>
          </a:xfrm>
        </p:grpSpPr>
        <p:sp>
          <p:nvSpPr>
            <p:cNvPr id="1101" name=""/>
            <p:cNvSpPr/>
            <p:nvPr/>
          </p:nvSpPr>
          <p:spPr>
            <a:xfrm>
              <a:off x="2506680" y="2171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2" name=""/>
            <p:cNvSpPr/>
            <p:nvPr/>
          </p:nvSpPr>
          <p:spPr>
            <a:xfrm>
              <a:off x="2621880" y="215892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CI16C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03" name=""/>
          <p:cNvGrpSpPr/>
          <p:nvPr/>
        </p:nvGrpSpPr>
        <p:grpSpPr>
          <a:xfrm>
            <a:off x="2682720" y="2641680"/>
            <a:ext cx="519840" cy="200520"/>
            <a:chOff x="2682720" y="2641680"/>
            <a:chExt cx="519840" cy="200520"/>
          </a:xfrm>
        </p:grpSpPr>
        <p:sp>
          <p:nvSpPr>
            <p:cNvPr id="1104" name=""/>
            <p:cNvSpPr/>
            <p:nvPr/>
          </p:nvSpPr>
          <p:spPr>
            <a:xfrm>
              <a:off x="2682720" y="266400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5" name=""/>
            <p:cNvSpPr/>
            <p:nvPr/>
          </p:nvSpPr>
          <p:spPr>
            <a:xfrm>
              <a:off x="2782440" y="264168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FI16C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06" name=""/>
          <p:cNvGrpSpPr/>
          <p:nvPr/>
        </p:nvGrpSpPr>
        <p:grpSpPr>
          <a:xfrm>
            <a:off x="2846520" y="3186000"/>
            <a:ext cx="600480" cy="200520"/>
            <a:chOff x="2846520" y="3186000"/>
            <a:chExt cx="600480" cy="200520"/>
          </a:xfrm>
        </p:grpSpPr>
        <p:sp>
          <p:nvSpPr>
            <p:cNvPr id="1107" name=""/>
            <p:cNvSpPr/>
            <p:nvPr/>
          </p:nvSpPr>
          <p:spPr>
            <a:xfrm>
              <a:off x="2846520" y="3186000"/>
              <a:ext cx="12672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8" name=""/>
            <p:cNvSpPr/>
            <p:nvPr/>
          </p:nvSpPr>
          <p:spPr>
            <a:xfrm>
              <a:off x="2957040" y="318600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RW16C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09" name=""/>
          <p:cNvGrpSpPr/>
          <p:nvPr/>
        </p:nvGrpSpPr>
        <p:grpSpPr>
          <a:xfrm>
            <a:off x="6553080" y="6400800"/>
            <a:ext cx="479160" cy="200520"/>
            <a:chOff x="6553080" y="6400800"/>
            <a:chExt cx="479160" cy="200520"/>
          </a:xfrm>
        </p:grpSpPr>
        <p:sp>
          <p:nvSpPr>
            <p:cNvPr id="1110" name=""/>
            <p:cNvSpPr/>
            <p:nvPr/>
          </p:nvSpPr>
          <p:spPr>
            <a:xfrm>
              <a:off x="6553080" y="640692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1" name=""/>
            <p:cNvSpPr/>
            <p:nvPr/>
          </p:nvSpPr>
          <p:spPr>
            <a:xfrm>
              <a:off x="669456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12" name=""/>
          <p:cNvGrpSpPr/>
          <p:nvPr/>
        </p:nvGrpSpPr>
        <p:grpSpPr>
          <a:xfrm>
            <a:off x="3809880" y="3657600"/>
            <a:ext cx="479160" cy="200520"/>
            <a:chOff x="3809880" y="3657600"/>
            <a:chExt cx="479160" cy="200520"/>
          </a:xfrm>
        </p:grpSpPr>
        <p:sp>
          <p:nvSpPr>
            <p:cNvPr id="1113" name=""/>
            <p:cNvSpPr/>
            <p:nvPr/>
          </p:nvSpPr>
          <p:spPr>
            <a:xfrm>
              <a:off x="3809880" y="366372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4" name=""/>
            <p:cNvSpPr/>
            <p:nvPr/>
          </p:nvSpPr>
          <p:spPr>
            <a:xfrm>
              <a:off x="395136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15" name=""/>
          <p:cNvGrpSpPr/>
          <p:nvPr/>
        </p:nvGrpSpPr>
        <p:grpSpPr>
          <a:xfrm>
            <a:off x="1981080" y="1676520"/>
            <a:ext cx="461520" cy="200520"/>
            <a:chOff x="1981080" y="1676520"/>
            <a:chExt cx="461520" cy="200520"/>
          </a:xfrm>
        </p:grpSpPr>
        <p:sp>
          <p:nvSpPr>
            <p:cNvPr id="1116" name=""/>
            <p:cNvSpPr/>
            <p:nvPr/>
          </p:nvSpPr>
          <p:spPr>
            <a:xfrm>
              <a:off x="1981080" y="1692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7" name=""/>
            <p:cNvSpPr/>
            <p:nvPr/>
          </p:nvSpPr>
          <p:spPr>
            <a:xfrm>
              <a:off x="2104920" y="16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18" name=""/>
          <p:cNvGrpSpPr/>
          <p:nvPr/>
        </p:nvGrpSpPr>
        <p:grpSpPr>
          <a:xfrm>
            <a:off x="8229600" y="3200400"/>
            <a:ext cx="460080" cy="200520"/>
            <a:chOff x="8229600" y="3200400"/>
            <a:chExt cx="460080" cy="200520"/>
          </a:xfrm>
        </p:grpSpPr>
        <p:sp>
          <p:nvSpPr>
            <p:cNvPr id="1119" name=""/>
            <p:cNvSpPr/>
            <p:nvPr/>
          </p:nvSpPr>
          <p:spPr>
            <a:xfrm>
              <a:off x="8229600" y="321624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0" name=""/>
            <p:cNvSpPr/>
            <p:nvPr/>
          </p:nvSpPr>
          <p:spPr>
            <a:xfrm>
              <a:off x="835200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21" name=""/>
          <p:cNvGrpSpPr/>
          <p:nvPr/>
        </p:nvGrpSpPr>
        <p:grpSpPr>
          <a:xfrm>
            <a:off x="457200" y="5562720"/>
            <a:ext cx="461520" cy="200520"/>
            <a:chOff x="457200" y="5562720"/>
            <a:chExt cx="461520" cy="200520"/>
          </a:xfrm>
        </p:grpSpPr>
        <p:sp>
          <p:nvSpPr>
            <p:cNvPr id="1122" name=""/>
            <p:cNvSpPr/>
            <p:nvPr/>
          </p:nvSpPr>
          <p:spPr>
            <a:xfrm>
              <a:off x="457200" y="55785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3" name=""/>
            <p:cNvSpPr/>
            <p:nvPr/>
          </p:nvSpPr>
          <p:spPr>
            <a:xfrm>
              <a:off x="58104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24" name=""/>
          <p:cNvGrpSpPr/>
          <p:nvPr/>
        </p:nvGrpSpPr>
        <p:grpSpPr>
          <a:xfrm>
            <a:off x="2209680" y="4038480"/>
            <a:ext cx="461520" cy="200520"/>
            <a:chOff x="2209680" y="4038480"/>
            <a:chExt cx="461520" cy="200520"/>
          </a:xfrm>
        </p:grpSpPr>
        <p:sp>
          <p:nvSpPr>
            <p:cNvPr id="1125" name=""/>
            <p:cNvSpPr/>
            <p:nvPr/>
          </p:nvSpPr>
          <p:spPr>
            <a:xfrm>
              <a:off x="2209680" y="4054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6" name=""/>
            <p:cNvSpPr/>
            <p:nvPr/>
          </p:nvSpPr>
          <p:spPr>
            <a:xfrm>
              <a:off x="233352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27" name=""/>
          <p:cNvGrpSpPr/>
          <p:nvPr/>
        </p:nvGrpSpPr>
        <p:grpSpPr>
          <a:xfrm>
            <a:off x="2801880" y="5178600"/>
            <a:ext cx="468720" cy="200520"/>
            <a:chOff x="2801880" y="5178600"/>
            <a:chExt cx="468720" cy="200520"/>
          </a:xfrm>
        </p:grpSpPr>
        <p:sp>
          <p:nvSpPr>
            <p:cNvPr id="1128" name=""/>
            <p:cNvSpPr/>
            <p:nvPr/>
          </p:nvSpPr>
          <p:spPr>
            <a:xfrm>
              <a:off x="2801880" y="5192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9" name=""/>
            <p:cNvSpPr/>
            <p:nvPr/>
          </p:nvSpPr>
          <p:spPr>
            <a:xfrm>
              <a:off x="2932920" y="5178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30" name=""/>
          <p:cNvGrpSpPr/>
          <p:nvPr/>
        </p:nvGrpSpPr>
        <p:grpSpPr>
          <a:xfrm>
            <a:off x="1295280" y="1828800"/>
            <a:ext cx="461880" cy="200520"/>
            <a:chOff x="1295280" y="1828800"/>
            <a:chExt cx="461880" cy="200520"/>
          </a:xfrm>
        </p:grpSpPr>
        <p:sp>
          <p:nvSpPr>
            <p:cNvPr id="1131" name=""/>
            <p:cNvSpPr/>
            <p:nvPr/>
          </p:nvSpPr>
          <p:spPr>
            <a:xfrm>
              <a:off x="1295280" y="18428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2" name=""/>
            <p:cNvSpPr/>
            <p:nvPr/>
          </p:nvSpPr>
          <p:spPr>
            <a:xfrm>
              <a:off x="141948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33" name=""/>
          <p:cNvGrpSpPr/>
          <p:nvPr/>
        </p:nvGrpSpPr>
        <p:grpSpPr>
          <a:xfrm>
            <a:off x="6245280" y="3859200"/>
            <a:ext cx="468720" cy="200520"/>
            <a:chOff x="6245280" y="3859200"/>
            <a:chExt cx="468720" cy="200520"/>
          </a:xfrm>
        </p:grpSpPr>
        <p:sp>
          <p:nvSpPr>
            <p:cNvPr id="1134" name=""/>
            <p:cNvSpPr/>
            <p:nvPr/>
          </p:nvSpPr>
          <p:spPr>
            <a:xfrm>
              <a:off x="6245280" y="3873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5" name=""/>
            <p:cNvSpPr/>
            <p:nvPr/>
          </p:nvSpPr>
          <p:spPr>
            <a:xfrm>
              <a:off x="6376320" y="385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36" name=""/>
          <p:cNvGrpSpPr/>
          <p:nvPr/>
        </p:nvGrpSpPr>
        <p:grpSpPr>
          <a:xfrm>
            <a:off x="4510080" y="4719600"/>
            <a:ext cx="468720" cy="200520"/>
            <a:chOff x="4510080" y="4719600"/>
            <a:chExt cx="468720" cy="200520"/>
          </a:xfrm>
        </p:grpSpPr>
        <p:sp>
          <p:nvSpPr>
            <p:cNvPr id="1137" name=""/>
            <p:cNvSpPr/>
            <p:nvPr/>
          </p:nvSpPr>
          <p:spPr>
            <a:xfrm>
              <a:off x="4510080" y="47354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8" name=""/>
            <p:cNvSpPr/>
            <p:nvPr/>
          </p:nvSpPr>
          <p:spPr>
            <a:xfrm>
              <a:off x="4641120" y="4719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39" name=""/>
          <p:cNvGrpSpPr/>
          <p:nvPr/>
        </p:nvGrpSpPr>
        <p:grpSpPr>
          <a:xfrm>
            <a:off x="5396040" y="6029280"/>
            <a:ext cx="468720" cy="200520"/>
            <a:chOff x="5396040" y="6029280"/>
            <a:chExt cx="468720" cy="200520"/>
          </a:xfrm>
        </p:grpSpPr>
        <p:sp>
          <p:nvSpPr>
            <p:cNvPr id="1140" name=""/>
            <p:cNvSpPr/>
            <p:nvPr/>
          </p:nvSpPr>
          <p:spPr>
            <a:xfrm>
              <a:off x="5396040" y="6045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1" name=""/>
            <p:cNvSpPr/>
            <p:nvPr/>
          </p:nvSpPr>
          <p:spPr>
            <a:xfrm>
              <a:off x="5527080" y="6029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42" name=""/>
          <p:cNvGrpSpPr/>
          <p:nvPr/>
        </p:nvGrpSpPr>
        <p:grpSpPr>
          <a:xfrm>
            <a:off x="4081320" y="880920"/>
            <a:ext cx="467280" cy="200520"/>
            <a:chOff x="4081320" y="880920"/>
            <a:chExt cx="467280" cy="200520"/>
          </a:xfrm>
        </p:grpSpPr>
        <p:sp>
          <p:nvSpPr>
            <p:cNvPr id="1143" name=""/>
            <p:cNvSpPr/>
            <p:nvPr/>
          </p:nvSpPr>
          <p:spPr>
            <a:xfrm>
              <a:off x="4081320" y="89676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4" name=""/>
            <p:cNvSpPr/>
            <p:nvPr/>
          </p:nvSpPr>
          <p:spPr>
            <a:xfrm>
              <a:off x="4210920" y="88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45" name=""/>
          <p:cNvGrpSpPr/>
          <p:nvPr/>
        </p:nvGrpSpPr>
        <p:grpSpPr>
          <a:xfrm>
            <a:off x="2666880" y="1447920"/>
            <a:ext cx="461880" cy="200520"/>
            <a:chOff x="2666880" y="1447920"/>
            <a:chExt cx="461880" cy="200520"/>
          </a:xfrm>
        </p:grpSpPr>
        <p:sp>
          <p:nvSpPr>
            <p:cNvPr id="1146" name=""/>
            <p:cNvSpPr/>
            <p:nvPr/>
          </p:nvSpPr>
          <p:spPr>
            <a:xfrm>
              <a:off x="2666880" y="1463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7" name=""/>
            <p:cNvSpPr/>
            <p:nvPr/>
          </p:nvSpPr>
          <p:spPr>
            <a:xfrm>
              <a:off x="279108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48" name=""/>
          <p:cNvGrpSpPr/>
          <p:nvPr/>
        </p:nvGrpSpPr>
        <p:grpSpPr>
          <a:xfrm>
            <a:off x="2590920" y="762120"/>
            <a:ext cx="461160" cy="200520"/>
            <a:chOff x="2590920" y="762120"/>
            <a:chExt cx="461160" cy="200520"/>
          </a:xfrm>
        </p:grpSpPr>
        <p:sp>
          <p:nvSpPr>
            <p:cNvPr id="1149" name=""/>
            <p:cNvSpPr/>
            <p:nvPr/>
          </p:nvSpPr>
          <p:spPr>
            <a:xfrm>
              <a:off x="2590920" y="77796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0" name=""/>
            <p:cNvSpPr/>
            <p:nvPr/>
          </p:nvSpPr>
          <p:spPr>
            <a:xfrm>
              <a:off x="2714400" y="762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51" name=""/>
          <p:cNvGrpSpPr/>
          <p:nvPr/>
        </p:nvGrpSpPr>
        <p:grpSpPr>
          <a:xfrm>
            <a:off x="1487520" y="3043080"/>
            <a:ext cx="468720" cy="200520"/>
            <a:chOff x="1487520" y="3043080"/>
            <a:chExt cx="468720" cy="200520"/>
          </a:xfrm>
        </p:grpSpPr>
        <p:sp>
          <p:nvSpPr>
            <p:cNvPr id="1152" name=""/>
            <p:cNvSpPr/>
            <p:nvPr/>
          </p:nvSpPr>
          <p:spPr>
            <a:xfrm>
              <a:off x="1487520" y="3059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3" name=""/>
            <p:cNvSpPr/>
            <p:nvPr/>
          </p:nvSpPr>
          <p:spPr>
            <a:xfrm>
              <a:off x="1618560" y="3043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54" name=""/>
          <p:cNvGrpSpPr/>
          <p:nvPr/>
        </p:nvGrpSpPr>
        <p:grpSpPr>
          <a:xfrm>
            <a:off x="5778360" y="2567160"/>
            <a:ext cx="469080" cy="200520"/>
            <a:chOff x="5778360" y="2567160"/>
            <a:chExt cx="469080" cy="200520"/>
          </a:xfrm>
        </p:grpSpPr>
        <p:sp>
          <p:nvSpPr>
            <p:cNvPr id="1155" name=""/>
            <p:cNvSpPr/>
            <p:nvPr/>
          </p:nvSpPr>
          <p:spPr>
            <a:xfrm>
              <a:off x="5778360" y="2581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6" name=""/>
            <p:cNvSpPr/>
            <p:nvPr/>
          </p:nvSpPr>
          <p:spPr>
            <a:xfrm>
              <a:off x="5909760" y="2567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57" name=""/>
          <p:cNvGrpSpPr/>
          <p:nvPr/>
        </p:nvGrpSpPr>
        <p:grpSpPr>
          <a:xfrm>
            <a:off x="8153280" y="5715000"/>
            <a:ext cx="461520" cy="200520"/>
            <a:chOff x="8153280" y="5715000"/>
            <a:chExt cx="461520" cy="200520"/>
          </a:xfrm>
        </p:grpSpPr>
        <p:sp>
          <p:nvSpPr>
            <p:cNvPr id="1158" name=""/>
            <p:cNvSpPr/>
            <p:nvPr/>
          </p:nvSpPr>
          <p:spPr>
            <a:xfrm>
              <a:off x="8153280" y="5729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9" name=""/>
            <p:cNvSpPr/>
            <p:nvPr/>
          </p:nvSpPr>
          <p:spPr>
            <a:xfrm>
              <a:off x="827712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60" name=""/>
          <p:cNvGrpSpPr/>
          <p:nvPr/>
        </p:nvGrpSpPr>
        <p:grpSpPr>
          <a:xfrm>
            <a:off x="4170240" y="2157480"/>
            <a:ext cx="469080" cy="200520"/>
            <a:chOff x="4170240" y="2157480"/>
            <a:chExt cx="469080" cy="200520"/>
          </a:xfrm>
        </p:grpSpPr>
        <p:sp>
          <p:nvSpPr>
            <p:cNvPr id="1161" name=""/>
            <p:cNvSpPr/>
            <p:nvPr/>
          </p:nvSpPr>
          <p:spPr>
            <a:xfrm>
              <a:off x="4170240" y="2173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2" name=""/>
            <p:cNvSpPr/>
            <p:nvPr/>
          </p:nvSpPr>
          <p:spPr>
            <a:xfrm>
              <a:off x="4301640" y="2157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63" name=""/>
          <p:cNvGrpSpPr/>
          <p:nvPr/>
        </p:nvGrpSpPr>
        <p:grpSpPr>
          <a:xfrm>
            <a:off x="2392200" y="6029280"/>
            <a:ext cx="469080" cy="200520"/>
            <a:chOff x="2392200" y="6029280"/>
            <a:chExt cx="469080" cy="200520"/>
          </a:xfrm>
        </p:grpSpPr>
        <p:sp>
          <p:nvSpPr>
            <p:cNvPr id="1164" name=""/>
            <p:cNvSpPr/>
            <p:nvPr/>
          </p:nvSpPr>
          <p:spPr>
            <a:xfrm>
              <a:off x="2392200" y="6045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5" name=""/>
            <p:cNvSpPr/>
            <p:nvPr/>
          </p:nvSpPr>
          <p:spPr>
            <a:xfrm>
              <a:off x="2523600" y="6029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66" name=""/>
          <p:cNvGrpSpPr/>
          <p:nvPr/>
        </p:nvGrpSpPr>
        <p:grpSpPr>
          <a:xfrm>
            <a:off x="6629400" y="944640"/>
            <a:ext cx="461880" cy="200520"/>
            <a:chOff x="6629400" y="944640"/>
            <a:chExt cx="461880" cy="200520"/>
          </a:xfrm>
        </p:grpSpPr>
        <p:sp>
          <p:nvSpPr>
            <p:cNvPr id="1167" name=""/>
            <p:cNvSpPr/>
            <p:nvPr/>
          </p:nvSpPr>
          <p:spPr>
            <a:xfrm>
              <a:off x="6629400" y="960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8" name=""/>
            <p:cNvSpPr/>
            <p:nvPr/>
          </p:nvSpPr>
          <p:spPr>
            <a:xfrm>
              <a:off x="6753600" y="944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69" name="Rounded Rectangle 1168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1170" name="Oval 1169"/>
          <p:cNvSpPr/>
          <p:nvPr/>
        </p:nvSpPr>
        <p:spPr>
          <a:xfrm>
            <a:off x="6510129" y="636416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Oval 1170"/>
          <p:cNvSpPr/>
          <p:nvPr/>
        </p:nvSpPr>
        <p:spPr>
          <a:xfrm>
            <a:off x="6540129" y="639416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172" name="Rounded Rectangle 1171"/>
          <p:cNvSpPr/>
          <p:nvPr/>
        </p:nvSpPr>
        <p:spPr>
          <a:xfrm>
            <a:off x="6710129" y="637916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173" name="Oval 1172"/>
          <p:cNvSpPr/>
          <p:nvPr/>
        </p:nvSpPr>
        <p:spPr>
          <a:xfrm>
            <a:off x="3766930" y="362096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xfrm>
            <a:off x="3796930" y="365096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175" name="Rounded Rectangle 1174"/>
          <p:cNvSpPr/>
          <p:nvPr/>
        </p:nvSpPr>
        <p:spPr>
          <a:xfrm>
            <a:off x="3966930" y="363596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176" name="Oval 1175"/>
          <p:cNvSpPr/>
          <p:nvPr/>
        </p:nvSpPr>
        <p:spPr>
          <a:xfrm>
            <a:off x="1929495" y="16407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xfrm>
            <a:off x="1959495" y="16707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178" name="Rounded Rectangle 1177"/>
          <p:cNvSpPr/>
          <p:nvPr/>
        </p:nvSpPr>
        <p:spPr>
          <a:xfrm>
            <a:off x="2129495" y="16557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179" name="Oval 1178"/>
          <p:cNvSpPr/>
          <p:nvPr/>
        </p:nvSpPr>
        <p:spPr>
          <a:xfrm>
            <a:off x="8177119" y="316448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Oval 1179"/>
          <p:cNvSpPr/>
          <p:nvPr/>
        </p:nvSpPr>
        <p:spPr>
          <a:xfrm>
            <a:off x="8207119" y="319448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181" name="Rounded Rectangle 1180"/>
          <p:cNvSpPr/>
          <p:nvPr/>
        </p:nvSpPr>
        <p:spPr>
          <a:xfrm>
            <a:off x="8377119" y="317948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182" name="Oval 1181"/>
          <p:cNvSpPr/>
          <p:nvPr/>
        </p:nvSpPr>
        <p:spPr>
          <a:xfrm>
            <a:off x="405612" y="552626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Oval 1182"/>
          <p:cNvSpPr/>
          <p:nvPr/>
        </p:nvSpPr>
        <p:spPr>
          <a:xfrm>
            <a:off x="435612" y="555626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184" name="Rounded Rectangle 1183"/>
          <p:cNvSpPr/>
          <p:nvPr/>
        </p:nvSpPr>
        <p:spPr>
          <a:xfrm>
            <a:off x="605612" y="554126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185" name="Oval 1184"/>
          <p:cNvSpPr/>
          <p:nvPr/>
        </p:nvSpPr>
        <p:spPr>
          <a:xfrm>
            <a:off x="2158099" y="400274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Oval 1185"/>
          <p:cNvSpPr/>
          <p:nvPr/>
        </p:nvSpPr>
        <p:spPr>
          <a:xfrm>
            <a:off x="2188099" y="403274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187" name="Rounded Rectangle 1186"/>
          <p:cNvSpPr/>
          <p:nvPr/>
        </p:nvSpPr>
        <p:spPr>
          <a:xfrm>
            <a:off x="2358099" y="401774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188" name="Oval 1187"/>
          <p:cNvSpPr/>
          <p:nvPr/>
        </p:nvSpPr>
        <p:spPr>
          <a:xfrm>
            <a:off x="2750288" y="514106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Oval 1188"/>
          <p:cNvSpPr/>
          <p:nvPr/>
        </p:nvSpPr>
        <p:spPr>
          <a:xfrm>
            <a:off x="2780288" y="517106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190" name="Rounded Rectangle 1189"/>
          <p:cNvSpPr/>
          <p:nvPr/>
        </p:nvSpPr>
        <p:spPr>
          <a:xfrm>
            <a:off x="2950288" y="515606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191" name="Oval 1190"/>
          <p:cNvSpPr/>
          <p:nvPr/>
        </p:nvSpPr>
        <p:spPr>
          <a:xfrm>
            <a:off x="1243695" y="179108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Oval 1191"/>
          <p:cNvSpPr/>
          <p:nvPr/>
        </p:nvSpPr>
        <p:spPr>
          <a:xfrm>
            <a:off x="1273695" y="182108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193" name="Rounded Rectangle 1192"/>
          <p:cNvSpPr/>
          <p:nvPr/>
        </p:nvSpPr>
        <p:spPr>
          <a:xfrm>
            <a:off x="1443695" y="180608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194" name="Oval 1193"/>
          <p:cNvSpPr/>
          <p:nvPr/>
        </p:nvSpPr>
        <p:spPr>
          <a:xfrm>
            <a:off x="6193689" y="382203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Oval 1194"/>
          <p:cNvSpPr/>
          <p:nvPr/>
        </p:nvSpPr>
        <p:spPr>
          <a:xfrm>
            <a:off x="6223689" y="385203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196" name="Rounded Rectangle 1195"/>
          <p:cNvSpPr/>
          <p:nvPr/>
        </p:nvSpPr>
        <p:spPr>
          <a:xfrm>
            <a:off x="6393689" y="383703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197" name="Oval 1196"/>
          <p:cNvSpPr/>
          <p:nvPr/>
        </p:nvSpPr>
        <p:spPr>
          <a:xfrm>
            <a:off x="4458493" y="468314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Oval 1197"/>
          <p:cNvSpPr/>
          <p:nvPr/>
        </p:nvSpPr>
        <p:spPr>
          <a:xfrm>
            <a:off x="4488493" y="471314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199" name="Rounded Rectangle 1198"/>
          <p:cNvSpPr/>
          <p:nvPr/>
        </p:nvSpPr>
        <p:spPr>
          <a:xfrm>
            <a:off x="4658493" y="469814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200" name="Oval 1199"/>
          <p:cNvSpPr/>
          <p:nvPr/>
        </p:nvSpPr>
        <p:spPr>
          <a:xfrm>
            <a:off x="5344449" y="59935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Oval 1200"/>
          <p:cNvSpPr/>
          <p:nvPr/>
        </p:nvSpPr>
        <p:spPr>
          <a:xfrm>
            <a:off x="5374449" y="60235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202" name="Rounded Rectangle 1201"/>
          <p:cNvSpPr/>
          <p:nvPr/>
        </p:nvSpPr>
        <p:spPr>
          <a:xfrm>
            <a:off x="5544449" y="60085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203" name="Oval 1202"/>
          <p:cNvSpPr/>
          <p:nvPr/>
        </p:nvSpPr>
        <p:spPr>
          <a:xfrm>
            <a:off x="4029017" y="84446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Oval 1203"/>
          <p:cNvSpPr/>
          <p:nvPr/>
        </p:nvSpPr>
        <p:spPr>
          <a:xfrm>
            <a:off x="4059017" y="87446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205" name="Rounded Rectangle 1204"/>
          <p:cNvSpPr/>
          <p:nvPr/>
        </p:nvSpPr>
        <p:spPr>
          <a:xfrm>
            <a:off x="4229017" y="85946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206" name="Oval 1205"/>
          <p:cNvSpPr/>
          <p:nvPr/>
        </p:nvSpPr>
        <p:spPr>
          <a:xfrm>
            <a:off x="2615295" y="141219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Oval 1206"/>
          <p:cNvSpPr/>
          <p:nvPr/>
        </p:nvSpPr>
        <p:spPr>
          <a:xfrm>
            <a:off x="2645295" y="144219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208" name="Rounded Rectangle 1207"/>
          <p:cNvSpPr/>
          <p:nvPr/>
        </p:nvSpPr>
        <p:spPr>
          <a:xfrm>
            <a:off x="2815295" y="142719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209" name="Oval 1208"/>
          <p:cNvSpPr/>
          <p:nvPr/>
        </p:nvSpPr>
        <p:spPr>
          <a:xfrm>
            <a:off x="2539153" y="72548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Oval 1209"/>
          <p:cNvSpPr/>
          <p:nvPr/>
        </p:nvSpPr>
        <p:spPr>
          <a:xfrm>
            <a:off x="2569153" y="75548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211" name="Rounded Rectangle 1210"/>
          <p:cNvSpPr/>
          <p:nvPr/>
        </p:nvSpPr>
        <p:spPr>
          <a:xfrm>
            <a:off x="2739153" y="74048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212" name="Oval 1211"/>
          <p:cNvSpPr/>
          <p:nvPr/>
        </p:nvSpPr>
        <p:spPr>
          <a:xfrm>
            <a:off x="1435929" y="300770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Oval 1212"/>
          <p:cNvSpPr/>
          <p:nvPr/>
        </p:nvSpPr>
        <p:spPr>
          <a:xfrm>
            <a:off x="1465929" y="303770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214" name="Rounded Rectangle 1213"/>
          <p:cNvSpPr/>
          <p:nvPr/>
        </p:nvSpPr>
        <p:spPr>
          <a:xfrm>
            <a:off x="1635929" y="302270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215" name="Oval 1214"/>
          <p:cNvSpPr/>
          <p:nvPr/>
        </p:nvSpPr>
        <p:spPr>
          <a:xfrm>
            <a:off x="5726768" y="252962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Oval 1215"/>
          <p:cNvSpPr/>
          <p:nvPr/>
        </p:nvSpPr>
        <p:spPr>
          <a:xfrm>
            <a:off x="5756768" y="255962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217" name="Rounded Rectangle 1216"/>
          <p:cNvSpPr/>
          <p:nvPr/>
        </p:nvSpPr>
        <p:spPr>
          <a:xfrm>
            <a:off x="5926768" y="254462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218" name="Oval 1217"/>
          <p:cNvSpPr/>
          <p:nvPr/>
        </p:nvSpPr>
        <p:spPr>
          <a:xfrm>
            <a:off x="8101693" y="567782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Oval 1218"/>
          <p:cNvSpPr/>
          <p:nvPr/>
        </p:nvSpPr>
        <p:spPr>
          <a:xfrm>
            <a:off x="8131693" y="570782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220" name="Rounded Rectangle 1219"/>
          <p:cNvSpPr/>
          <p:nvPr/>
        </p:nvSpPr>
        <p:spPr>
          <a:xfrm>
            <a:off x="8301693" y="569282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221" name="Oval 1220"/>
          <p:cNvSpPr/>
          <p:nvPr/>
        </p:nvSpPr>
        <p:spPr>
          <a:xfrm>
            <a:off x="4118654" y="212174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Oval 1221"/>
          <p:cNvSpPr/>
          <p:nvPr/>
        </p:nvSpPr>
        <p:spPr>
          <a:xfrm>
            <a:off x="4148654" y="215174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223" name="Rounded Rectangle 1222"/>
          <p:cNvSpPr/>
          <p:nvPr/>
        </p:nvSpPr>
        <p:spPr>
          <a:xfrm>
            <a:off x="4318654" y="213674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224" name="Oval 1223"/>
          <p:cNvSpPr/>
          <p:nvPr/>
        </p:nvSpPr>
        <p:spPr>
          <a:xfrm>
            <a:off x="2340620" y="59935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Oval 1224"/>
          <p:cNvSpPr/>
          <p:nvPr/>
        </p:nvSpPr>
        <p:spPr>
          <a:xfrm>
            <a:off x="2370620" y="60235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226" name="Rounded Rectangle 1225"/>
          <p:cNvSpPr/>
          <p:nvPr/>
        </p:nvSpPr>
        <p:spPr>
          <a:xfrm>
            <a:off x="2540620" y="60085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227" name="Oval 1226"/>
          <p:cNvSpPr/>
          <p:nvPr/>
        </p:nvSpPr>
        <p:spPr>
          <a:xfrm>
            <a:off x="6577810" y="9088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Oval 1227"/>
          <p:cNvSpPr/>
          <p:nvPr/>
        </p:nvSpPr>
        <p:spPr>
          <a:xfrm>
            <a:off x="6607810" y="9388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229" name="Rounded Rectangle 1228"/>
          <p:cNvSpPr/>
          <p:nvPr/>
        </p:nvSpPr>
        <p:spPr>
          <a:xfrm>
            <a:off x="6777810" y="9238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"/>
          <p:cNvSpPr/>
          <p:nvPr/>
        </p:nvSpPr>
        <p:spPr>
          <a:xfrm>
            <a:off x="3137400" y="50760"/>
            <a:ext cx="2869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12: LIRF | RWY 25 | STAR ELKA3A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"/>
          <p:cNvSpPr/>
          <p:nvPr/>
        </p:nvSpPr>
        <p:spPr>
          <a:xfrm>
            <a:off x="1901880" y="1874880"/>
            <a:ext cx="1716120" cy="990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"/>
          <p:cNvSpPr/>
          <p:nvPr/>
        </p:nvSpPr>
        <p:spPr>
          <a:xfrm>
            <a:off x="3618000" y="2865600"/>
            <a:ext cx="1369800" cy="790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"/>
          <p:cNvSpPr/>
          <p:nvPr/>
        </p:nvSpPr>
        <p:spPr>
          <a:xfrm>
            <a:off x="4987800" y="3656160"/>
            <a:ext cx="1816200" cy="287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"/>
          <p:cNvSpPr/>
          <p:nvPr/>
        </p:nvSpPr>
        <p:spPr>
          <a:xfrm>
            <a:off x="6804000" y="3943440"/>
            <a:ext cx="324000" cy="663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"/>
          <p:cNvSpPr/>
          <p:nvPr/>
        </p:nvSpPr>
        <p:spPr>
          <a:xfrm>
            <a:off x="7128000" y="4606920"/>
            <a:ext cx="114120" cy="236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"/>
          <p:cNvSpPr/>
          <p:nvPr/>
        </p:nvSpPr>
        <p:spPr>
          <a:xfrm flipH="1">
            <a:off x="7189560" y="4843440"/>
            <a:ext cx="52200" cy="20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"/>
          <p:cNvSpPr/>
          <p:nvPr/>
        </p:nvSpPr>
        <p:spPr>
          <a:xfrm flipH="1">
            <a:off x="7074000" y="4863960"/>
            <a:ext cx="115920" cy="47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080" bIns="1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"/>
          <p:cNvSpPr/>
          <p:nvPr/>
        </p:nvSpPr>
        <p:spPr>
          <a:xfrm flipH="1">
            <a:off x="6518160" y="4911840"/>
            <a:ext cx="555840" cy="223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78" name=""/>
          <p:cNvGrpSpPr/>
          <p:nvPr/>
        </p:nvGrpSpPr>
        <p:grpSpPr>
          <a:xfrm>
            <a:off x="1838160" y="1811160"/>
            <a:ext cx="595800" cy="200520"/>
            <a:chOff x="1838160" y="1811160"/>
            <a:chExt cx="595800" cy="200520"/>
          </a:xfrm>
        </p:grpSpPr>
        <p:sp>
          <p:nvSpPr>
            <p:cNvPr id="1179" name=""/>
            <p:cNvSpPr/>
            <p:nvPr/>
          </p:nvSpPr>
          <p:spPr>
            <a:xfrm>
              <a:off x="1838160" y="181116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0" name=""/>
            <p:cNvSpPr/>
            <p:nvPr/>
          </p:nvSpPr>
          <p:spPr>
            <a:xfrm>
              <a:off x="1954440" y="181116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ELKAP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1" name=""/>
          <p:cNvGrpSpPr/>
          <p:nvPr/>
        </p:nvGrpSpPr>
        <p:grpSpPr>
          <a:xfrm>
            <a:off x="3567240" y="2801880"/>
            <a:ext cx="550080" cy="200520"/>
            <a:chOff x="3567240" y="2801880"/>
            <a:chExt cx="550080" cy="200520"/>
          </a:xfrm>
        </p:grpSpPr>
        <p:sp>
          <p:nvSpPr>
            <p:cNvPr id="1182" name=""/>
            <p:cNvSpPr/>
            <p:nvPr/>
          </p:nvSpPr>
          <p:spPr>
            <a:xfrm>
              <a:off x="3567240" y="28144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3" name=""/>
            <p:cNvSpPr/>
            <p:nvPr/>
          </p:nvSpPr>
          <p:spPr>
            <a:xfrm>
              <a:off x="3677400" y="280188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BIBEK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4" name=""/>
          <p:cNvGrpSpPr/>
          <p:nvPr/>
        </p:nvGrpSpPr>
        <p:grpSpPr>
          <a:xfrm>
            <a:off x="4937040" y="3592440"/>
            <a:ext cx="486000" cy="200520"/>
            <a:chOff x="4937040" y="3592440"/>
            <a:chExt cx="486000" cy="200520"/>
          </a:xfrm>
        </p:grpSpPr>
        <p:sp>
          <p:nvSpPr>
            <p:cNvPr id="1185" name=""/>
            <p:cNvSpPr/>
            <p:nvPr/>
          </p:nvSpPr>
          <p:spPr>
            <a:xfrm>
              <a:off x="4937040" y="36050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6" name=""/>
            <p:cNvSpPr/>
            <p:nvPr/>
          </p:nvSpPr>
          <p:spPr>
            <a:xfrm>
              <a:off x="5060880" y="3592440"/>
              <a:ext cx="362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TAQ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7" name=""/>
          <p:cNvGrpSpPr/>
          <p:nvPr/>
        </p:nvGrpSpPr>
        <p:grpSpPr>
          <a:xfrm>
            <a:off x="6753240" y="3879720"/>
            <a:ext cx="492840" cy="200520"/>
            <a:chOff x="6753240" y="3879720"/>
            <a:chExt cx="492840" cy="200520"/>
          </a:xfrm>
        </p:grpSpPr>
        <p:sp>
          <p:nvSpPr>
            <p:cNvPr id="1188" name=""/>
            <p:cNvSpPr/>
            <p:nvPr/>
          </p:nvSpPr>
          <p:spPr>
            <a:xfrm>
              <a:off x="6753240" y="3892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9" name=""/>
            <p:cNvSpPr/>
            <p:nvPr/>
          </p:nvSpPr>
          <p:spPr>
            <a:xfrm>
              <a:off x="6870240" y="3879720"/>
              <a:ext cx="375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CMP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90" name=""/>
          <p:cNvGrpSpPr/>
          <p:nvPr/>
        </p:nvGrpSpPr>
        <p:grpSpPr>
          <a:xfrm>
            <a:off x="7086600" y="4543560"/>
            <a:ext cx="554400" cy="200520"/>
            <a:chOff x="7086600" y="4543560"/>
            <a:chExt cx="554400" cy="200520"/>
          </a:xfrm>
        </p:grpSpPr>
        <p:sp>
          <p:nvSpPr>
            <p:cNvPr id="1191" name=""/>
            <p:cNvSpPr/>
            <p:nvPr/>
          </p:nvSpPr>
          <p:spPr>
            <a:xfrm>
              <a:off x="7086600" y="45673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2" name=""/>
            <p:cNvSpPr/>
            <p:nvPr/>
          </p:nvSpPr>
          <p:spPr>
            <a:xfrm>
              <a:off x="7151040" y="454356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URBNB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93" name=""/>
          <p:cNvGrpSpPr/>
          <p:nvPr/>
        </p:nvGrpSpPr>
        <p:grpSpPr>
          <a:xfrm>
            <a:off x="7191360" y="4780080"/>
            <a:ext cx="498240" cy="200520"/>
            <a:chOff x="7191360" y="4780080"/>
            <a:chExt cx="498240" cy="200520"/>
          </a:xfrm>
        </p:grpSpPr>
        <p:sp>
          <p:nvSpPr>
            <p:cNvPr id="1194" name=""/>
            <p:cNvSpPr/>
            <p:nvPr/>
          </p:nvSpPr>
          <p:spPr>
            <a:xfrm>
              <a:off x="7191360" y="4792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5" name=""/>
            <p:cNvSpPr/>
            <p:nvPr/>
          </p:nvSpPr>
          <p:spPr>
            <a:xfrm>
              <a:off x="7302960" y="478008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96" name=""/>
          <p:cNvGrpSpPr/>
          <p:nvPr/>
        </p:nvGrpSpPr>
        <p:grpSpPr>
          <a:xfrm>
            <a:off x="7149960" y="4800600"/>
            <a:ext cx="482400" cy="200520"/>
            <a:chOff x="7149960" y="4800600"/>
            <a:chExt cx="482400" cy="200520"/>
          </a:xfrm>
        </p:grpSpPr>
        <p:sp>
          <p:nvSpPr>
            <p:cNvPr id="1197" name=""/>
            <p:cNvSpPr/>
            <p:nvPr/>
          </p:nvSpPr>
          <p:spPr>
            <a:xfrm>
              <a:off x="7149960" y="482292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8" name=""/>
            <p:cNvSpPr/>
            <p:nvPr/>
          </p:nvSpPr>
          <p:spPr>
            <a:xfrm>
              <a:off x="7236720" y="4800600"/>
              <a:ext cx="395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CF25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99" name=""/>
          <p:cNvGrpSpPr/>
          <p:nvPr/>
        </p:nvGrpSpPr>
        <p:grpSpPr>
          <a:xfrm>
            <a:off x="7034040" y="4848120"/>
            <a:ext cx="477720" cy="200520"/>
            <a:chOff x="7034040" y="4848120"/>
            <a:chExt cx="477720" cy="200520"/>
          </a:xfrm>
        </p:grpSpPr>
        <p:sp>
          <p:nvSpPr>
            <p:cNvPr id="1200" name=""/>
            <p:cNvSpPr/>
            <p:nvPr/>
          </p:nvSpPr>
          <p:spPr>
            <a:xfrm>
              <a:off x="7034040" y="48704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1" name=""/>
            <p:cNvSpPr/>
            <p:nvPr/>
          </p:nvSpPr>
          <p:spPr>
            <a:xfrm>
              <a:off x="7125120" y="484812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FF25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2" name=""/>
          <p:cNvGrpSpPr/>
          <p:nvPr/>
        </p:nvGrpSpPr>
        <p:grpSpPr>
          <a:xfrm>
            <a:off x="6454800" y="5072040"/>
            <a:ext cx="543240" cy="200520"/>
            <a:chOff x="6454800" y="5072040"/>
            <a:chExt cx="543240" cy="200520"/>
          </a:xfrm>
        </p:grpSpPr>
        <p:sp>
          <p:nvSpPr>
            <p:cNvPr id="1203" name=""/>
            <p:cNvSpPr/>
            <p:nvPr/>
          </p:nvSpPr>
          <p:spPr>
            <a:xfrm>
              <a:off x="6454800" y="50720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4" name=""/>
            <p:cNvSpPr/>
            <p:nvPr/>
          </p:nvSpPr>
          <p:spPr>
            <a:xfrm>
              <a:off x="6571800" y="50720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5" name=""/>
          <p:cNvGrpSpPr/>
          <p:nvPr/>
        </p:nvGrpSpPr>
        <p:grpSpPr>
          <a:xfrm>
            <a:off x="838080" y="6095880"/>
            <a:ext cx="479160" cy="200520"/>
            <a:chOff x="838080" y="6095880"/>
            <a:chExt cx="479160" cy="200520"/>
          </a:xfrm>
        </p:grpSpPr>
        <p:sp>
          <p:nvSpPr>
            <p:cNvPr id="1206" name=""/>
            <p:cNvSpPr/>
            <p:nvPr/>
          </p:nvSpPr>
          <p:spPr>
            <a:xfrm>
              <a:off x="838080" y="610236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7" name=""/>
            <p:cNvSpPr/>
            <p:nvPr/>
          </p:nvSpPr>
          <p:spPr>
            <a:xfrm>
              <a:off x="97956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8" name=""/>
          <p:cNvGrpSpPr/>
          <p:nvPr/>
        </p:nvGrpSpPr>
        <p:grpSpPr>
          <a:xfrm>
            <a:off x="6172200" y="6248520"/>
            <a:ext cx="479160" cy="200520"/>
            <a:chOff x="6172200" y="6248520"/>
            <a:chExt cx="479160" cy="200520"/>
          </a:xfrm>
        </p:grpSpPr>
        <p:sp>
          <p:nvSpPr>
            <p:cNvPr id="1209" name=""/>
            <p:cNvSpPr/>
            <p:nvPr/>
          </p:nvSpPr>
          <p:spPr>
            <a:xfrm>
              <a:off x="6172200" y="62550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0" name=""/>
            <p:cNvSpPr/>
            <p:nvPr/>
          </p:nvSpPr>
          <p:spPr>
            <a:xfrm>
              <a:off x="631368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11" name=""/>
          <p:cNvGrpSpPr/>
          <p:nvPr/>
        </p:nvGrpSpPr>
        <p:grpSpPr>
          <a:xfrm>
            <a:off x="5791320" y="4495680"/>
            <a:ext cx="459720" cy="200520"/>
            <a:chOff x="5791320" y="4495680"/>
            <a:chExt cx="459720" cy="200520"/>
          </a:xfrm>
        </p:grpSpPr>
        <p:sp>
          <p:nvSpPr>
            <p:cNvPr id="1212" name=""/>
            <p:cNvSpPr/>
            <p:nvPr/>
          </p:nvSpPr>
          <p:spPr>
            <a:xfrm>
              <a:off x="5791320" y="4510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3" name=""/>
            <p:cNvSpPr/>
            <p:nvPr/>
          </p:nvSpPr>
          <p:spPr>
            <a:xfrm>
              <a:off x="591336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14" name=""/>
          <p:cNvGrpSpPr/>
          <p:nvPr/>
        </p:nvGrpSpPr>
        <p:grpSpPr>
          <a:xfrm>
            <a:off x="5562720" y="1371600"/>
            <a:ext cx="460080" cy="200520"/>
            <a:chOff x="5562720" y="1371600"/>
            <a:chExt cx="460080" cy="200520"/>
          </a:xfrm>
        </p:grpSpPr>
        <p:sp>
          <p:nvSpPr>
            <p:cNvPr id="1215" name=""/>
            <p:cNvSpPr/>
            <p:nvPr/>
          </p:nvSpPr>
          <p:spPr>
            <a:xfrm>
              <a:off x="5562720" y="1387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6" name=""/>
            <p:cNvSpPr/>
            <p:nvPr/>
          </p:nvSpPr>
          <p:spPr>
            <a:xfrm>
              <a:off x="568512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17" name=""/>
          <p:cNvGrpSpPr/>
          <p:nvPr/>
        </p:nvGrpSpPr>
        <p:grpSpPr>
          <a:xfrm>
            <a:off x="2133720" y="3352680"/>
            <a:ext cx="461520" cy="200520"/>
            <a:chOff x="2133720" y="3352680"/>
            <a:chExt cx="461520" cy="200520"/>
          </a:xfrm>
        </p:grpSpPr>
        <p:sp>
          <p:nvSpPr>
            <p:cNvPr id="1218" name=""/>
            <p:cNvSpPr/>
            <p:nvPr/>
          </p:nvSpPr>
          <p:spPr>
            <a:xfrm>
              <a:off x="2133720" y="3368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9" name=""/>
            <p:cNvSpPr/>
            <p:nvPr/>
          </p:nvSpPr>
          <p:spPr>
            <a:xfrm>
              <a:off x="2257560" y="3352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0" name=""/>
          <p:cNvGrpSpPr/>
          <p:nvPr/>
        </p:nvGrpSpPr>
        <p:grpSpPr>
          <a:xfrm>
            <a:off x="7924680" y="3352680"/>
            <a:ext cx="460080" cy="200520"/>
            <a:chOff x="7924680" y="3352680"/>
            <a:chExt cx="460080" cy="200520"/>
          </a:xfrm>
        </p:grpSpPr>
        <p:sp>
          <p:nvSpPr>
            <p:cNvPr id="1221" name=""/>
            <p:cNvSpPr/>
            <p:nvPr/>
          </p:nvSpPr>
          <p:spPr>
            <a:xfrm>
              <a:off x="7924680" y="33670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2" name=""/>
            <p:cNvSpPr/>
            <p:nvPr/>
          </p:nvSpPr>
          <p:spPr>
            <a:xfrm>
              <a:off x="8047080" y="3352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3" name=""/>
          <p:cNvGrpSpPr/>
          <p:nvPr/>
        </p:nvGrpSpPr>
        <p:grpSpPr>
          <a:xfrm>
            <a:off x="6400800" y="2666880"/>
            <a:ext cx="459720" cy="200520"/>
            <a:chOff x="6400800" y="2666880"/>
            <a:chExt cx="459720" cy="200520"/>
          </a:xfrm>
        </p:grpSpPr>
        <p:sp>
          <p:nvSpPr>
            <p:cNvPr id="1224" name=""/>
            <p:cNvSpPr/>
            <p:nvPr/>
          </p:nvSpPr>
          <p:spPr>
            <a:xfrm>
              <a:off x="6400800" y="2683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5" name=""/>
            <p:cNvSpPr/>
            <p:nvPr/>
          </p:nvSpPr>
          <p:spPr>
            <a:xfrm>
              <a:off x="6522840" y="2666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6" name=""/>
          <p:cNvGrpSpPr/>
          <p:nvPr/>
        </p:nvGrpSpPr>
        <p:grpSpPr>
          <a:xfrm>
            <a:off x="3276720" y="1752480"/>
            <a:ext cx="461520" cy="200520"/>
            <a:chOff x="3276720" y="1752480"/>
            <a:chExt cx="461520" cy="200520"/>
          </a:xfrm>
        </p:grpSpPr>
        <p:sp>
          <p:nvSpPr>
            <p:cNvPr id="1227" name=""/>
            <p:cNvSpPr/>
            <p:nvPr/>
          </p:nvSpPr>
          <p:spPr>
            <a:xfrm>
              <a:off x="3276720" y="1768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8" name=""/>
            <p:cNvSpPr/>
            <p:nvPr/>
          </p:nvSpPr>
          <p:spPr>
            <a:xfrm>
              <a:off x="340056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9" name=""/>
          <p:cNvGrpSpPr/>
          <p:nvPr/>
        </p:nvGrpSpPr>
        <p:grpSpPr>
          <a:xfrm>
            <a:off x="3048120" y="5638680"/>
            <a:ext cx="459720" cy="200520"/>
            <a:chOff x="3048120" y="5638680"/>
            <a:chExt cx="459720" cy="200520"/>
          </a:xfrm>
        </p:grpSpPr>
        <p:sp>
          <p:nvSpPr>
            <p:cNvPr id="1230" name=""/>
            <p:cNvSpPr/>
            <p:nvPr/>
          </p:nvSpPr>
          <p:spPr>
            <a:xfrm>
              <a:off x="3048120" y="5653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1" name=""/>
            <p:cNvSpPr/>
            <p:nvPr/>
          </p:nvSpPr>
          <p:spPr>
            <a:xfrm>
              <a:off x="317016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2" name=""/>
          <p:cNvGrpSpPr/>
          <p:nvPr/>
        </p:nvGrpSpPr>
        <p:grpSpPr>
          <a:xfrm>
            <a:off x="7848720" y="5867280"/>
            <a:ext cx="459720" cy="200520"/>
            <a:chOff x="7848720" y="5867280"/>
            <a:chExt cx="459720" cy="200520"/>
          </a:xfrm>
        </p:grpSpPr>
        <p:sp>
          <p:nvSpPr>
            <p:cNvPr id="1233" name=""/>
            <p:cNvSpPr/>
            <p:nvPr/>
          </p:nvSpPr>
          <p:spPr>
            <a:xfrm>
              <a:off x="7848720" y="58816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4" name=""/>
            <p:cNvSpPr/>
            <p:nvPr/>
          </p:nvSpPr>
          <p:spPr>
            <a:xfrm>
              <a:off x="7970760" y="5867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5" name=""/>
          <p:cNvGrpSpPr/>
          <p:nvPr/>
        </p:nvGrpSpPr>
        <p:grpSpPr>
          <a:xfrm>
            <a:off x="4722840" y="5254560"/>
            <a:ext cx="468720" cy="200520"/>
            <a:chOff x="4722840" y="5254560"/>
            <a:chExt cx="468720" cy="200520"/>
          </a:xfrm>
        </p:grpSpPr>
        <p:sp>
          <p:nvSpPr>
            <p:cNvPr id="1236" name=""/>
            <p:cNvSpPr/>
            <p:nvPr/>
          </p:nvSpPr>
          <p:spPr>
            <a:xfrm>
              <a:off x="4722840" y="5268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7" name=""/>
            <p:cNvSpPr/>
            <p:nvPr/>
          </p:nvSpPr>
          <p:spPr>
            <a:xfrm>
              <a:off x="4853880" y="5254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8" name=""/>
          <p:cNvGrpSpPr/>
          <p:nvPr/>
        </p:nvGrpSpPr>
        <p:grpSpPr>
          <a:xfrm>
            <a:off x="708120" y="2585880"/>
            <a:ext cx="467280" cy="200520"/>
            <a:chOff x="708120" y="2585880"/>
            <a:chExt cx="467280" cy="200520"/>
          </a:xfrm>
        </p:grpSpPr>
        <p:sp>
          <p:nvSpPr>
            <p:cNvPr id="1239" name=""/>
            <p:cNvSpPr/>
            <p:nvPr/>
          </p:nvSpPr>
          <p:spPr>
            <a:xfrm>
              <a:off x="708120" y="26002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0" name=""/>
            <p:cNvSpPr/>
            <p:nvPr/>
          </p:nvSpPr>
          <p:spPr>
            <a:xfrm>
              <a:off x="837720" y="258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1" name=""/>
          <p:cNvGrpSpPr/>
          <p:nvPr/>
        </p:nvGrpSpPr>
        <p:grpSpPr>
          <a:xfrm>
            <a:off x="3406680" y="4363920"/>
            <a:ext cx="467280" cy="200520"/>
            <a:chOff x="3406680" y="4363920"/>
            <a:chExt cx="467280" cy="200520"/>
          </a:xfrm>
        </p:grpSpPr>
        <p:sp>
          <p:nvSpPr>
            <p:cNvPr id="1242" name=""/>
            <p:cNvSpPr/>
            <p:nvPr/>
          </p:nvSpPr>
          <p:spPr>
            <a:xfrm>
              <a:off x="3406680" y="43797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3" name=""/>
            <p:cNvSpPr/>
            <p:nvPr/>
          </p:nvSpPr>
          <p:spPr>
            <a:xfrm>
              <a:off x="3536280" y="4363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4" name=""/>
          <p:cNvGrpSpPr/>
          <p:nvPr/>
        </p:nvGrpSpPr>
        <p:grpSpPr>
          <a:xfrm>
            <a:off x="727200" y="1203480"/>
            <a:ext cx="467280" cy="200520"/>
            <a:chOff x="727200" y="1203480"/>
            <a:chExt cx="467280" cy="200520"/>
          </a:xfrm>
        </p:grpSpPr>
        <p:sp>
          <p:nvSpPr>
            <p:cNvPr id="1245" name=""/>
            <p:cNvSpPr/>
            <p:nvPr/>
          </p:nvSpPr>
          <p:spPr>
            <a:xfrm>
              <a:off x="727200" y="12193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6" name=""/>
            <p:cNvSpPr/>
            <p:nvPr/>
          </p:nvSpPr>
          <p:spPr>
            <a:xfrm>
              <a:off x="856800" y="1203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7" name=""/>
          <p:cNvGrpSpPr/>
          <p:nvPr/>
        </p:nvGrpSpPr>
        <p:grpSpPr>
          <a:xfrm>
            <a:off x="4800600" y="2438280"/>
            <a:ext cx="461520" cy="200520"/>
            <a:chOff x="4800600" y="2438280"/>
            <a:chExt cx="461520" cy="200520"/>
          </a:xfrm>
        </p:grpSpPr>
        <p:sp>
          <p:nvSpPr>
            <p:cNvPr id="1248" name=""/>
            <p:cNvSpPr/>
            <p:nvPr/>
          </p:nvSpPr>
          <p:spPr>
            <a:xfrm>
              <a:off x="4800600" y="2452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9" name=""/>
            <p:cNvSpPr/>
            <p:nvPr/>
          </p:nvSpPr>
          <p:spPr>
            <a:xfrm>
              <a:off x="492444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0" name=""/>
          <p:cNvGrpSpPr/>
          <p:nvPr/>
        </p:nvGrpSpPr>
        <p:grpSpPr>
          <a:xfrm>
            <a:off x="8331120" y="4307040"/>
            <a:ext cx="467280" cy="200520"/>
            <a:chOff x="8331120" y="4307040"/>
            <a:chExt cx="467280" cy="200520"/>
          </a:xfrm>
        </p:grpSpPr>
        <p:sp>
          <p:nvSpPr>
            <p:cNvPr id="1251" name=""/>
            <p:cNvSpPr/>
            <p:nvPr/>
          </p:nvSpPr>
          <p:spPr>
            <a:xfrm>
              <a:off x="8331120" y="43228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2" name=""/>
            <p:cNvSpPr/>
            <p:nvPr/>
          </p:nvSpPr>
          <p:spPr>
            <a:xfrm>
              <a:off x="8460720" y="4307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3" name=""/>
          <p:cNvGrpSpPr/>
          <p:nvPr/>
        </p:nvGrpSpPr>
        <p:grpSpPr>
          <a:xfrm>
            <a:off x="7772400" y="5029200"/>
            <a:ext cx="460080" cy="200520"/>
            <a:chOff x="7772400" y="5029200"/>
            <a:chExt cx="460080" cy="200520"/>
          </a:xfrm>
        </p:grpSpPr>
        <p:sp>
          <p:nvSpPr>
            <p:cNvPr id="1254" name=""/>
            <p:cNvSpPr/>
            <p:nvPr/>
          </p:nvSpPr>
          <p:spPr>
            <a:xfrm>
              <a:off x="7772400" y="50450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5" name=""/>
            <p:cNvSpPr/>
            <p:nvPr/>
          </p:nvSpPr>
          <p:spPr>
            <a:xfrm>
              <a:off x="789480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6" name=""/>
          <p:cNvGrpSpPr/>
          <p:nvPr/>
        </p:nvGrpSpPr>
        <p:grpSpPr>
          <a:xfrm>
            <a:off x="7924680" y="457200"/>
            <a:ext cx="461880" cy="200520"/>
            <a:chOff x="7924680" y="457200"/>
            <a:chExt cx="461880" cy="200520"/>
          </a:xfrm>
        </p:grpSpPr>
        <p:sp>
          <p:nvSpPr>
            <p:cNvPr id="1257" name=""/>
            <p:cNvSpPr/>
            <p:nvPr/>
          </p:nvSpPr>
          <p:spPr>
            <a:xfrm>
              <a:off x="7924680" y="4730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8" name=""/>
            <p:cNvSpPr/>
            <p:nvPr/>
          </p:nvSpPr>
          <p:spPr>
            <a:xfrm>
              <a:off x="804888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9" name=""/>
          <p:cNvGrpSpPr/>
          <p:nvPr/>
        </p:nvGrpSpPr>
        <p:grpSpPr>
          <a:xfrm>
            <a:off x="2743200" y="533520"/>
            <a:ext cx="461880" cy="200520"/>
            <a:chOff x="2743200" y="533520"/>
            <a:chExt cx="461880" cy="200520"/>
          </a:xfrm>
        </p:grpSpPr>
        <p:sp>
          <p:nvSpPr>
            <p:cNvPr id="1260" name=""/>
            <p:cNvSpPr/>
            <p:nvPr/>
          </p:nvSpPr>
          <p:spPr>
            <a:xfrm>
              <a:off x="2743200" y="549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1" name=""/>
            <p:cNvSpPr/>
            <p:nvPr/>
          </p:nvSpPr>
          <p:spPr>
            <a:xfrm>
              <a:off x="286740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62" name=""/>
          <p:cNvGrpSpPr/>
          <p:nvPr/>
        </p:nvGrpSpPr>
        <p:grpSpPr>
          <a:xfrm>
            <a:off x="7467480" y="4343400"/>
            <a:ext cx="460440" cy="200520"/>
            <a:chOff x="7467480" y="4343400"/>
            <a:chExt cx="460440" cy="200520"/>
          </a:xfrm>
        </p:grpSpPr>
        <p:sp>
          <p:nvSpPr>
            <p:cNvPr id="1263" name=""/>
            <p:cNvSpPr/>
            <p:nvPr/>
          </p:nvSpPr>
          <p:spPr>
            <a:xfrm>
              <a:off x="7467480" y="4359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4" name=""/>
            <p:cNvSpPr/>
            <p:nvPr/>
          </p:nvSpPr>
          <p:spPr>
            <a:xfrm>
              <a:off x="759024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65" name="Rounded Rectangle 1264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1266" name="Oval 1265"/>
          <p:cNvSpPr/>
          <p:nvPr/>
        </p:nvSpPr>
        <p:spPr>
          <a:xfrm>
            <a:off x="795316" y="60594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Oval 1266"/>
          <p:cNvSpPr/>
          <p:nvPr/>
        </p:nvSpPr>
        <p:spPr>
          <a:xfrm>
            <a:off x="825316" y="60894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268" name="Rounded Rectangle 1267"/>
          <p:cNvSpPr/>
          <p:nvPr/>
        </p:nvSpPr>
        <p:spPr>
          <a:xfrm>
            <a:off x="995316" y="60744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269" name="Oval 1268"/>
          <p:cNvSpPr/>
          <p:nvPr/>
        </p:nvSpPr>
        <p:spPr>
          <a:xfrm>
            <a:off x="6129258" y="621205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Oval 1269"/>
          <p:cNvSpPr/>
          <p:nvPr/>
        </p:nvSpPr>
        <p:spPr>
          <a:xfrm>
            <a:off x="6159258" y="624205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271" name="Rounded Rectangle 1270"/>
          <p:cNvSpPr/>
          <p:nvPr/>
        </p:nvSpPr>
        <p:spPr>
          <a:xfrm>
            <a:off x="6329258" y="622705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272" name="Oval 1271"/>
          <p:cNvSpPr/>
          <p:nvPr/>
        </p:nvSpPr>
        <p:spPr>
          <a:xfrm>
            <a:off x="5738836" y="445850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Oval 1272"/>
          <p:cNvSpPr/>
          <p:nvPr/>
        </p:nvSpPr>
        <p:spPr>
          <a:xfrm>
            <a:off x="5768836" y="448850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274" name="Rounded Rectangle 1273"/>
          <p:cNvSpPr/>
          <p:nvPr/>
        </p:nvSpPr>
        <p:spPr>
          <a:xfrm>
            <a:off x="5938836" y="447350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275" name="Oval 1274"/>
          <p:cNvSpPr/>
          <p:nvPr/>
        </p:nvSpPr>
        <p:spPr>
          <a:xfrm>
            <a:off x="5510238" y="13358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Oval 1275"/>
          <p:cNvSpPr/>
          <p:nvPr/>
        </p:nvSpPr>
        <p:spPr>
          <a:xfrm>
            <a:off x="5540238" y="13658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277" name="Rounded Rectangle 1276"/>
          <p:cNvSpPr/>
          <p:nvPr/>
        </p:nvSpPr>
        <p:spPr>
          <a:xfrm>
            <a:off x="5710238" y="13508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278" name="Oval 1277"/>
          <p:cNvSpPr/>
          <p:nvPr/>
        </p:nvSpPr>
        <p:spPr>
          <a:xfrm>
            <a:off x="2082140" y="33169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2112140" y="33469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280" name="Rounded Rectangle 1279"/>
          <p:cNvSpPr/>
          <p:nvPr/>
        </p:nvSpPr>
        <p:spPr>
          <a:xfrm>
            <a:off x="2282140" y="33319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281" name="Oval 1280"/>
          <p:cNvSpPr/>
          <p:nvPr/>
        </p:nvSpPr>
        <p:spPr>
          <a:xfrm>
            <a:off x="7872377" y="33154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Oval 1281"/>
          <p:cNvSpPr/>
          <p:nvPr/>
        </p:nvSpPr>
        <p:spPr>
          <a:xfrm>
            <a:off x="7902377" y="33454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283" name="Rounded Rectangle 1282"/>
          <p:cNvSpPr/>
          <p:nvPr/>
        </p:nvSpPr>
        <p:spPr>
          <a:xfrm>
            <a:off x="8072377" y="33304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284" name="Oval 1283"/>
          <p:cNvSpPr/>
          <p:nvPr/>
        </p:nvSpPr>
        <p:spPr>
          <a:xfrm>
            <a:off x="6348320" y="26315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Oval 1284"/>
          <p:cNvSpPr/>
          <p:nvPr/>
        </p:nvSpPr>
        <p:spPr>
          <a:xfrm>
            <a:off x="6378320" y="26615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286" name="Rounded Rectangle 1285"/>
          <p:cNvSpPr/>
          <p:nvPr/>
        </p:nvSpPr>
        <p:spPr>
          <a:xfrm>
            <a:off x="6548320" y="26465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287" name="Oval 1286"/>
          <p:cNvSpPr/>
          <p:nvPr/>
        </p:nvSpPr>
        <p:spPr>
          <a:xfrm>
            <a:off x="3225135" y="17167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xfrm>
            <a:off x="3255135" y="17467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289" name="Rounded Rectangle 1288"/>
          <p:cNvSpPr/>
          <p:nvPr/>
        </p:nvSpPr>
        <p:spPr>
          <a:xfrm>
            <a:off x="3425135" y="17317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290" name="Oval 1289"/>
          <p:cNvSpPr/>
          <p:nvPr/>
        </p:nvSpPr>
        <p:spPr>
          <a:xfrm>
            <a:off x="2995637" y="560149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Oval 1290"/>
          <p:cNvSpPr/>
          <p:nvPr/>
        </p:nvSpPr>
        <p:spPr>
          <a:xfrm>
            <a:off x="3025637" y="563149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292" name="Rounded Rectangle 1291"/>
          <p:cNvSpPr/>
          <p:nvPr/>
        </p:nvSpPr>
        <p:spPr>
          <a:xfrm>
            <a:off x="3195637" y="561649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293" name="Oval 1292"/>
          <p:cNvSpPr/>
          <p:nvPr/>
        </p:nvSpPr>
        <p:spPr>
          <a:xfrm>
            <a:off x="7796236" y="58301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Oval 1293"/>
          <p:cNvSpPr/>
          <p:nvPr/>
        </p:nvSpPr>
        <p:spPr>
          <a:xfrm>
            <a:off x="7826236" y="58601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295" name="Rounded Rectangle 1294"/>
          <p:cNvSpPr/>
          <p:nvPr/>
        </p:nvSpPr>
        <p:spPr>
          <a:xfrm>
            <a:off x="7996236" y="58451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296" name="Oval 1295"/>
          <p:cNvSpPr/>
          <p:nvPr/>
        </p:nvSpPr>
        <p:spPr>
          <a:xfrm>
            <a:off x="4671256" y="52173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4701256" y="52473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298" name="Rounded Rectangle 1297"/>
          <p:cNvSpPr/>
          <p:nvPr/>
        </p:nvSpPr>
        <p:spPr>
          <a:xfrm>
            <a:off x="4871256" y="52323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299" name="Oval 1298"/>
          <p:cNvSpPr/>
          <p:nvPr/>
        </p:nvSpPr>
        <p:spPr>
          <a:xfrm>
            <a:off x="655640" y="25487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xfrm>
            <a:off x="685640" y="25787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301" name="Rounded Rectangle 1300"/>
          <p:cNvSpPr/>
          <p:nvPr/>
        </p:nvSpPr>
        <p:spPr>
          <a:xfrm>
            <a:off x="855640" y="25637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302" name="Oval 1301"/>
          <p:cNvSpPr/>
          <p:nvPr/>
        </p:nvSpPr>
        <p:spPr>
          <a:xfrm>
            <a:off x="3354375" y="43281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Oval 1302"/>
          <p:cNvSpPr/>
          <p:nvPr/>
        </p:nvSpPr>
        <p:spPr>
          <a:xfrm>
            <a:off x="3384375" y="43581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304" name="Rounded Rectangle 1303"/>
          <p:cNvSpPr/>
          <p:nvPr/>
        </p:nvSpPr>
        <p:spPr>
          <a:xfrm>
            <a:off x="3554375" y="43431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305" name="Oval 1304"/>
          <p:cNvSpPr/>
          <p:nvPr/>
        </p:nvSpPr>
        <p:spPr>
          <a:xfrm>
            <a:off x="674717" y="11677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Oval 1305"/>
          <p:cNvSpPr/>
          <p:nvPr/>
        </p:nvSpPr>
        <p:spPr>
          <a:xfrm>
            <a:off x="704717" y="11977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307" name="Rounded Rectangle 1306"/>
          <p:cNvSpPr/>
          <p:nvPr/>
        </p:nvSpPr>
        <p:spPr>
          <a:xfrm>
            <a:off x="874717" y="11827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308" name="Oval 1307"/>
          <p:cNvSpPr/>
          <p:nvPr/>
        </p:nvSpPr>
        <p:spPr>
          <a:xfrm>
            <a:off x="4749017" y="24007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Oval 1308"/>
          <p:cNvSpPr/>
          <p:nvPr/>
        </p:nvSpPr>
        <p:spPr>
          <a:xfrm>
            <a:off x="4779017" y="24307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310" name="Rounded Rectangle 1309"/>
          <p:cNvSpPr/>
          <p:nvPr/>
        </p:nvSpPr>
        <p:spPr>
          <a:xfrm>
            <a:off x="4949017" y="24157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311" name="Oval 1310"/>
          <p:cNvSpPr/>
          <p:nvPr/>
        </p:nvSpPr>
        <p:spPr>
          <a:xfrm>
            <a:off x="8278818" y="427129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xfrm>
            <a:off x="8308818" y="430129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313" name="Rounded Rectangle 1312"/>
          <p:cNvSpPr/>
          <p:nvPr/>
        </p:nvSpPr>
        <p:spPr>
          <a:xfrm>
            <a:off x="8478818" y="428629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314" name="Oval 1313"/>
          <p:cNvSpPr/>
          <p:nvPr/>
        </p:nvSpPr>
        <p:spPr>
          <a:xfrm>
            <a:off x="7719920" y="49934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Oval 1314"/>
          <p:cNvSpPr/>
          <p:nvPr/>
        </p:nvSpPr>
        <p:spPr>
          <a:xfrm>
            <a:off x="7749920" y="50234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316" name="Rounded Rectangle 1315"/>
          <p:cNvSpPr/>
          <p:nvPr/>
        </p:nvSpPr>
        <p:spPr>
          <a:xfrm>
            <a:off x="7919920" y="50084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317" name="Oval 1316"/>
          <p:cNvSpPr/>
          <p:nvPr/>
        </p:nvSpPr>
        <p:spPr>
          <a:xfrm>
            <a:off x="7873096" y="4212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Oval 1317"/>
          <p:cNvSpPr/>
          <p:nvPr/>
        </p:nvSpPr>
        <p:spPr>
          <a:xfrm>
            <a:off x="7903096" y="4512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319" name="Rounded Rectangle 1318"/>
          <p:cNvSpPr/>
          <p:nvPr/>
        </p:nvSpPr>
        <p:spPr>
          <a:xfrm>
            <a:off x="8073096" y="4362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320" name="Oval 1319"/>
          <p:cNvSpPr/>
          <p:nvPr/>
        </p:nvSpPr>
        <p:spPr>
          <a:xfrm>
            <a:off x="2691617" y="4977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Oval 1320"/>
          <p:cNvSpPr/>
          <p:nvPr/>
        </p:nvSpPr>
        <p:spPr>
          <a:xfrm>
            <a:off x="2721617" y="5277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322" name="Rounded Rectangle 1321"/>
          <p:cNvSpPr/>
          <p:nvPr/>
        </p:nvSpPr>
        <p:spPr>
          <a:xfrm>
            <a:off x="2891617" y="5127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323" name="Oval 1322"/>
          <p:cNvSpPr/>
          <p:nvPr/>
        </p:nvSpPr>
        <p:spPr>
          <a:xfrm>
            <a:off x="7415175" y="43076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Oval 1323"/>
          <p:cNvSpPr/>
          <p:nvPr/>
        </p:nvSpPr>
        <p:spPr>
          <a:xfrm>
            <a:off x="7445175" y="43376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325" name="Rounded Rectangle 1324"/>
          <p:cNvSpPr/>
          <p:nvPr/>
        </p:nvSpPr>
        <p:spPr>
          <a:xfrm>
            <a:off x="7615175" y="43226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"/>
          <p:cNvSpPr/>
          <p:nvPr/>
        </p:nvSpPr>
        <p:spPr>
          <a:xfrm>
            <a:off x="3098520" y="50760"/>
            <a:ext cx="29469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13: LSZH | RWY 14 | STAR NEGR1A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"/>
          <p:cNvSpPr/>
          <p:nvPr/>
        </p:nvSpPr>
        <p:spPr>
          <a:xfrm flipH="1">
            <a:off x="4683240" y="1639800"/>
            <a:ext cx="885600" cy="770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"/>
          <p:cNvSpPr/>
          <p:nvPr/>
        </p:nvSpPr>
        <p:spPr>
          <a:xfrm>
            <a:off x="4683240" y="2409840"/>
            <a:ext cx="228600" cy="566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"/>
          <p:cNvSpPr/>
          <p:nvPr/>
        </p:nvSpPr>
        <p:spPr>
          <a:xfrm>
            <a:off x="4911840" y="2976480"/>
            <a:ext cx="60120" cy="858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"/>
          <p:cNvSpPr/>
          <p:nvPr/>
        </p:nvSpPr>
        <p:spPr>
          <a:xfrm flipH="1">
            <a:off x="4863960" y="3835440"/>
            <a:ext cx="108000" cy="611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"/>
          <p:cNvSpPr/>
          <p:nvPr/>
        </p:nvSpPr>
        <p:spPr>
          <a:xfrm flipH="1" flipV="1">
            <a:off x="3965400" y="4119120"/>
            <a:ext cx="898560" cy="327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"/>
          <p:cNvSpPr/>
          <p:nvPr/>
        </p:nvSpPr>
        <p:spPr>
          <a:xfrm flipH="1">
            <a:off x="3575160" y="4119480"/>
            <a:ext cx="390240" cy="365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"/>
          <p:cNvSpPr/>
          <p:nvPr/>
        </p:nvSpPr>
        <p:spPr>
          <a:xfrm>
            <a:off x="3575160" y="4484520"/>
            <a:ext cx="185760" cy="192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"/>
          <p:cNvSpPr/>
          <p:nvPr/>
        </p:nvSpPr>
        <p:spPr>
          <a:xfrm>
            <a:off x="3760920" y="4676760"/>
            <a:ext cx="131760" cy="138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"/>
          <p:cNvSpPr/>
          <p:nvPr/>
        </p:nvSpPr>
        <p:spPr>
          <a:xfrm>
            <a:off x="3892680" y="4815000"/>
            <a:ext cx="538200" cy="555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75" name=""/>
          <p:cNvGrpSpPr/>
          <p:nvPr/>
        </p:nvGrpSpPr>
        <p:grpSpPr>
          <a:xfrm>
            <a:off x="5505480" y="1576440"/>
            <a:ext cx="605160" cy="200520"/>
            <a:chOff x="5505480" y="1576440"/>
            <a:chExt cx="605160" cy="200520"/>
          </a:xfrm>
        </p:grpSpPr>
        <p:sp>
          <p:nvSpPr>
            <p:cNvPr id="1276" name=""/>
            <p:cNvSpPr/>
            <p:nvPr/>
          </p:nvSpPr>
          <p:spPr>
            <a:xfrm>
              <a:off x="550548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7" name=""/>
            <p:cNvSpPr/>
            <p:nvPr/>
          </p:nvSpPr>
          <p:spPr>
            <a:xfrm>
              <a:off x="5611320" y="157644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NEGRA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78" name=""/>
          <p:cNvGrpSpPr/>
          <p:nvPr/>
        </p:nvGrpSpPr>
        <p:grpSpPr>
          <a:xfrm>
            <a:off x="4632480" y="2346480"/>
            <a:ext cx="555120" cy="200520"/>
            <a:chOff x="4632480" y="2346480"/>
            <a:chExt cx="555120" cy="200520"/>
          </a:xfrm>
        </p:grpSpPr>
        <p:sp>
          <p:nvSpPr>
            <p:cNvPr id="1279" name=""/>
            <p:cNvSpPr/>
            <p:nvPr/>
          </p:nvSpPr>
          <p:spPr>
            <a:xfrm>
              <a:off x="4632480" y="23590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0" name=""/>
            <p:cNvSpPr/>
            <p:nvPr/>
          </p:nvSpPr>
          <p:spPr>
            <a:xfrm>
              <a:off x="4737240" y="23464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MATIV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1" name=""/>
          <p:cNvGrpSpPr/>
          <p:nvPr/>
        </p:nvGrpSpPr>
        <p:grpSpPr>
          <a:xfrm>
            <a:off x="4861080" y="2913120"/>
            <a:ext cx="540000" cy="200520"/>
            <a:chOff x="4861080" y="2913120"/>
            <a:chExt cx="540000" cy="200520"/>
          </a:xfrm>
        </p:grpSpPr>
        <p:sp>
          <p:nvSpPr>
            <p:cNvPr id="1282" name=""/>
            <p:cNvSpPr/>
            <p:nvPr/>
          </p:nvSpPr>
          <p:spPr>
            <a:xfrm>
              <a:off x="4861080" y="2925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3" name=""/>
            <p:cNvSpPr/>
            <p:nvPr/>
          </p:nvSpPr>
          <p:spPr>
            <a:xfrm>
              <a:off x="4980960" y="291312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AMIKI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4" name=""/>
          <p:cNvGrpSpPr/>
          <p:nvPr/>
        </p:nvGrpSpPr>
        <p:grpSpPr>
          <a:xfrm>
            <a:off x="4921200" y="3772080"/>
            <a:ext cx="483840" cy="200520"/>
            <a:chOff x="4921200" y="3772080"/>
            <a:chExt cx="483840" cy="200520"/>
          </a:xfrm>
        </p:grpSpPr>
        <p:sp>
          <p:nvSpPr>
            <p:cNvPr id="1285" name=""/>
            <p:cNvSpPr/>
            <p:nvPr/>
          </p:nvSpPr>
          <p:spPr>
            <a:xfrm>
              <a:off x="4921200" y="3784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6" name=""/>
            <p:cNvSpPr/>
            <p:nvPr/>
          </p:nvSpPr>
          <p:spPr>
            <a:xfrm>
              <a:off x="5047560" y="377208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ZUE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7" name=""/>
          <p:cNvGrpSpPr/>
          <p:nvPr/>
        </p:nvGrpSpPr>
        <p:grpSpPr>
          <a:xfrm>
            <a:off x="4813200" y="4383000"/>
            <a:ext cx="553320" cy="200520"/>
            <a:chOff x="4813200" y="4383000"/>
            <a:chExt cx="553320" cy="200520"/>
          </a:xfrm>
        </p:grpSpPr>
        <p:sp>
          <p:nvSpPr>
            <p:cNvPr id="1288" name=""/>
            <p:cNvSpPr/>
            <p:nvPr/>
          </p:nvSpPr>
          <p:spPr>
            <a:xfrm>
              <a:off x="4813200" y="43959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9" name=""/>
            <p:cNvSpPr/>
            <p:nvPr/>
          </p:nvSpPr>
          <p:spPr>
            <a:xfrm>
              <a:off x="4920480" y="438300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ZH701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90" name=""/>
          <p:cNvGrpSpPr/>
          <p:nvPr/>
        </p:nvGrpSpPr>
        <p:grpSpPr>
          <a:xfrm>
            <a:off x="3925800" y="4056120"/>
            <a:ext cx="462960" cy="200520"/>
            <a:chOff x="3925800" y="4056120"/>
            <a:chExt cx="462960" cy="200520"/>
          </a:xfrm>
        </p:grpSpPr>
        <p:sp>
          <p:nvSpPr>
            <p:cNvPr id="1291" name=""/>
            <p:cNvSpPr/>
            <p:nvPr/>
          </p:nvSpPr>
          <p:spPr>
            <a:xfrm>
              <a:off x="3925800" y="40798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2" name=""/>
            <p:cNvSpPr/>
            <p:nvPr/>
          </p:nvSpPr>
          <p:spPr>
            <a:xfrm>
              <a:off x="4031280" y="405612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TRA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93" name=""/>
          <p:cNvGrpSpPr/>
          <p:nvPr/>
        </p:nvGrpSpPr>
        <p:grpSpPr>
          <a:xfrm>
            <a:off x="3524400" y="4421160"/>
            <a:ext cx="497880" cy="200520"/>
            <a:chOff x="3524400" y="4421160"/>
            <a:chExt cx="497880" cy="200520"/>
          </a:xfrm>
        </p:grpSpPr>
        <p:sp>
          <p:nvSpPr>
            <p:cNvPr id="1294" name=""/>
            <p:cNvSpPr/>
            <p:nvPr/>
          </p:nvSpPr>
          <p:spPr>
            <a:xfrm>
              <a:off x="3524400" y="44337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5" name=""/>
            <p:cNvSpPr/>
            <p:nvPr/>
          </p:nvSpPr>
          <p:spPr>
            <a:xfrm>
              <a:off x="3635640" y="442116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96" name=""/>
          <p:cNvGrpSpPr/>
          <p:nvPr/>
        </p:nvGrpSpPr>
        <p:grpSpPr>
          <a:xfrm>
            <a:off x="3719520" y="4613400"/>
            <a:ext cx="482040" cy="200520"/>
            <a:chOff x="3719520" y="4613400"/>
            <a:chExt cx="482040" cy="200520"/>
          </a:xfrm>
        </p:grpSpPr>
        <p:sp>
          <p:nvSpPr>
            <p:cNvPr id="1297" name=""/>
            <p:cNvSpPr/>
            <p:nvPr/>
          </p:nvSpPr>
          <p:spPr>
            <a:xfrm>
              <a:off x="3719520" y="46371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8" name=""/>
            <p:cNvSpPr/>
            <p:nvPr/>
          </p:nvSpPr>
          <p:spPr>
            <a:xfrm>
              <a:off x="3805920" y="4613400"/>
              <a:ext cx="395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CF14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99" name=""/>
          <p:cNvGrpSpPr/>
          <p:nvPr/>
        </p:nvGrpSpPr>
        <p:grpSpPr>
          <a:xfrm>
            <a:off x="3852720" y="4751280"/>
            <a:ext cx="561600" cy="200520"/>
            <a:chOff x="3852720" y="4751280"/>
            <a:chExt cx="561600" cy="200520"/>
          </a:xfrm>
        </p:grpSpPr>
        <p:sp>
          <p:nvSpPr>
            <p:cNvPr id="1300" name=""/>
            <p:cNvSpPr/>
            <p:nvPr/>
          </p:nvSpPr>
          <p:spPr>
            <a:xfrm>
              <a:off x="3852720" y="477360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1" name=""/>
            <p:cNvSpPr/>
            <p:nvPr/>
          </p:nvSpPr>
          <p:spPr>
            <a:xfrm>
              <a:off x="3910680" y="4751280"/>
              <a:ext cx="503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OSNEM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02" name=""/>
          <p:cNvGrpSpPr/>
          <p:nvPr/>
        </p:nvGrpSpPr>
        <p:grpSpPr>
          <a:xfrm>
            <a:off x="4367160" y="5307120"/>
            <a:ext cx="543240" cy="200520"/>
            <a:chOff x="4367160" y="5307120"/>
            <a:chExt cx="543240" cy="200520"/>
          </a:xfrm>
        </p:grpSpPr>
        <p:sp>
          <p:nvSpPr>
            <p:cNvPr id="1303" name=""/>
            <p:cNvSpPr/>
            <p:nvPr/>
          </p:nvSpPr>
          <p:spPr>
            <a:xfrm>
              <a:off x="4367160" y="530712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4" name=""/>
            <p:cNvSpPr/>
            <p:nvPr/>
          </p:nvSpPr>
          <p:spPr>
            <a:xfrm>
              <a:off x="4484160" y="53071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05" name=""/>
          <p:cNvGrpSpPr/>
          <p:nvPr/>
        </p:nvGrpSpPr>
        <p:grpSpPr>
          <a:xfrm>
            <a:off x="7924680" y="2971800"/>
            <a:ext cx="479160" cy="200520"/>
            <a:chOff x="7924680" y="2971800"/>
            <a:chExt cx="479160" cy="200520"/>
          </a:xfrm>
        </p:grpSpPr>
        <p:sp>
          <p:nvSpPr>
            <p:cNvPr id="1306" name=""/>
            <p:cNvSpPr/>
            <p:nvPr/>
          </p:nvSpPr>
          <p:spPr>
            <a:xfrm>
              <a:off x="7924680" y="297828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7" name=""/>
            <p:cNvSpPr/>
            <p:nvPr/>
          </p:nvSpPr>
          <p:spPr>
            <a:xfrm>
              <a:off x="806616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08" name=""/>
          <p:cNvGrpSpPr/>
          <p:nvPr/>
        </p:nvGrpSpPr>
        <p:grpSpPr>
          <a:xfrm>
            <a:off x="6705720" y="4952880"/>
            <a:ext cx="461160" cy="200520"/>
            <a:chOff x="6705720" y="4952880"/>
            <a:chExt cx="461160" cy="200520"/>
          </a:xfrm>
        </p:grpSpPr>
        <p:sp>
          <p:nvSpPr>
            <p:cNvPr id="1309" name=""/>
            <p:cNvSpPr/>
            <p:nvPr/>
          </p:nvSpPr>
          <p:spPr>
            <a:xfrm>
              <a:off x="6705720" y="49672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0" name=""/>
            <p:cNvSpPr/>
            <p:nvPr/>
          </p:nvSpPr>
          <p:spPr>
            <a:xfrm>
              <a:off x="682920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1" name=""/>
          <p:cNvGrpSpPr/>
          <p:nvPr/>
        </p:nvGrpSpPr>
        <p:grpSpPr>
          <a:xfrm>
            <a:off x="3809880" y="2819520"/>
            <a:ext cx="461880" cy="200520"/>
            <a:chOff x="3809880" y="2819520"/>
            <a:chExt cx="461880" cy="200520"/>
          </a:xfrm>
        </p:grpSpPr>
        <p:sp>
          <p:nvSpPr>
            <p:cNvPr id="1312" name=""/>
            <p:cNvSpPr/>
            <p:nvPr/>
          </p:nvSpPr>
          <p:spPr>
            <a:xfrm>
              <a:off x="3809880" y="283500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3" name=""/>
            <p:cNvSpPr/>
            <p:nvPr/>
          </p:nvSpPr>
          <p:spPr>
            <a:xfrm>
              <a:off x="393408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4" name=""/>
          <p:cNvGrpSpPr/>
          <p:nvPr/>
        </p:nvGrpSpPr>
        <p:grpSpPr>
          <a:xfrm>
            <a:off x="3048120" y="5486400"/>
            <a:ext cx="461160" cy="200520"/>
            <a:chOff x="3048120" y="5486400"/>
            <a:chExt cx="461160" cy="200520"/>
          </a:xfrm>
        </p:grpSpPr>
        <p:sp>
          <p:nvSpPr>
            <p:cNvPr id="1315" name=""/>
            <p:cNvSpPr/>
            <p:nvPr/>
          </p:nvSpPr>
          <p:spPr>
            <a:xfrm>
              <a:off x="3048120" y="550224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6" name=""/>
            <p:cNvSpPr/>
            <p:nvPr/>
          </p:nvSpPr>
          <p:spPr>
            <a:xfrm>
              <a:off x="317160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7" name=""/>
          <p:cNvGrpSpPr/>
          <p:nvPr/>
        </p:nvGrpSpPr>
        <p:grpSpPr>
          <a:xfrm>
            <a:off x="4952880" y="457200"/>
            <a:ext cx="461520" cy="200520"/>
            <a:chOff x="4952880" y="457200"/>
            <a:chExt cx="461520" cy="200520"/>
          </a:xfrm>
        </p:grpSpPr>
        <p:sp>
          <p:nvSpPr>
            <p:cNvPr id="1318" name=""/>
            <p:cNvSpPr/>
            <p:nvPr/>
          </p:nvSpPr>
          <p:spPr>
            <a:xfrm>
              <a:off x="4952880" y="471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9" name=""/>
            <p:cNvSpPr/>
            <p:nvPr/>
          </p:nvSpPr>
          <p:spPr>
            <a:xfrm>
              <a:off x="507672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0" name=""/>
          <p:cNvGrpSpPr/>
          <p:nvPr/>
        </p:nvGrpSpPr>
        <p:grpSpPr>
          <a:xfrm>
            <a:off x="5867280" y="4114800"/>
            <a:ext cx="461880" cy="200520"/>
            <a:chOff x="5867280" y="4114800"/>
            <a:chExt cx="461880" cy="200520"/>
          </a:xfrm>
        </p:grpSpPr>
        <p:sp>
          <p:nvSpPr>
            <p:cNvPr id="1321" name=""/>
            <p:cNvSpPr/>
            <p:nvPr/>
          </p:nvSpPr>
          <p:spPr>
            <a:xfrm>
              <a:off x="5867280" y="41306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2" name=""/>
            <p:cNvSpPr/>
            <p:nvPr/>
          </p:nvSpPr>
          <p:spPr>
            <a:xfrm>
              <a:off x="599148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3" name=""/>
          <p:cNvGrpSpPr/>
          <p:nvPr/>
        </p:nvGrpSpPr>
        <p:grpSpPr>
          <a:xfrm>
            <a:off x="2438280" y="914400"/>
            <a:ext cx="461520" cy="200520"/>
            <a:chOff x="2438280" y="914400"/>
            <a:chExt cx="461520" cy="200520"/>
          </a:xfrm>
        </p:grpSpPr>
        <p:sp>
          <p:nvSpPr>
            <p:cNvPr id="1324" name=""/>
            <p:cNvSpPr/>
            <p:nvPr/>
          </p:nvSpPr>
          <p:spPr>
            <a:xfrm>
              <a:off x="2438280" y="928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5" name=""/>
            <p:cNvSpPr/>
            <p:nvPr/>
          </p:nvSpPr>
          <p:spPr>
            <a:xfrm>
              <a:off x="2562120" y="914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6" name=""/>
          <p:cNvGrpSpPr/>
          <p:nvPr/>
        </p:nvGrpSpPr>
        <p:grpSpPr>
          <a:xfrm>
            <a:off x="6019920" y="2286000"/>
            <a:ext cx="460080" cy="200520"/>
            <a:chOff x="6019920" y="2286000"/>
            <a:chExt cx="460080" cy="200520"/>
          </a:xfrm>
        </p:grpSpPr>
        <p:sp>
          <p:nvSpPr>
            <p:cNvPr id="1327" name=""/>
            <p:cNvSpPr/>
            <p:nvPr/>
          </p:nvSpPr>
          <p:spPr>
            <a:xfrm>
              <a:off x="6019920" y="2301840"/>
              <a:ext cx="950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8" name=""/>
            <p:cNvSpPr/>
            <p:nvPr/>
          </p:nvSpPr>
          <p:spPr>
            <a:xfrm>
              <a:off x="6142320" y="228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9" name=""/>
          <p:cNvGrpSpPr/>
          <p:nvPr/>
        </p:nvGrpSpPr>
        <p:grpSpPr>
          <a:xfrm>
            <a:off x="5867280" y="3200400"/>
            <a:ext cx="461880" cy="200520"/>
            <a:chOff x="5867280" y="3200400"/>
            <a:chExt cx="461880" cy="200520"/>
          </a:xfrm>
        </p:grpSpPr>
        <p:sp>
          <p:nvSpPr>
            <p:cNvPr id="1330" name=""/>
            <p:cNvSpPr/>
            <p:nvPr/>
          </p:nvSpPr>
          <p:spPr>
            <a:xfrm>
              <a:off x="5867280" y="3214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1" name=""/>
            <p:cNvSpPr/>
            <p:nvPr/>
          </p:nvSpPr>
          <p:spPr>
            <a:xfrm>
              <a:off x="599148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2" name=""/>
          <p:cNvGrpSpPr/>
          <p:nvPr/>
        </p:nvGrpSpPr>
        <p:grpSpPr>
          <a:xfrm>
            <a:off x="4267080" y="3657600"/>
            <a:ext cx="461880" cy="200520"/>
            <a:chOff x="4267080" y="3657600"/>
            <a:chExt cx="461880" cy="200520"/>
          </a:xfrm>
        </p:grpSpPr>
        <p:sp>
          <p:nvSpPr>
            <p:cNvPr id="1333" name=""/>
            <p:cNvSpPr/>
            <p:nvPr/>
          </p:nvSpPr>
          <p:spPr>
            <a:xfrm>
              <a:off x="4267080" y="3673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4" name=""/>
            <p:cNvSpPr/>
            <p:nvPr/>
          </p:nvSpPr>
          <p:spPr>
            <a:xfrm>
              <a:off x="439128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5" name=""/>
          <p:cNvGrpSpPr/>
          <p:nvPr/>
        </p:nvGrpSpPr>
        <p:grpSpPr>
          <a:xfrm>
            <a:off x="5486400" y="6172200"/>
            <a:ext cx="461880" cy="200520"/>
            <a:chOff x="5486400" y="6172200"/>
            <a:chExt cx="461880" cy="200520"/>
          </a:xfrm>
        </p:grpSpPr>
        <p:sp>
          <p:nvSpPr>
            <p:cNvPr id="1336" name=""/>
            <p:cNvSpPr/>
            <p:nvPr/>
          </p:nvSpPr>
          <p:spPr>
            <a:xfrm>
              <a:off x="5486400" y="6188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7" name=""/>
            <p:cNvSpPr/>
            <p:nvPr/>
          </p:nvSpPr>
          <p:spPr>
            <a:xfrm>
              <a:off x="561060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8" name=""/>
          <p:cNvGrpSpPr/>
          <p:nvPr/>
        </p:nvGrpSpPr>
        <p:grpSpPr>
          <a:xfrm>
            <a:off x="5486400" y="5029200"/>
            <a:ext cx="461880" cy="200520"/>
            <a:chOff x="5486400" y="5029200"/>
            <a:chExt cx="461880" cy="200520"/>
          </a:xfrm>
        </p:grpSpPr>
        <p:sp>
          <p:nvSpPr>
            <p:cNvPr id="1339" name=""/>
            <p:cNvSpPr/>
            <p:nvPr/>
          </p:nvSpPr>
          <p:spPr>
            <a:xfrm>
              <a:off x="5486400" y="5043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0" name=""/>
            <p:cNvSpPr/>
            <p:nvPr/>
          </p:nvSpPr>
          <p:spPr>
            <a:xfrm>
              <a:off x="561060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1" name=""/>
          <p:cNvGrpSpPr/>
          <p:nvPr/>
        </p:nvGrpSpPr>
        <p:grpSpPr>
          <a:xfrm>
            <a:off x="6172200" y="838080"/>
            <a:ext cx="460080" cy="200520"/>
            <a:chOff x="6172200" y="838080"/>
            <a:chExt cx="460080" cy="200520"/>
          </a:xfrm>
        </p:grpSpPr>
        <p:sp>
          <p:nvSpPr>
            <p:cNvPr id="1342" name=""/>
            <p:cNvSpPr/>
            <p:nvPr/>
          </p:nvSpPr>
          <p:spPr>
            <a:xfrm>
              <a:off x="6172200" y="8539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3" name=""/>
            <p:cNvSpPr/>
            <p:nvPr/>
          </p:nvSpPr>
          <p:spPr>
            <a:xfrm>
              <a:off x="6294600" y="83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4" name=""/>
          <p:cNvGrpSpPr/>
          <p:nvPr/>
        </p:nvGrpSpPr>
        <p:grpSpPr>
          <a:xfrm>
            <a:off x="3983040" y="6094440"/>
            <a:ext cx="468720" cy="200520"/>
            <a:chOff x="3983040" y="6094440"/>
            <a:chExt cx="468720" cy="200520"/>
          </a:xfrm>
        </p:grpSpPr>
        <p:sp>
          <p:nvSpPr>
            <p:cNvPr id="1345" name=""/>
            <p:cNvSpPr/>
            <p:nvPr/>
          </p:nvSpPr>
          <p:spPr>
            <a:xfrm>
              <a:off x="3983040" y="6108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6" name=""/>
            <p:cNvSpPr/>
            <p:nvPr/>
          </p:nvSpPr>
          <p:spPr>
            <a:xfrm>
              <a:off x="4114080" y="6094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7" name=""/>
          <p:cNvGrpSpPr/>
          <p:nvPr/>
        </p:nvGrpSpPr>
        <p:grpSpPr>
          <a:xfrm>
            <a:off x="3198960" y="3681360"/>
            <a:ext cx="468720" cy="200520"/>
            <a:chOff x="3198960" y="3681360"/>
            <a:chExt cx="468720" cy="200520"/>
          </a:xfrm>
        </p:grpSpPr>
        <p:sp>
          <p:nvSpPr>
            <p:cNvPr id="1348" name=""/>
            <p:cNvSpPr/>
            <p:nvPr/>
          </p:nvSpPr>
          <p:spPr>
            <a:xfrm>
              <a:off x="3198960" y="369720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9" name=""/>
            <p:cNvSpPr/>
            <p:nvPr/>
          </p:nvSpPr>
          <p:spPr>
            <a:xfrm>
              <a:off x="3330000" y="3681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0" name=""/>
          <p:cNvGrpSpPr/>
          <p:nvPr/>
        </p:nvGrpSpPr>
        <p:grpSpPr>
          <a:xfrm>
            <a:off x="990720" y="2743200"/>
            <a:ext cx="461160" cy="200520"/>
            <a:chOff x="990720" y="2743200"/>
            <a:chExt cx="461160" cy="200520"/>
          </a:xfrm>
        </p:grpSpPr>
        <p:sp>
          <p:nvSpPr>
            <p:cNvPr id="1351" name=""/>
            <p:cNvSpPr/>
            <p:nvPr/>
          </p:nvSpPr>
          <p:spPr>
            <a:xfrm>
              <a:off x="990720" y="275904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2" name=""/>
            <p:cNvSpPr/>
            <p:nvPr/>
          </p:nvSpPr>
          <p:spPr>
            <a:xfrm>
              <a:off x="111420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3" name=""/>
          <p:cNvGrpSpPr/>
          <p:nvPr/>
        </p:nvGrpSpPr>
        <p:grpSpPr>
          <a:xfrm>
            <a:off x="2819520" y="4648320"/>
            <a:ext cx="461160" cy="200520"/>
            <a:chOff x="2819520" y="4648320"/>
            <a:chExt cx="461160" cy="200520"/>
          </a:xfrm>
        </p:grpSpPr>
        <p:sp>
          <p:nvSpPr>
            <p:cNvPr id="1354" name=""/>
            <p:cNvSpPr/>
            <p:nvPr/>
          </p:nvSpPr>
          <p:spPr>
            <a:xfrm>
              <a:off x="2819520" y="46623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5" name=""/>
            <p:cNvSpPr/>
            <p:nvPr/>
          </p:nvSpPr>
          <p:spPr>
            <a:xfrm>
              <a:off x="2943000" y="4648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6" name=""/>
          <p:cNvGrpSpPr/>
          <p:nvPr/>
        </p:nvGrpSpPr>
        <p:grpSpPr>
          <a:xfrm>
            <a:off x="3962520" y="1828800"/>
            <a:ext cx="461520" cy="200520"/>
            <a:chOff x="3962520" y="1828800"/>
            <a:chExt cx="461520" cy="200520"/>
          </a:xfrm>
        </p:grpSpPr>
        <p:sp>
          <p:nvSpPr>
            <p:cNvPr id="1357" name=""/>
            <p:cNvSpPr/>
            <p:nvPr/>
          </p:nvSpPr>
          <p:spPr>
            <a:xfrm>
              <a:off x="3962520" y="18446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8" name=""/>
            <p:cNvSpPr/>
            <p:nvPr/>
          </p:nvSpPr>
          <p:spPr>
            <a:xfrm>
              <a:off x="408636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9" name=""/>
          <p:cNvGrpSpPr/>
          <p:nvPr/>
        </p:nvGrpSpPr>
        <p:grpSpPr>
          <a:xfrm>
            <a:off x="3886200" y="4191120"/>
            <a:ext cx="460080" cy="200520"/>
            <a:chOff x="3886200" y="4191120"/>
            <a:chExt cx="460080" cy="200520"/>
          </a:xfrm>
        </p:grpSpPr>
        <p:sp>
          <p:nvSpPr>
            <p:cNvPr id="1360" name=""/>
            <p:cNvSpPr/>
            <p:nvPr/>
          </p:nvSpPr>
          <p:spPr>
            <a:xfrm>
              <a:off x="3886200" y="42069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1" name=""/>
            <p:cNvSpPr/>
            <p:nvPr/>
          </p:nvSpPr>
          <p:spPr>
            <a:xfrm>
              <a:off x="400860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62" name=""/>
          <p:cNvGrpSpPr/>
          <p:nvPr/>
        </p:nvGrpSpPr>
        <p:grpSpPr>
          <a:xfrm>
            <a:off x="4800600" y="1295280"/>
            <a:ext cx="461880" cy="200520"/>
            <a:chOff x="4800600" y="1295280"/>
            <a:chExt cx="461880" cy="200520"/>
          </a:xfrm>
        </p:grpSpPr>
        <p:sp>
          <p:nvSpPr>
            <p:cNvPr id="1363" name=""/>
            <p:cNvSpPr/>
            <p:nvPr/>
          </p:nvSpPr>
          <p:spPr>
            <a:xfrm>
              <a:off x="4800600" y="13111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4" name=""/>
            <p:cNvSpPr/>
            <p:nvPr/>
          </p:nvSpPr>
          <p:spPr>
            <a:xfrm>
              <a:off x="492480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65" name="Rounded Rectangle 1364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1366" name="Oval 1365"/>
          <p:cNvSpPr/>
          <p:nvPr/>
        </p:nvSpPr>
        <p:spPr>
          <a:xfrm>
            <a:off x="7881738" y="29353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Oval 1366"/>
          <p:cNvSpPr/>
          <p:nvPr/>
        </p:nvSpPr>
        <p:spPr>
          <a:xfrm>
            <a:off x="7911738" y="29653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368" name="Rounded Rectangle 1367"/>
          <p:cNvSpPr/>
          <p:nvPr/>
        </p:nvSpPr>
        <p:spPr>
          <a:xfrm>
            <a:off x="8081738" y="29503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369" name="Oval 1368"/>
          <p:cNvSpPr/>
          <p:nvPr/>
        </p:nvSpPr>
        <p:spPr>
          <a:xfrm>
            <a:off x="6653955" y="491570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Oval 1369"/>
          <p:cNvSpPr/>
          <p:nvPr/>
        </p:nvSpPr>
        <p:spPr>
          <a:xfrm>
            <a:off x="6683955" y="494570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371" name="Rounded Rectangle 1370"/>
          <p:cNvSpPr/>
          <p:nvPr/>
        </p:nvSpPr>
        <p:spPr>
          <a:xfrm>
            <a:off x="6853955" y="493070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372" name="Oval 1371"/>
          <p:cNvSpPr/>
          <p:nvPr/>
        </p:nvSpPr>
        <p:spPr>
          <a:xfrm>
            <a:off x="3758298" y="27832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Oval 1372"/>
          <p:cNvSpPr/>
          <p:nvPr/>
        </p:nvSpPr>
        <p:spPr>
          <a:xfrm>
            <a:off x="3788298" y="28132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374" name="Rounded Rectangle 1373"/>
          <p:cNvSpPr/>
          <p:nvPr/>
        </p:nvSpPr>
        <p:spPr>
          <a:xfrm>
            <a:off x="3958298" y="27982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375" name="Oval 1374"/>
          <p:cNvSpPr/>
          <p:nvPr/>
        </p:nvSpPr>
        <p:spPr>
          <a:xfrm>
            <a:off x="2996352" y="544976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Oval 1375"/>
          <p:cNvSpPr/>
          <p:nvPr/>
        </p:nvSpPr>
        <p:spPr>
          <a:xfrm>
            <a:off x="3026352" y="547976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377" name="Rounded Rectangle 1376"/>
          <p:cNvSpPr/>
          <p:nvPr/>
        </p:nvSpPr>
        <p:spPr>
          <a:xfrm>
            <a:off x="3196352" y="546476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378" name="Oval 1377"/>
          <p:cNvSpPr/>
          <p:nvPr/>
        </p:nvSpPr>
        <p:spPr>
          <a:xfrm>
            <a:off x="4901295" y="4196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Oval 1378"/>
          <p:cNvSpPr/>
          <p:nvPr/>
        </p:nvSpPr>
        <p:spPr>
          <a:xfrm>
            <a:off x="4931295" y="4496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380" name="Rounded Rectangle 1379"/>
          <p:cNvSpPr/>
          <p:nvPr/>
        </p:nvSpPr>
        <p:spPr>
          <a:xfrm>
            <a:off x="5101295" y="4346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381" name="Oval 1380"/>
          <p:cNvSpPr/>
          <p:nvPr/>
        </p:nvSpPr>
        <p:spPr>
          <a:xfrm>
            <a:off x="5815695" y="407834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xfrm>
            <a:off x="5845695" y="410834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383" name="Rounded Rectangle 1382"/>
          <p:cNvSpPr/>
          <p:nvPr/>
        </p:nvSpPr>
        <p:spPr>
          <a:xfrm>
            <a:off x="6015695" y="409334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384" name="Oval 1383"/>
          <p:cNvSpPr/>
          <p:nvPr/>
        </p:nvSpPr>
        <p:spPr>
          <a:xfrm>
            <a:off x="2386697" y="87722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Oval 1384"/>
          <p:cNvSpPr/>
          <p:nvPr/>
        </p:nvSpPr>
        <p:spPr>
          <a:xfrm>
            <a:off x="2416697" y="90722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386" name="Rounded Rectangle 1385"/>
          <p:cNvSpPr/>
          <p:nvPr/>
        </p:nvSpPr>
        <p:spPr>
          <a:xfrm>
            <a:off x="2586697" y="89222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387" name="Oval 1386"/>
          <p:cNvSpPr/>
          <p:nvPr/>
        </p:nvSpPr>
        <p:spPr>
          <a:xfrm>
            <a:off x="5967433" y="22493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Oval 1387"/>
          <p:cNvSpPr/>
          <p:nvPr/>
        </p:nvSpPr>
        <p:spPr>
          <a:xfrm>
            <a:off x="5997433" y="22793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389" name="Rounded Rectangle 1388"/>
          <p:cNvSpPr/>
          <p:nvPr/>
        </p:nvSpPr>
        <p:spPr>
          <a:xfrm>
            <a:off x="6167433" y="22643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390" name="Oval 1389"/>
          <p:cNvSpPr/>
          <p:nvPr/>
        </p:nvSpPr>
        <p:spPr>
          <a:xfrm>
            <a:off x="5815695" y="31632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Oval 1390"/>
          <p:cNvSpPr/>
          <p:nvPr/>
        </p:nvSpPr>
        <p:spPr>
          <a:xfrm>
            <a:off x="5845695" y="31932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392" name="Rounded Rectangle 1391"/>
          <p:cNvSpPr/>
          <p:nvPr/>
        </p:nvSpPr>
        <p:spPr>
          <a:xfrm>
            <a:off x="6015695" y="31782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393" name="Oval 1392"/>
          <p:cNvSpPr/>
          <p:nvPr/>
        </p:nvSpPr>
        <p:spPr>
          <a:xfrm>
            <a:off x="4215499" y="362186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Oval 1393"/>
          <p:cNvSpPr/>
          <p:nvPr/>
        </p:nvSpPr>
        <p:spPr>
          <a:xfrm>
            <a:off x="4245499" y="365186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395" name="Rounded Rectangle 1394"/>
          <p:cNvSpPr/>
          <p:nvPr/>
        </p:nvSpPr>
        <p:spPr>
          <a:xfrm>
            <a:off x="4415499" y="363686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396" name="Oval 1395"/>
          <p:cNvSpPr/>
          <p:nvPr/>
        </p:nvSpPr>
        <p:spPr>
          <a:xfrm>
            <a:off x="5434818" y="61364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Oval 1396"/>
          <p:cNvSpPr/>
          <p:nvPr/>
        </p:nvSpPr>
        <p:spPr>
          <a:xfrm>
            <a:off x="5464818" y="61664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398" name="Rounded Rectangle 1397"/>
          <p:cNvSpPr/>
          <p:nvPr/>
        </p:nvSpPr>
        <p:spPr>
          <a:xfrm>
            <a:off x="5634818" y="61514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399" name="Oval 1398"/>
          <p:cNvSpPr/>
          <p:nvPr/>
        </p:nvSpPr>
        <p:spPr>
          <a:xfrm>
            <a:off x="5434818" y="499202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Oval 1399"/>
          <p:cNvSpPr/>
          <p:nvPr/>
        </p:nvSpPr>
        <p:spPr>
          <a:xfrm>
            <a:off x="5464818" y="502202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401" name="Rounded Rectangle 1400"/>
          <p:cNvSpPr/>
          <p:nvPr/>
        </p:nvSpPr>
        <p:spPr>
          <a:xfrm>
            <a:off x="5634818" y="500702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402" name="Oval 1401"/>
          <p:cNvSpPr/>
          <p:nvPr/>
        </p:nvSpPr>
        <p:spPr>
          <a:xfrm>
            <a:off x="6119897" y="80234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Oval 1402"/>
          <p:cNvSpPr/>
          <p:nvPr/>
        </p:nvSpPr>
        <p:spPr>
          <a:xfrm>
            <a:off x="6149897" y="83234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404" name="Rounded Rectangle 1403"/>
          <p:cNvSpPr/>
          <p:nvPr/>
        </p:nvSpPr>
        <p:spPr>
          <a:xfrm>
            <a:off x="6319897" y="81734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405" name="Oval 1404"/>
          <p:cNvSpPr/>
          <p:nvPr/>
        </p:nvSpPr>
        <p:spPr>
          <a:xfrm>
            <a:off x="3931455" y="60572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Oval 1405"/>
          <p:cNvSpPr/>
          <p:nvPr/>
        </p:nvSpPr>
        <p:spPr>
          <a:xfrm>
            <a:off x="3961455" y="60872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407" name="Rounded Rectangle 1406"/>
          <p:cNvSpPr/>
          <p:nvPr/>
        </p:nvSpPr>
        <p:spPr>
          <a:xfrm>
            <a:off x="4131455" y="60722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408" name="Oval 1407"/>
          <p:cNvSpPr/>
          <p:nvPr/>
        </p:nvSpPr>
        <p:spPr>
          <a:xfrm>
            <a:off x="3147373" y="364490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Oval 1408"/>
          <p:cNvSpPr/>
          <p:nvPr/>
        </p:nvSpPr>
        <p:spPr>
          <a:xfrm>
            <a:off x="3177373" y="367490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410" name="Rounded Rectangle 1409"/>
          <p:cNvSpPr/>
          <p:nvPr/>
        </p:nvSpPr>
        <p:spPr>
          <a:xfrm>
            <a:off x="3347373" y="365990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411" name="Oval 1410"/>
          <p:cNvSpPr/>
          <p:nvPr/>
        </p:nvSpPr>
        <p:spPr>
          <a:xfrm>
            <a:off x="938955" y="27065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Oval 1411"/>
          <p:cNvSpPr/>
          <p:nvPr/>
        </p:nvSpPr>
        <p:spPr>
          <a:xfrm>
            <a:off x="968955" y="27365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413" name="Rounded Rectangle 1412"/>
          <p:cNvSpPr/>
          <p:nvPr/>
        </p:nvSpPr>
        <p:spPr>
          <a:xfrm>
            <a:off x="1138955" y="27215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414" name="Oval 1413"/>
          <p:cNvSpPr/>
          <p:nvPr/>
        </p:nvSpPr>
        <p:spPr>
          <a:xfrm>
            <a:off x="2767756" y="46107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Oval 1414"/>
          <p:cNvSpPr/>
          <p:nvPr/>
        </p:nvSpPr>
        <p:spPr>
          <a:xfrm>
            <a:off x="2797756" y="46407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416" name="Rounded Rectangle 1415"/>
          <p:cNvSpPr/>
          <p:nvPr/>
        </p:nvSpPr>
        <p:spPr>
          <a:xfrm>
            <a:off x="2967756" y="46257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417" name="Oval 1416"/>
          <p:cNvSpPr/>
          <p:nvPr/>
        </p:nvSpPr>
        <p:spPr>
          <a:xfrm>
            <a:off x="3910934" y="17928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Oval 1417"/>
          <p:cNvSpPr/>
          <p:nvPr/>
        </p:nvSpPr>
        <p:spPr>
          <a:xfrm>
            <a:off x="3940934" y="18228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419" name="Rounded Rectangle 1418"/>
          <p:cNvSpPr/>
          <p:nvPr/>
        </p:nvSpPr>
        <p:spPr>
          <a:xfrm>
            <a:off x="4110934" y="18078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420" name="Oval 1419"/>
          <p:cNvSpPr/>
          <p:nvPr/>
        </p:nvSpPr>
        <p:spPr>
          <a:xfrm>
            <a:off x="3833713" y="415538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Oval 1420"/>
          <p:cNvSpPr/>
          <p:nvPr/>
        </p:nvSpPr>
        <p:spPr>
          <a:xfrm>
            <a:off x="3863713" y="418538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422" name="Rounded Rectangle 1421"/>
          <p:cNvSpPr/>
          <p:nvPr/>
        </p:nvSpPr>
        <p:spPr>
          <a:xfrm>
            <a:off x="4033713" y="417038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423" name="Oval 1422"/>
          <p:cNvSpPr/>
          <p:nvPr/>
        </p:nvSpPr>
        <p:spPr>
          <a:xfrm>
            <a:off x="4749012" y="125882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Oval 1423"/>
          <p:cNvSpPr/>
          <p:nvPr/>
        </p:nvSpPr>
        <p:spPr>
          <a:xfrm>
            <a:off x="4779012" y="128882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425" name="Rounded Rectangle 1424"/>
          <p:cNvSpPr/>
          <p:nvPr/>
        </p:nvSpPr>
        <p:spPr>
          <a:xfrm>
            <a:off x="4949012" y="127382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"/>
          <p:cNvSpPr/>
          <p:nvPr/>
        </p:nvSpPr>
        <p:spPr>
          <a:xfrm>
            <a:off x="3145680" y="50760"/>
            <a:ext cx="28522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14: LSZH | RWY 34 | STAR BLM2G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"/>
          <p:cNvSpPr/>
          <p:nvPr/>
        </p:nvSpPr>
        <p:spPr>
          <a:xfrm>
            <a:off x="1901880" y="2382840"/>
            <a:ext cx="982440" cy="320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"/>
          <p:cNvSpPr/>
          <p:nvPr/>
        </p:nvSpPr>
        <p:spPr>
          <a:xfrm>
            <a:off x="2884320" y="2703600"/>
            <a:ext cx="1254240" cy="406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"/>
          <p:cNvSpPr/>
          <p:nvPr/>
        </p:nvSpPr>
        <p:spPr>
          <a:xfrm>
            <a:off x="4138560" y="3110040"/>
            <a:ext cx="2082960" cy="255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"/>
          <p:cNvSpPr/>
          <p:nvPr/>
        </p:nvSpPr>
        <p:spPr>
          <a:xfrm>
            <a:off x="6221520" y="3365640"/>
            <a:ext cx="1020600" cy="1261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"/>
          <p:cNvSpPr/>
          <p:nvPr/>
        </p:nvSpPr>
        <p:spPr>
          <a:xfrm flipH="1" flipV="1">
            <a:off x="6700680" y="3981600"/>
            <a:ext cx="541440" cy="64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"/>
          <p:cNvSpPr/>
          <p:nvPr/>
        </p:nvSpPr>
        <p:spPr>
          <a:xfrm flipH="1" flipV="1">
            <a:off x="6571800" y="3718080"/>
            <a:ext cx="128520" cy="263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"/>
          <p:cNvSpPr/>
          <p:nvPr/>
        </p:nvSpPr>
        <p:spPr>
          <a:xfrm flipH="1" flipV="1">
            <a:off x="6119280" y="2789280"/>
            <a:ext cx="452520" cy="928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73" name=""/>
          <p:cNvGrpSpPr/>
          <p:nvPr/>
        </p:nvGrpSpPr>
        <p:grpSpPr>
          <a:xfrm>
            <a:off x="1838160" y="2319480"/>
            <a:ext cx="516240" cy="200520"/>
            <a:chOff x="1838160" y="2319480"/>
            <a:chExt cx="516240" cy="200520"/>
          </a:xfrm>
        </p:grpSpPr>
        <p:sp>
          <p:nvSpPr>
            <p:cNvPr id="1374" name=""/>
            <p:cNvSpPr/>
            <p:nvPr/>
          </p:nvSpPr>
          <p:spPr>
            <a:xfrm>
              <a:off x="1838160" y="231948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5" name=""/>
            <p:cNvSpPr/>
            <p:nvPr/>
          </p:nvSpPr>
          <p:spPr>
            <a:xfrm>
              <a:off x="1983240" y="231948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BLM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76" name=""/>
          <p:cNvGrpSpPr/>
          <p:nvPr/>
        </p:nvGrpSpPr>
        <p:grpSpPr>
          <a:xfrm>
            <a:off x="2833560" y="2639880"/>
            <a:ext cx="553320" cy="200520"/>
            <a:chOff x="2833560" y="2639880"/>
            <a:chExt cx="553320" cy="200520"/>
          </a:xfrm>
        </p:grpSpPr>
        <p:sp>
          <p:nvSpPr>
            <p:cNvPr id="1377" name=""/>
            <p:cNvSpPr/>
            <p:nvPr/>
          </p:nvSpPr>
          <p:spPr>
            <a:xfrm>
              <a:off x="2833560" y="26528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8" name=""/>
            <p:cNvSpPr/>
            <p:nvPr/>
          </p:nvSpPr>
          <p:spPr>
            <a:xfrm>
              <a:off x="2940840" y="263988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ZH677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79" name=""/>
          <p:cNvGrpSpPr/>
          <p:nvPr/>
        </p:nvGrpSpPr>
        <p:grpSpPr>
          <a:xfrm>
            <a:off x="4087800" y="3046320"/>
            <a:ext cx="555480" cy="200520"/>
            <a:chOff x="4087800" y="3046320"/>
            <a:chExt cx="555480" cy="200520"/>
          </a:xfrm>
        </p:grpSpPr>
        <p:sp>
          <p:nvSpPr>
            <p:cNvPr id="1380" name=""/>
            <p:cNvSpPr/>
            <p:nvPr/>
          </p:nvSpPr>
          <p:spPr>
            <a:xfrm>
              <a:off x="4087800" y="30592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1" name=""/>
            <p:cNvSpPr/>
            <p:nvPr/>
          </p:nvSpPr>
          <p:spPr>
            <a:xfrm>
              <a:off x="4192920" y="30463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GIPOL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82" name=""/>
          <p:cNvGrpSpPr/>
          <p:nvPr/>
        </p:nvGrpSpPr>
        <p:grpSpPr>
          <a:xfrm>
            <a:off x="6170760" y="3301920"/>
            <a:ext cx="483480" cy="200520"/>
            <a:chOff x="6170760" y="3301920"/>
            <a:chExt cx="483480" cy="200520"/>
          </a:xfrm>
        </p:grpSpPr>
        <p:sp>
          <p:nvSpPr>
            <p:cNvPr id="1383" name=""/>
            <p:cNvSpPr/>
            <p:nvPr/>
          </p:nvSpPr>
          <p:spPr>
            <a:xfrm>
              <a:off x="6170760" y="3314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4" name=""/>
            <p:cNvSpPr/>
            <p:nvPr/>
          </p:nvSpPr>
          <p:spPr>
            <a:xfrm>
              <a:off x="6296760" y="330192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KLO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85" name=""/>
          <p:cNvGrpSpPr/>
          <p:nvPr/>
        </p:nvGrpSpPr>
        <p:grpSpPr>
          <a:xfrm>
            <a:off x="7191360" y="4564080"/>
            <a:ext cx="553320" cy="200520"/>
            <a:chOff x="7191360" y="4564080"/>
            <a:chExt cx="553320" cy="200520"/>
          </a:xfrm>
        </p:grpSpPr>
        <p:sp>
          <p:nvSpPr>
            <p:cNvPr id="1386" name=""/>
            <p:cNvSpPr/>
            <p:nvPr/>
          </p:nvSpPr>
          <p:spPr>
            <a:xfrm>
              <a:off x="7191360" y="4576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7" name=""/>
            <p:cNvSpPr/>
            <p:nvPr/>
          </p:nvSpPr>
          <p:spPr>
            <a:xfrm>
              <a:off x="7298640" y="456408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ZH726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88" name=""/>
          <p:cNvGrpSpPr/>
          <p:nvPr/>
        </p:nvGrpSpPr>
        <p:grpSpPr>
          <a:xfrm>
            <a:off x="6661080" y="3917880"/>
            <a:ext cx="534960" cy="200520"/>
            <a:chOff x="6661080" y="3917880"/>
            <a:chExt cx="534960" cy="200520"/>
          </a:xfrm>
        </p:grpSpPr>
        <p:sp>
          <p:nvSpPr>
            <p:cNvPr id="1389" name=""/>
            <p:cNvSpPr/>
            <p:nvPr/>
          </p:nvSpPr>
          <p:spPr>
            <a:xfrm>
              <a:off x="6661080" y="39416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0" name=""/>
            <p:cNvSpPr/>
            <p:nvPr/>
          </p:nvSpPr>
          <p:spPr>
            <a:xfrm>
              <a:off x="6745680" y="39178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UTIXO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1" name=""/>
          <p:cNvGrpSpPr/>
          <p:nvPr/>
        </p:nvGrpSpPr>
        <p:grpSpPr>
          <a:xfrm>
            <a:off x="6532560" y="3654360"/>
            <a:ext cx="517320" cy="200520"/>
            <a:chOff x="6532560" y="3654360"/>
            <a:chExt cx="517320" cy="200520"/>
          </a:xfrm>
        </p:grpSpPr>
        <p:sp>
          <p:nvSpPr>
            <p:cNvPr id="1392" name=""/>
            <p:cNvSpPr/>
            <p:nvPr/>
          </p:nvSpPr>
          <p:spPr>
            <a:xfrm>
              <a:off x="6532560" y="367668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3" name=""/>
            <p:cNvSpPr/>
            <p:nvPr/>
          </p:nvSpPr>
          <p:spPr>
            <a:xfrm>
              <a:off x="6634440" y="365436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MILNI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4" name=""/>
          <p:cNvGrpSpPr/>
          <p:nvPr/>
        </p:nvGrpSpPr>
        <p:grpSpPr>
          <a:xfrm>
            <a:off x="6056280" y="2725560"/>
            <a:ext cx="543240" cy="200520"/>
            <a:chOff x="6056280" y="2725560"/>
            <a:chExt cx="543240" cy="200520"/>
          </a:xfrm>
        </p:grpSpPr>
        <p:sp>
          <p:nvSpPr>
            <p:cNvPr id="1395" name=""/>
            <p:cNvSpPr/>
            <p:nvPr/>
          </p:nvSpPr>
          <p:spPr>
            <a:xfrm>
              <a:off x="6056280" y="272556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6" name=""/>
            <p:cNvSpPr/>
            <p:nvPr/>
          </p:nvSpPr>
          <p:spPr>
            <a:xfrm>
              <a:off x="6173280" y="27255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7" name=""/>
          <p:cNvGrpSpPr/>
          <p:nvPr/>
        </p:nvGrpSpPr>
        <p:grpSpPr>
          <a:xfrm>
            <a:off x="2209680" y="3429000"/>
            <a:ext cx="479160" cy="200520"/>
            <a:chOff x="2209680" y="3429000"/>
            <a:chExt cx="479160" cy="200520"/>
          </a:xfrm>
        </p:grpSpPr>
        <p:sp>
          <p:nvSpPr>
            <p:cNvPr id="1398" name=""/>
            <p:cNvSpPr/>
            <p:nvPr/>
          </p:nvSpPr>
          <p:spPr>
            <a:xfrm>
              <a:off x="2209680" y="34351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9" name=""/>
            <p:cNvSpPr/>
            <p:nvPr/>
          </p:nvSpPr>
          <p:spPr>
            <a:xfrm>
              <a:off x="235116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00" name=""/>
          <p:cNvGrpSpPr/>
          <p:nvPr/>
        </p:nvGrpSpPr>
        <p:grpSpPr>
          <a:xfrm>
            <a:off x="8534520" y="457200"/>
            <a:ext cx="479160" cy="200520"/>
            <a:chOff x="8534520" y="457200"/>
            <a:chExt cx="479160" cy="200520"/>
          </a:xfrm>
        </p:grpSpPr>
        <p:sp>
          <p:nvSpPr>
            <p:cNvPr id="1401" name=""/>
            <p:cNvSpPr/>
            <p:nvPr/>
          </p:nvSpPr>
          <p:spPr>
            <a:xfrm>
              <a:off x="8534520" y="46368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2" name=""/>
            <p:cNvSpPr/>
            <p:nvPr/>
          </p:nvSpPr>
          <p:spPr>
            <a:xfrm>
              <a:off x="867600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03" name=""/>
          <p:cNvGrpSpPr/>
          <p:nvPr/>
        </p:nvGrpSpPr>
        <p:grpSpPr>
          <a:xfrm>
            <a:off x="2968560" y="4950000"/>
            <a:ext cx="486360" cy="200520"/>
            <a:chOff x="2968560" y="4950000"/>
            <a:chExt cx="486360" cy="200520"/>
          </a:xfrm>
        </p:grpSpPr>
        <p:sp>
          <p:nvSpPr>
            <p:cNvPr id="1404" name=""/>
            <p:cNvSpPr/>
            <p:nvPr/>
          </p:nvSpPr>
          <p:spPr>
            <a:xfrm>
              <a:off x="2968560" y="49561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5" name=""/>
            <p:cNvSpPr/>
            <p:nvPr/>
          </p:nvSpPr>
          <p:spPr>
            <a:xfrm>
              <a:off x="3117240" y="4950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06" name=""/>
          <p:cNvGrpSpPr/>
          <p:nvPr/>
        </p:nvGrpSpPr>
        <p:grpSpPr>
          <a:xfrm>
            <a:off x="4876920" y="5486400"/>
            <a:ext cx="461520" cy="200520"/>
            <a:chOff x="4876920" y="5486400"/>
            <a:chExt cx="461520" cy="200520"/>
          </a:xfrm>
        </p:grpSpPr>
        <p:sp>
          <p:nvSpPr>
            <p:cNvPr id="1407" name=""/>
            <p:cNvSpPr/>
            <p:nvPr/>
          </p:nvSpPr>
          <p:spPr>
            <a:xfrm>
              <a:off x="4876920" y="550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8" name=""/>
            <p:cNvSpPr/>
            <p:nvPr/>
          </p:nvSpPr>
          <p:spPr>
            <a:xfrm>
              <a:off x="500076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09" name=""/>
          <p:cNvGrpSpPr/>
          <p:nvPr/>
        </p:nvGrpSpPr>
        <p:grpSpPr>
          <a:xfrm>
            <a:off x="8458200" y="2514600"/>
            <a:ext cx="460080" cy="200520"/>
            <a:chOff x="8458200" y="2514600"/>
            <a:chExt cx="460080" cy="200520"/>
          </a:xfrm>
        </p:grpSpPr>
        <p:sp>
          <p:nvSpPr>
            <p:cNvPr id="1410" name=""/>
            <p:cNvSpPr/>
            <p:nvPr/>
          </p:nvSpPr>
          <p:spPr>
            <a:xfrm>
              <a:off x="8458200" y="2530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1" name=""/>
            <p:cNvSpPr/>
            <p:nvPr/>
          </p:nvSpPr>
          <p:spPr>
            <a:xfrm>
              <a:off x="858060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12" name=""/>
          <p:cNvGrpSpPr/>
          <p:nvPr/>
        </p:nvGrpSpPr>
        <p:grpSpPr>
          <a:xfrm>
            <a:off x="720720" y="3454560"/>
            <a:ext cx="468720" cy="200520"/>
            <a:chOff x="720720" y="3454560"/>
            <a:chExt cx="468720" cy="200520"/>
          </a:xfrm>
        </p:grpSpPr>
        <p:sp>
          <p:nvSpPr>
            <p:cNvPr id="1413" name=""/>
            <p:cNvSpPr/>
            <p:nvPr/>
          </p:nvSpPr>
          <p:spPr>
            <a:xfrm>
              <a:off x="720720" y="3468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4" name=""/>
            <p:cNvSpPr/>
            <p:nvPr/>
          </p:nvSpPr>
          <p:spPr>
            <a:xfrm>
              <a:off x="851760" y="3454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15" name=""/>
          <p:cNvGrpSpPr/>
          <p:nvPr/>
        </p:nvGrpSpPr>
        <p:grpSpPr>
          <a:xfrm>
            <a:off x="4572000" y="609480"/>
            <a:ext cx="461880" cy="200520"/>
            <a:chOff x="4572000" y="609480"/>
            <a:chExt cx="461880" cy="200520"/>
          </a:xfrm>
        </p:grpSpPr>
        <p:sp>
          <p:nvSpPr>
            <p:cNvPr id="1416" name=""/>
            <p:cNvSpPr/>
            <p:nvPr/>
          </p:nvSpPr>
          <p:spPr>
            <a:xfrm>
              <a:off x="4572000" y="623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7" name=""/>
            <p:cNvSpPr/>
            <p:nvPr/>
          </p:nvSpPr>
          <p:spPr>
            <a:xfrm>
              <a:off x="469620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18" name=""/>
          <p:cNvGrpSpPr/>
          <p:nvPr/>
        </p:nvGrpSpPr>
        <p:grpSpPr>
          <a:xfrm>
            <a:off x="4925880" y="1949400"/>
            <a:ext cx="469080" cy="200520"/>
            <a:chOff x="4925880" y="1949400"/>
            <a:chExt cx="469080" cy="200520"/>
          </a:xfrm>
        </p:grpSpPr>
        <p:sp>
          <p:nvSpPr>
            <p:cNvPr id="1419" name=""/>
            <p:cNvSpPr/>
            <p:nvPr/>
          </p:nvSpPr>
          <p:spPr>
            <a:xfrm>
              <a:off x="4925880" y="1965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0" name=""/>
            <p:cNvSpPr/>
            <p:nvPr/>
          </p:nvSpPr>
          <p:spPr>
            <a:xfrm>
              <a:off x="5057280" y="1949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1" name=""/>
          <p:cNvGrpSpPr/>
          <p:nvPr/>
        </p:nvGrpSpPr>
        <p:grpSpPr>
          <a:xfrm>
            <a:off x="704880" y="1941480"/>
            <a:ext cx="468720" cy="200520"/>
            <a:chOff x="704880" y="1941480"/>
            <a:chExt cx="468720" cy="200520"/>
          </a:xfrm>
        </p:grpSpPr>
        <p:sp>
          <p:nvSpPr>
            <p:cNvPr id="1422" name=""/>
            <p:cNvSpPr/>
            <p:nvPr/>
          </p:nvSpPr>
          <p:spPr>
            <a:xfrm>
              <a:off x="704880" y="1957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3" name=""/>
            <p:cNvSpPr/>
            <p:nvPr/>
          </p:nvSpPr>
          <p:spPr>
            <a:xfrm>
              <a:off x="835920" y="1941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4" name=""/>
          <p:cNvGrpSpPr/>
          <p:nvPr/>
        </p:nvGrpSpPr>
        <p:grpSpPr>
          <a:xfrm>
            <a:off x="7165800" y="1933560"/>
            <a:ext cx="467280" cy="200520"/>
            <a:chOff x="7165800" y="1933560"/>
            <a:chExt cx="467280" cy="200520"/>
          </a:xfrm>
        </p:grpSpPr>
        <p:sp>
          <p:nvSpPr>
            <p:cNvPr id="1425" name=""/>
            <p:cNvSpPr/>
            <p:nvPr/>
          </p:nvSpPr>
          <p:spPr>
            <a:xfrm>
              <a:off x="7165800" y="19494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6" name=""/>
            <p:cNvSpPr/>
            <p:nvPr/>
          </p:nvSpPr>
          <p:spPr>
            <a:xfrm>
              <a:off x="7295400" y="1933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7" name=""/>
          <p:cNvGrpSpPr/>
          <p:nvPr/>
        </p:nvGrpSpPr>
        <p:grpSpPr>
          <a:xfrm>
            <a:off x="8318520" y="4950000"/>
            <a:ext cx="468720" cy="200520"/>
            <a:chOff x="8318520" y="4950000"/>
            <a:chExt cx="468720" cy="200520"/>
          </a:xfrm>
        </p:grpSpPr>
        <p:sp>
          <p:nvSpPr>
            <p:cNvPr id="1428" name=""/>
            <p:cNvSpPr/>
            <p:nvPr/>
          </p:nvSpPr>
          <p:spPr>
            <a:xfrm>
              <a:off x="8318520" y="4964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9" name=""/>
            <p:cNvSpPr/>
            <p:nvPr/>
          </p:nvSpPr>
          <p:spPr>
            <a:xfrm>
              <a:off x="8449560" y="4950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0" name=""/>
          <p:cNvGrpSpPr/>
          <p:nvPr/>
        </p:nvGrpSpPr>
        <p:grpSpPr>
          <a:xfrm>
            <a:off x="6095880" y="4419720"/>
            <a:ext cx="461880" cy="200520"/>
            <a:chOff x="6095880" y="4419720"/>
            <a:chExt cx="461880" cy="200520"/>
          </a:xfrm>
        </p:grpSpPr>
        <p:sp>
          <p:nvSpPr>
            <p:cNvPr id="1431" name=""/>
            <p:cNvSpPr/>
            <p:nvPr/>
          </p:nvSpPr>
          <p:spPr>
            <a:xfrm>
              <a:off x="6095880" y="4433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2" name=""/>
            <p:cNvSpPr/>
            <p:nvPr/>
          </p:nvSpPr>
          <p:spPr>
            <a:xfrm>
              <a:off x="622008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3" name=""/>
          <p:cNvGrpSpPr/>
          <p:nvPr/>
        </p:nvGrpSpPr>
        <p:grpSpPr>
          <a:xfrm>
            <a:off x="3773520" y="4168800"/>
            <a:ext cx="468720" cy="200520"/>
            <a:chOff x="3773520" y="4168800"/>
            <a:chExt cx="468720" cy="200520"/>
          </a:xfrm>
        </p:grpSpPr>
        <p:sp>
          <p:nvSpPr>
            <p:cNvPr id="1434" name=""/>
            <p:cNvSpPr/>
            <p:nvPr/>
          </p:nvSpPr>
          <p:spPr>
            <a:xfrm>
              <a:off x="3773520" y="4184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5" name=""/>
            <p:cNvSpPr/>
            <p:nvPr/>
          </p:nvSpPr>
          <p:spPr>
            <a:xfrm>
              <a:off x="3904560" y="416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6" name=""/>
          <p:cNvGrpSpPr/>
          <p:nvPr/>
        </p:nvGrpSpPr>
        <p:grpSpPr>
          <a:xfrm>
            <a:off x="3747960" y="1959120"/>
            <a:ext cx="469080" cy="200520"/>
            <a:chOff x="3747960" y="1959120"/>
            <a:chExt cx="469080" cy="200520"/>
          </a:xfrm>
        </p:grpSpPr>
        <p:sp>
          <p:nvSpPr>
            <p:cNvPr id="1437" name=""/>
            <p:cNvSpPr/>
            <p:nvPr/>
          </p:nvSpPr>
          <p:spPr>
            <a:xfrm>
              <a:off x="3747960" y="1973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8" name=""/>
            <p:cNvSpPr/>
            <p:nvPr/>
          </p:nvSpPr>
          <p:spPr>
            <a:xfrm>
              <a:off x="3879360" y="1959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9" name=""/>
          <p:cNvGrpSpPr/>
          <p:nvPr/>
        </p:nvGrpSpPr>
        <p:grpSpPr>
          <a:xfrm>
            <a:off x="5095800" y="3741840"/>
            <a:ext cx="467280" cy="200520"/>
            <a:chOff x="5095800" y="3741840"/>
            <a:chExt cx="467280" cy="200520"/>
          </a:xfrm>
        </p:grpSpPr>
        <p:sp>
          <p:nvSpPr>
            <p:cNvPr id="1440" name=""/>
            <p:cNvSpPr/>
            <p:nvPr/>
          </p:nvSpPr>
          <p:spPr>
            <a:xfrm>
              <a:off x="5095800" y="37576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1" name=""/>
            <p:cNvSpPr/>
            <p:nvPr/>
          </p:nvSpPr>
          <p:spPr>
            <a:xfrm>
              <a:off x="5225400" y="3741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42" name=""/>
          <p:cNvGrpSpPr/>
          <p:nvPr/>
        </p:nvGrpSpPr>
        <p:grpSpPr>
          <a:xfrm>
            <a:off x="1484280" y="4941720"/>
            <a:ext cx="468720" cy="200520"/>
            <a:chOff x="1484280" y="4941720"/>
            <a:chExt cx="468720" cy="200520"/>
          </a:xfrm>
        </p:grpSpPr>
        <p:sp>
          <p:nvSpPr>
            <p:cNvPr id="1443" name=""/>
            <p:cNvSpPr/>
            <p:nvPr/>
          </p:nvSpPr>
          <p:spPr>
            <a:xfrm>
              <a:off x="1484280" y="4956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4" name=""/>
            <p:cNvSpPr/>
            <p:nvPr/>
          </p:nvSpPr>
          <p:spPr>
            <a:xfrm>
              <a:off x="1615320" y="4941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45" name=""/>
          <p:cNvGrpSpPr/>
          <p:nvPr/>
        </p:nvGrpSpPr>
        <p:grpSpPr>
          <a:xfrm>
            <a:off x="2209680" y="1295280"/>
            <a:ext cx="461520" cy="200520"/>
            <a:chOff x="2209680" y="1295280"/>
            <a:chExt cx="461520" cy="200520"/>
          </a:xfrm>
        </p:grpSpPr>
        <p:sp>
          <p:nvSpPr>
            <p:cNvPr id="1446" name=""/>
            <p:cNvSpPr/>
            <p:nvPr/>
          </p:nvSpPr>
          <p:spPr>
            <a:xfrm>
              <a:off x="2209680" y="1311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7" name=""/>
            <p:cNvSpPr/>
            <p:nvPr/>
          </p:nvSpPr>
          <p:spPr>
            <a:xfrm>
              <a:off x="233352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48" name=""/>
          <p:cNvGrpSpPr/>
          <p:nvPr/>
        </p:nvGrpSpPr>
        <p:grpSpPr>
          <a:xfrm>
            <a:off x="3733920" y="6172200"/>
            <a:ext cx="461160" cy="200520"/>
            <a:chOff x="3733920" y="6172200"/>
            <a:chExt cx="461160" cy="200520"/>
          </a:xfrm>
        </p:grpSpPr>
        <p:sp>
          <p:nvSpPr>
            <p:cNvPr id="1449" name=""/>
            <p:cNvSpPr/>
            <p:nvPr/>
          </p:nvSpPr>
          <p:spPr>
            <a:xfrm>
              <a:off x="3733920" y="61862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0" name=""/>
            <p:cNvSpPr/>
            <p:nvPr/>
          </p:nvSpPr>
          <p:spPr>
            <a:xfrm>
              <a:off x="385740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51" name=""/>
          <p:cNvGrpSpPr/>
          <p:nvPr/>
        </p:nvGrpSpPr>
        <p:grpSpPr>
          <a:xfrm>
            <a:off x="7467480" y="3809880"/>
            <a:ext cx="461520" cy="200520"/>
            <a:chOff x="7467480" y="3809880"/>
            <a:chExt cx="461520" cy="200520"/>
          </a:xfrm>
        </p:grpSpPr>
        <p:sp>
          <p:nvSpPr>
            <p:cNvPr id="1452" name=""/>
            <p:cNvSpPr/>
            <p:nvPr/>
          </p:nvSpPr>
          <p:spPr>
            <a:xfrm>
              <a:off x="7467480" y="3823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3" name=""/>
            <p:cNvSpPr/>
            <p:nvPr/>
          </p:nvSpPr>
          <p:spPr>
            <a:xfrm>
              <a:off x="759132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54" name=""/>
          <p:cNvGrpSpPr/>
          <p:nvPr/>
        </p:nvGrpSpPr>
        <p:grpSpPr>
          <a:xfrm>
            <a:off x="6248520" y="1371600"/>
            <a:ext cx="461160" cy="200520"/>
            <a:chOff x="6248520" y="1371600"/>
            <a:chExt cx="461160" cy="200520"/>
          </a:xfrm>
        </p:grpSpPr>
        <p:sp>
          <p:nvSpPr>
            <p:cNvPr id="1455" name=""/>
            <p:cNvSpPr/>
            <p:nvPr/>
          </p:nvSpPr>
          <p:spPr>
            <a:xfrm>
              <a:off x="6248520" y="13874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6" name=""/>
            <p:cNvSpPr/>
            <p:nvPr/>
          </p:nvSpPr>
          <p:spPr>
            <a:xfrm>
              <a:off x="637200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57" name="Rounded Rectangle 1456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1458" name="Oval 1457"/>
          <p:cNvSpPr/>
          <p:nvPr/>
        </p:nvSpPr>
        <p:spPr>
          <a:xfrm>
            <a:off x="2166917" y="33923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Oval 1458"/>
          <p:cNvSpPr/>
          <p:nvPr/>
        </p:nvSpPr>
        <p:spPr>
          <a:xfrm>
            <a:off x="2196917" y="34223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460" name="Rounded Rectangle 1459"/>
          <p:cNvSpPr/>
          <p:nvPr/>
        </p:nvSpPr>
        <p:spPr>
          <a:xfrm>
            <a:off x="2366917" y="34073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461" name="Oval 1460"/>
          <p:cNvSpPr/>
          <p:nvPr/>
        </p:nvSpPr>
        <p:spPr>
          <a:xfrm>
            <a:off x="8491754" y="4207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Oval 1461"/>
          <p:cNvSpPr/>
          <p:nvPr/>
        </p:nvSpPr>
        <p:spPr>
          <a:xfrm>
            <a:off x="8521754" y="4507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463" name="Rounded Rectangle 1462"/>
          <p:cNvSpPr/>
          <p:nvPr/>
        </p:nvSpPr>
        <p:spPr>
          <a:xfrm>
            <a:off x="8071754" y="4357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464" name="Oval 1463"/>
          <p:cNvSpPr/>
          <p:nvPr/>
        </p:nvSpPr>
        <p:spPr>
          <a:xfrm>
            <a:off x="2925791" y="49133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Oval 1464"/>
          <p:cNvSpPr/>
          <p:nvPr/>
        </p:nvSpPr>
        <p:spPr>
          <a:xfrm>
            <a:off x="2955791" y="49433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466" name="Rounded Rectangle 1465"/>
          <p:cNvSpPr/>
          <p:nvPr/>
        </p:nvSpPr>
        <p:spPr>
          <a:xfrm>
            <a:off x="3125791" y="49283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467" name="Oval 1466"/>
          <p:cNvSpPr/>
          <p:nvPr/>
        </p:nvSpPr>
        <p:spPr>
          <a:xfrm>
            <a:off x="4825339" y="545065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Oval 1467"/>
          <p:cNvSpPr/>
          <p:nvPr/>
        </p:nvSpPr>
        <p:spPr>
          <a:xfrm>
            <a:off x="4855339" y="548065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469" name="Rounded Rectangle 1468"/>
          <p:cNvSpPr/>
          <p:nvPr/>
        </p:nvSpPr>
        <p:spPr>
          <a:xfrm>
            <a:off x="5025339" y="546565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470" name="Oval 1469"/>
          <p:cNvSpPr/>
          <p:nvPr/>
        </p:nvSpPr>
        <p:spPr>
          <a:xfrm>
            <a:off x="8405714" y="247886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Oval 1470"/>
          <p:cNvSpPr/>
          <p:nvPr/>
        </p:nvSpPr>
        <p:spPr>
          <a:xfrm>
            <a:off x="8435714" y="250886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472" name="Rounded Rectangle 1471"/>
          <p:cNvSpPr/>
          <p:nvPr/>
        </p:nvSpPr>
        <p:spPr>
          <a:xfrm>
            <a:off x="8605714" y="249386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473" name="Oval 1472"/>
          <p:cNvSpPr/>
          <p:nvPr/>
        </p:nvSpPr>
        <p:spPr>
          <a:xfrm>
            <a:off x="669133" y="34170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Oval 1473"/>
          <p:cNvSpPr/>
          <p:nvPr/>
        </p:nvSpPr>
        <p:spPr>
          <a:xfrm>
            <a:off x="699133" y="34470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475" name="Rounded Rectangle 1474"/>
          <p:cNvSpPr/>
          <p:nvPr/>
        </p:nvSpPr>
        <p:spPr>
          <a:xfrm>
            <a:off x="869133" y="34320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476" name="Oval 1475"/>
          <p:cNvSpPr/>
          <p:nvPr/>
        </p:nvSpPr>
        <p:spPr>
          <a:xfrm>
            <a:off x="4520415" y="57194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Oval 1476"/>
          <p:cNvSpPr/>
          <p:nvPr/>
        </p:nvSpPr>
        <p:spPr>
          <a:xfrm>
            <a:off x="4550415" y="60194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478" name="Rounded Rectangle 1477"/>
          <p:cNvSpPr/>
          <p:nvPr/>
        </p:nvSpPr>
        <p:spPr>
          <a:xfrm>
            <a:off x="4720415" y="58694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479" name="Oval 1478"/>
          <p:cNvSpPr/>
          <p:nvPr/>
        </p:nvSpPr>
        <p:spPr>
          <a:xfrm>
            <a:off x="4874301" y="19136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Oval 1479"/>
          <p:cNvSpPr/>
          <p:nvPr/>
        </p:nvSpPr>
        <p:spPr>
          <a:xfrm>
            <a:off x="4904301" y="19436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481" name="Rounded Rectangle 1480"/>
          <p:cNvSpPr/>
          <p:nvPr/>
        </p:nvSpPr>
        <p:spPr>
          <a:xfrm>
            <a:off x="5074301" y="19286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482" name="Oval 1481"/>
          <p:cNvSpPr/>
          <p:nvPr/>
        </p:nvSpPr>
        <p:spPr>
          <a:xfrm>
            <a:off x="653296" y="19057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Oval 1482"/>
          <p:cNvSpPr/>
          <p:nvPr/>
        </p:nvSpPr>
        <p:spPr>
          <a:xfrm>
            <a:off x="683296" y="19357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484" name="Rounded Rectangle 1483"/>
          <p:cNvSpPr/>
          <p:nvPr/>
        </p:nvSpPr>
        <p:spPr>
          <a:xfrm>
            <a:off x="853296" y="19207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485" name="Oval 1484"/>
          <p:cNvSpPr/>
          <p:nvPr/>
        </p:nvSpPr>
        <p:spPr>
          <a:xfrm>
            <a:off x="7113500" y="189782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Oval 1485"/>
          <p:cNvSpPr/>
          <p:nvPr/>
        </p:nvSpPr>
        <p:spPr>
          <a:xfrm>
            <a:off x="7143500" y="192782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487" name="Rounded Rectangle 1486"/>
          <p:cNvSpPr/>
          <p:nvPr/>
        </p:nvSpPr>
        <p:spPr>
          <a:xfrm>
            <a:off x="7313500" y="191282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488" name="Oval 1487"/>
          <p:cNvSpPr/>
          <p:nvPr/>
        </p:nvSpPr>
        <p:spPr>
          <a:xfrm>
            <a:off x="8266939" y="49124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Oval 1488"/>
          <p:cNvSpPr/>
          <p:nvPr/>
        </p:nvSpPr>
        <p:spPr>
          <a:xfrm>
            <a:off x="8296939" y="49424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490" name="Rounded Rectangle 1489"/>
          <p:cNvSpPr/>
          <p:nvPr/>
        </p:nvSpPr>
        <p:spPr>
          <a:xfrm>
            <a:off x="8466939" y="49274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491" name="Oval 1490"/>
          <p:cNvSpPr/>
          <p:nvPr/>
        </p:nvSpPr>
        <p:spPr>
          <a:xfrm>
            <a:off x="6044297" y="43821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Oval 1491"/>
          <p:cNvSpPr/>
          <p:nvPr/>
        </p:nvSpPr>
        <p:spPr>
          <a:xfrm>
            <a:off x="6074297" y="44121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493" name="Rounded Rectangle 1492"/>
          <p:cNvSpPr/>
          <p:nvPr/>
        </p:nvSpPr>
        <p:spPr>
          <a:xfrm>
            <a:off x="6244297" y="43971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494" name="Oval 1493"/>
          <p:cNvSpPr/>
          <p:nvPr/>
        </p:nvSpPr>
        <p:spPr>
          <a:xfrm>
            <a:off x="3721937" y="413306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Oval 1494"/>
          <p:cNvSpPr/>
          <p:nvPr/>
        </p:nvSpPr>
        <p:spPr>
          <a:xfrm>
            <a:off x="3751937" y="416306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496" name="Rounded Rectangle 1495"/>
          <p:cNvSpPr/>
          <p:nvPr/>
        </p:nvSpPr>
        <p:spPr>
          <a:xfrm>
            <a:off x="3921937" y="414806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497" name="Oval 1496"/>
          <p:cNvSpPr/>
          <p:nvPr/>
        </p:nvSpPr>
        <p:spPr>
          <a:xfrm>
            <a:off x="3696376" y="192158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Oval 1497"/>
          <p:cNvSpPr/>
          <p:nvPr/>
        </p:nvSpPr>
        <p:spPr>
          <a:xfrm>
            <a:off x="3726376" y="195158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499" name="Rounded Rectangle 1498"/>
          <p:cNvSpPr/>
          <p:nvPr/>
        </p:nvSpPr>
        <p:spPr>
          <a:xfrm>
            <a:off x="3896376" y="193658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500" name="Oval 1499"/>
          <p:cNvSpPr/>
          <p:nvPr/>
        </p:nvSpPr>
        <p:spPr>
          <a:xfrm>
            <a:off x="5043493" y="370610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Oval 1500"/>
          <p:cNvSpPr/>
          <p:nvPr/>
        </p:nvSpPr>
        <p:spPr>
          <a:xfrm>
            <a:off x="5073493" y="373610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502" name="Rounded Rectangle 1501"/>
          <p:cNvSpPr/>
          <p:nvPr/>
        </p:nvSpPr>
        <p:spPr>
          <a:xfrm>
            <a:off x="5243493" y="372110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503" name="Oval 1502"/>
          <p:cNvSpPr/>
          <p:nvPr/>
        </p:nvSpPr>
        <p:spPr>
          <a:xfrm>
            <a:off x="1432701" y="49045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Oval 1503"/>
          <p:cNvSpPr/>
          <p:nvPr/>
        </p:nvSpPr>
        <p:spPr>
          <a:xfrm>
            <a:off x="1462701" y="49345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505" name="Rounded Rectangle 1504"/>
          <p:cNvSpPr/>
          <p:nvPr/>
        </p:nvSpPr>
        <p:spPr>
          <a:xfrm>
            <a:off x="1632701" y="49195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506" name="Oval 1505"/>
          <p:cNvSpPr/>
          <p:nvPr/>
        </p:nvSpPr>
        <p:spPr>
          <a:xfrm>
            <a:off x="2158096" y="12595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Oval 1506"/>
          <p:cNvSpPr/>
          <p:nvPr/>
        </p:nvSpPr>
        <p:spPr>
          <a:xfrm>
            <a:off x="2188096" y="12895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508" name="Rounded Rectangle 1507"/>
          <p:cNvSpPr/>
          <p:nvPr/>
        </p:nvSpPr>
        <p:spPr>
          <a:xfrm>
            <a:off x="2358096" y="12745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509" name="Oval 1508"/>
          <p:cNvSpPr/>
          <p:nvPr/>
        </p:nvSpPr>
        <p:spPr>
          <a:xfrm>
            <a:off x="3682161" y="61346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Oval 1509"/>
          <p:cNvSpPr/>
          <p:nvPr/>
        </p:nvSpPr>
        <p:spPr>
          <a:xfrm>
            <a:off x="3712161" y="61646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511" name="Rounded Rectangle 1510"/>
          <p:cNvSpPr/>
          <p:nvPr/>
        </p:nvSpPr>
        <p:spPr>
          <a:xfrm>
            <a:off x="3882161" y="61496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512" name="Oval 1511"/>
          <p:cNvSpPr/>
          <p:nvPr/>
        </p:nvSpPr>
        <p:spPr>
          <a:xfrm>
            <a:off x="7415900" y="37723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Oval 1512"/>
          <p:cNvSpPr/>
          <p:nvPr/>
        </p:nvSpPr>
        <p:spPr>
          <a:xfrm>
            <a:off x="7445900" y="38023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514" name="Rounded Rectangle 1513"/>
          <p:cNvSpPr/>
          <p:nvPr/>
        </p:nvSpPr>
        <p:spPr>
          <a:xfrm>
            <a:off x="7615900" y="37873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515" name="Oval 1514"/>
          <p:cNvSpPr/>
          <p:nvPr/>
        </p:nvSpPr>
        <p:spPr>
          <a:xfrm>
            <a:off x="6196760" y="13358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Oval 1515"/>
          <p:cNvSpPr/>
          <p:nvPr/>
        </p:nvSpPr>
        <p:spPr>
          <a:xfrm>
            <a:off x="6226760" y="13658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517" name="Rounded Rectangle 1516"/>
          <p:cNvSpPr/>
          <p:nvPr/>
        </p:nvSpPr>
        <p:spPr>
          <a:xfrm>
            <a:off x="6396760" y="13508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"/>
          <p:cNvSpPr/>
          <p:nvPr/>
        </p:nvSpPr>
        <p:spPr>
          <a:xfrm>
            <a:off x="3145680" y="50760"/>
            <a:ext cx="28522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15: LEBL | RWY 02 | STAR VERDB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" name=""/>
          <p:cNvSpPr/>
          <p:nvPr/>
        </p:nvSpPr>
        <p:spPr>
          <a:xfrm flipH="1">
            <a:off x="5200200" y="3537000"/>
            <a:ext cx="2041560" cy="250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"/>
          <p:cNvSpPr/>
          <p:nvPr/>
        </p:nvSpPr>
        <p:spPr>
          <a:xfrm flipH="1">
            <a:off x="2971440" y="3787920"/>
            <a:ext cx="2228760" cy="274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"/>
          <p:cNvSpPr/>
          <p:nvPr/>
        </p:nvSpPr>
        <p:spPr>
          <a:xfrm flipH="1" flipV="1">
            <a:off x="2516040" y="3828960"/>
            <a:ext cx="455760" cy="233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"/>
          <p:cNvSpPr/>
          <p:nvPr/>
        </p:nvSpPr>
        <p:spPr>
          <a:xfrm flipH="1">
            <a:off x="2219400" y="3828960"/>
            <a:ext cx="296640" cy="58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1880" bIns="118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"/>
          <p:cNvSpPr/>
          <p:nvPr/>
        </p:nvSpPr>
        <p:spPr>
          <a:xfrm flipH="1" flipV="1">
            <a:off x="1901880" y="3673080"/>
            <a:ext cx="317520" cy="214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"/>
          <p:cNvSpPr/>
          <p:nvPr/>
        </p:nvSpPr>
        <p:spPr>
          <a:xfrm flipV="1">
            <a:off x="1901880" y="3336480"/>
            <a:ext cx="115920" cy="336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"/>
          <p:cNvSpPr/>
          <p:nvPr/>
        </p:nvSpPr>
        <p:spPr>
          <a:xfrm flipV="1">
            <a:off x="2017800" y="2948040"/>
            <a:ext cx="133200" cy="388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65" name=""/>
          <p:cNvGrpSpPr/>
          <p:nvPr/>
        </p:nvGrpSpPr>
        <p:grpSpPr>
          <a:xfrm>
            <a:off x="7178760" y="3473280"/>
            <a:ext cx="600480" cy="200520"/>
            <a:chOff x="7178760" y="3473280"/>
            <a:chExt cx="600480" cy="200520"/>
          </a:xfrm>
        </p:grpSpPr>
        <p:sp>
          <p:nvSpPr>
            <p:cNvPr id="1466" name=""/>
            <p:cNvSpPr/>
            <p:nvPr/>
          </p:nvSpPr>
          <p:spPr>
            <a:xfrm>
              <a:off x="7178760" y="347328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7" name=""/>
            <p:cNvSpPr/>
            <p:nvPr/>
          </p:nvSpPr>
          <p:spPr>
            <a:xfrm>
              <a:off x="7289280" y="34732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VERSO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68" name=""/>
          <p:cNvGrpSpPr/>
          <p:nvPr/>
        </p:nvGrpSpPr>
        <p:grpSpPr>
          <a:xfrm>
            <a:off x="5149800" y="3724200"/>
            <a:ext cx="547920" cy="200520"/>
            <a:chOff x="5149800" y="3724200"/>
            <a:chExt cx="547920" cy="200520"/>
          </a:xfrm>
        </p:grpSpPr>
        <p:sp>
          <p:nvSpPr>
            <p:cNvPr id="1469" name=""/>
            <p:cNvSpPr/>
            <p:nvPr/>
          </p:nvSpPr>
          <p:spPr>
            <a:xfrm>
              <a:off x="5149800" y="37368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0" name=""/>
            <p:cNvSpPr/>
            <p:nvPr/>
          </p:nvSpPr>
          <p:spPr>
            <a:xfrm>
              <a:off x="5262480" y="372420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BL038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71" name=""/>
          <p:cNvGrpSpPr/>
          <p:nvPr/>
        </p:nvGrpSpPr>
        <p:grpSpPr>
          <a:xfrm>
            <a:off x="2921040" y="3998880"/>
            <a:ext cx="547920" cy="200520"/>
            <a:chOff x="2921040" y="3998880"/>
            <a:chExt cx="547920" cy="200520"/>
          </a:xfrm>
        </p:grpSpPr>
        <p:sp>
          <p:nvSpPr>
            <p:cNvPr id="1472" name=""/>
            <p:cNvSpPr/>
            <p:nvPr/>
          </p:nvSpPr>
          <p:spPr>
            <a:xfrm>
              <a:off x="2921040" y="40114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3" name=""/>
            <p:cNvSpPr/>
            <p:nvPr/>
          </p:nvSpPr>
          <p:spPr>
            <a:xfrm>
              <a:off x="3033720" y="399888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BL012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74" name=""/>
          <p:cNvGrpSpPr/>
          <p:nvPr/>
        </p:nvGrpSpPr>
        <p:grpSpPr>
          <a:xfrm>
            <a:off x="2465280" y="3765600"/>
            <a:ext cx="540360" cy="200520"/>
            <a:chOff x="2465280" y="3765600"/>
            <a:chExt cx="540360" cy="200520"/>
          </a:xfrm>
        </p:grpSpPr>
        <p:sp>
          <p:nvSpPr>
            <p:cNvPr id="1475" name=""/>
            <p:cNvSpPr/>
            <p:nvPr/>
          </p:nvSpPr>
          <p:spPr>
            <a:xfrm>
              <a:off x="2465280" y="37782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6" name=""/>
            <p:cNvSpPr/>
            <p:nvPr/>
          </p:nvSpPr>
          <p:spPr>
            <a:xfrm>
              <a:off x="2585520" y="376560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VIBIM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77" name=""/>
          <p:cNvGrpSpPr/>
          <p:nvPr/>
        </p:nvGrpSpPr>
        <p:grpSpPr>
          <a:xfrm>
            <a:off x="2178000" y="3824280"/>
            <a:ext cx="479160" cy="200520"/>
            <a:chOff x="2178000" y="3824280"/>
            <a:chExt cx="479160" cy="200520"/>
          </a:xfrm>
        </p:grpSpPr>
        <p:sp>
          <p:nvSpPr>
            <p:cNvPr id="1478" name=""/>
            <p:cNvSpPr/>
            <p:nvPr/>
          </p:nvSpPr>
          <p:spPr>
            <a:xfrm>
              <a:off x="2178000" y="384660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9" name=""/>
            <p:cNvSpPr/>
            <p:nvPr/>
          </p:nvSpPr>
          <p:spPr>
            <a:xfrm>
              <a:off x="2270520" y="382428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0" name=""/>
          <p:cNvGrpSpPr/>
          <p:nvPr/>
        </p:nvGrpSpPr>
        <p:grpSpPr>
          <a:xfrm>
            <a:off x="1860480" y="3610080"/>
            <a:ext cx="532800" cy="200520"/>
            <a:chOff x="1860480" y="3610080"/>
            <a:chExt cx="532800" cy="200520"/>
          </a:xfrm>
        </p:grpSpPr>
        <p:sp>
          <p:nvSpPr>
            <p:cNvPr id="1481" name=""/>
            <p:cNvSpPr/>
            <p:nvPr/>
          </p:nvSpPr>
          <p:spPr>
            <a:xfrm>
              <a:off x="1860480" y="36320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2" name=""/>
            <p:cNvSpPr/>
            <p:nvPr/>
          </p:nvSpPr>
          <p:spPr>
            <a:xfrm>
              <a:off x="1947240" y="361008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SANIS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3" name=""/>
          <p:cNvGrpSpPr/>
          <p:nvPr/>
        </p:nvGrpSpPr>
        <p:grpSpPr>
          <a:xfrm>
            <a:off x="1967040" y="3273480"/>
            <a:ext cx="567360" cy="200520"/>
            <a:chOff x="1967040" y="3273480"/>
            <a:chExt cx="567360" cy="200520"/>
          </a:xfrm>
        </p:grpSpPr>
        <p:sp>
          <p:nvSpPr>
            <p:cNvPr id="1484" name=""/>
            <p:cNvSpPr/>
            <p:nvPr/>
          </p:nvSpPr>
          <p:spPr>
            <a:xfrm>
              <a:off x="1967040" y="32860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5" name=""/>
            <p:cNvSpPr/>
            <p:nvPr/>
          </p:nvSpPr>
          <p:spPr>
            <a:xfrm>
              <a:off x="2059560" y="327348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DM06A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6" name=""/>
          <p:cNvGrpSpPr/>
          <p:nvPr/>
        </p:nvGrpSpPr>
        <p:grpSpPr>
          <a:xfrm>
            <a:off x="2087640" y="2884320"/>
            <a:ext cx="543240" cy="200520"/>
            <a:chOff x="2087640" y="2884320"/>
            <a:chExt cx="543240" cy="200520"/>
          </a:xfrm>
        </p:grpSpPr>
        <p:sp>
          <p:nvSpPr>
            <p:cNvPr id="1487" name=""/>
            <p:cNvSpPr/>
            <p:nvPr/>
          </p:nvSpPr>
          <p:spPr>
            <a:xfrm>
              <a:off x="2087640" y="288432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8" name=""/>
            <p:cNvSpPr/>
            <p:nvPr/>
          </p:nvSpPr>
          <p:spPr>
            <a:xfrm>
              <a:off x="2204640" y="28843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9" name=""/>
          <p:cNvGrpSpPr/>
          <p:nvPr/>
        </p:nvGrpSpPr>
        <p:grpSpPr>
          <a:xfrm>
            <a:off x="2057400" y="4038480"/>
            <a:ext cx="478800" cy="200520"/>
            <a:chOff x="2057400" y="4038480"/>
            <a:chExt cx="478800" cy="200520"/>
          </a:xfrm>
        </p:grpSpPr>
        <p:sp>
          <p:nvSpPr>
            <p:cNvPr id="1490" name=""/>
            <p:cNvSpPr/>
            <p:nvPr/>
          </p:nvSpPr>
          <p:spPr>
            <a:xfrm>
              <a:off x="2057400" y="404496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1" name=""/>
            <p:cNvSpPr/>
            <p:nvPr/>
          </p:nvSpPr>
          <p:spPr>
            <a:xfrm>
              <a:off x="219852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92" name=""/>
          <p:cNvGrpSpPr/>
          <p:nvPr/>
        </p:nvGrpSpPr>
        <p:grpSpPr>
          <a:xfrm>
            <a:off x="2209680" y="1600200"/>
            <a:ext cx="479160" cy="200520"/>
            <a:chOff x="2209680" y="1600200"/>
            <a:chExt cx="479160" cy="200520"/>
          </a:xfrm>
        </p:grpSpPr>
        <p:sp>
          <p:nvSpPr>
            <p:cNvPr id="1493" name=""/>
            <p:cNvSpPr/>
            <p:nvPr/>
          </p:nvSpPr>
          <p:spPr>
            <a:xfrm>
              <a:off x="2209680" y="1606320"/>
              <a:ext cx="114120" cy="11376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3840" bIns="338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4" name=""/>
            <p:cNvSpPr/>
            <p:nvPr/>
          </p:nvSpPr>
          <p:spPr>
            <a:xfrm>
              <a:off x="235116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95" name=""/>
          <p:cNvGrpSpPr/>
          <p:nvPr/>
        </p:nvGrpSpPr>
        <p:grpSpPr>
          <a:xfrm>
            <a:off x="7010280" y="762120"/>
            <a:ext cx="460080" cy="200520"/>
            <a:chOff x="7010280" y="762120"/>
            <a:chExt cx="460080" cy="200520"/>
          </a:xfrm>
        </p:grpSpPr>
        <p:sp>
          <p:nvSpPr>
            <p:cNvPr id="1496" name=""/>
            <p:cNvSpPr/>
            <p:nvPr/>
          </p:nvSpPr>
          <p:spPr>
            <a:xfrm>
              <a:off x="7010280" y="77616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7" name=""/>
            <p:cNvSpPr/>
            <p:nvPr/>
          </p:nvSpPr>
          <p:spPr>
            <a:xfrm>
              <a:off x="7132680" y="762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98" name=""/>
          <p:cNvGrpSpPr/>
          <p:nvPr/>
        </p:nvGrpSpPr>
        <p:grpSpPr>
          <a:xfrm>
            <a:off x="7238880" y="5715000"/>
            <a:ext cx="461880" cy="200520"/>
            <a:chOff x="7238880" y="5715000"/>
            <a:chExt cx="461880" cy="200520"/>
          </a:xfrm>
        </p:grpSpPr>
        <p:sp>
          <p:nvSpPr>
            <p:cNvPr id="1499" name=""/>
            <p:cNvSpPr/>
            <p:nvPr/>
          </p:nvSpPr>
          <p:spPr>
            <a:xfrm>
              <a:off x="7238880" y="57308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0" name=""/>
            <p:cNvSpPr/>
            <p:nvPr/>
          </p:nvSpPr>
          <p:spPr>
            <a:xfrm>
              <a:off x="736308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1" name=""/>
          <p:cNvGrpSpPr/>
          <p:nvPr/>
        </p:nvGrpSpPr>
        <p:grpSpPr>
          <a:xfrm>
            <a:off x="2438280" y="6019920"/>
            <a:ext cx="461520" cy="200520"/>
            <a:chOff x="2438280" y="6019920"/>
            <a:chExt cx="461520" cy="200520"/>
          </a:xfrm>
        </p:grpSpPr>
        <p:sp>
          <p:nvSpPr>
            <p:cNvPr id="1502" name=""/>
            <p:cNvSpPr/>
            <p:nvPr/>
          </p:nvSpPr>
          <p:spPr>
            <a:xfrm>
              <a:off x="2438280" y="60357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3" name=""/>
            <p:cNvSpPr/>
            <p:nvPr/>
          </p:nvSpPr>
          <p:spPr>
            <a:xfrm>
              <a:off x="256212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4" name=""/>
          <p:cNvGrpSpPr/>
          <p:nvPr/>
        </p:nvGrpSpPr>
        <p:grpSpPr>
          <a:xfrm>
            <a:off x="6189840" y="2717640"/>
            <a:ext cx="468720" cy="200520"/>
            <a:chOff x="6189840" y="2717640"/>
            <a:chExt cx="468720" cy="200520"/>
          </a:xfrm>
        </p:grpSpPr>
        <p:sp>
          <p:nvSpPr>
            <p:cNvPr id="1505" name=""/>
            <p:cNvSpPr/>
            <p:nvPr/>
          </p:nvSpPr>
          <p:spPr>
            <a:xfrm>
              <a:off x="6189840" y="2733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6" name=""/>
            <p:cNvSpPr/>
            <p:nvPr/>
          </p:nvSpPr>
          <p:spPr>
            <a:xfrm>
              <a:off x="6320880" y="2717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7" name=""/>
          <p:cNvGrpSpPr/>
          <p:nvPr/>
        </p:nvGrpSpPr>
        <p:grpSpPr>
          <a:xfrm>
            <a:off x="6222960" y="4135320"/>
            <a:ext cx="468720" cy="200520"/>
            <a:chOff x="6222960" y="4135320"/>
            <a:chExt cx="468720" cy="200520"/>
          </a:xfrm>
        </p:grpSpPr>
        <p:sp>
          <p:nvSpPr>
            <p:cNvPr id="1508" name=""/>
            <p:cNvSpPr/>
            <p:nvPr/>
          </p:nvSpPr>
          <p:spPr>
            <a:xfrm>
              <a:off x="6222960" y="4149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9" name=""/>
            <p:cNvSpPr/>
            <p:nvPr/>
          </p:nvSpPr>
          <p:spPr>
            <a:xfrm>
              <a:off x="6354000" y="413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0" name=""/>
          <p:cNvGrpSpPr/>
          <p:nvPr/>
        </p:nvGrpSpPr>
        <p:grpSpPr>
          <a:xfrm>
            <a:off x="4114800" y="4572000"/>
            <a:ext cx="461880" cy="200520"/>
            <a:chOff x="4114800" y="4572000"/>
            <a:chExt cx="461880" cy="200520"/>
          </a:xfrm>
        </p:grpSpPr>
        <p:sp>
          <p:nvSpPr>
            <p:cNvPr id="1511" name=""/>
            <p:cNvSpPr/>
            <p:nvPr/>
          </p:nvSpPr>
          <p:spPr>
            <a:xfrm>
              <a:off x="4114800" y="4587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2" name=""/>
            <p:cNvSpPr/>
            <p:nvPr/>
          </p:nvSpPr>
          <p:spPr>
            <a:xfrm>
              <a:off x="42390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3" name=""/>
          <p:cNvGrpSpPr/>
          <p:nvPr/>
        </p:nvGrpSpPr>
        <p:grpSpPr>
          <a:xfrm>
            <a:off x="5486400" y="2057400"/>
            <a:ext cx="461520" cy="200520"/>
            <a:chOff x="5486400" y="2057400"/>
            <a:chExt cx="461520" cy="200520"/>
          </a:xfrm>
        </p:grpSpPr>
        <p:sp>
          <p:nvSpPr>
            <p:cNvPr id="1514" name=""/>
            <p:cNvSpPr/>
            <p:nvPr/>
          </p:nvSpPr>
          <p:spPr>
            <a:xfrm>
              <a:off x="5486400" y="2073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5" name=""/>
            <p:cNvSpPr/>
            <p:nvPr/>
          </p:nvSpPr>
          <p:spPr>
            <a:xfrm>
              <a:off x="561024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6" name=""/>
          <p:cNvGrpSpPr/>
          <p:nvPr/>
        </p:nvGrpSpPr>
        <p:grpSpPr>
          <a:xfrm>
            <a:off x="3133800" y="2712960"/>
            <a:ext cx="468720" cy="200520"/>
            <a:chOff x="3133800" y="2712960"/>
            <a:chExt cx="468720" cy="200520"/>
          </a:xfrm>
        </p:grpSpPr>
        <p:sp>
          <p:nvSpPr>
            <p:cNvPr id="1517" name=""/>
            <p:cNvSpPr/>
            <p:nvPr/>
          </p:nvSpPr>
          <p:spPr>
            <a:xfrm>
              <a:off x="3133800" y="2728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8" name=""/>
            <p:cNvSpPr/>
            <p:nvPr/>
          </p:nvSpPr>
          <p:spPr>
            <a:xfrm>
              <a:off x="3264840" y="2712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9" name=""/>
          <p:cNvGrpSpPr/>
          <p:nvPr/>
        </p:nvGrpSpPr>
        <p:grpSpPr>
          <a:xfrm>
            <a:off x="7542360" y="2733840"/>
            <a:ext cx="468720" cy="200520"/>
            <a:chOff x="7542360" y="2733840"/>
            <a:chExt cx="468720" cy="200520"/>
          </a:xfrm>
        </p:grpSpPr>
        <p:sp>
          <p:nvSpPr>
            <p:cNvPr id="1520" name=""/>
            <p:cNvSpPr/>
            <p:nvPr/>
          </p:nvSpPr>
          <p:spPr>
            <a:xfrm>
              <a:off x="7542360" y="274968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1" name=""/>
            <p:cNvSpPr/>
            <p:nvPr/>
          </p:nvSpPr>
          <p:spPr>
            <a:xfrm>
              <a:off x="7673400" y="2733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2" name=""/>
          <p:cNvGrpSpPr/>
          <p:nvPr/>
        </p:nvGrpSpPr>
        <p:grpSpPr>
          <a:xfrm>
            <a:off x="917640" y="3444840"/>
            <a:ext cx="468720" cy="200520"/>
            <a:chOff x="917640" y="3444840"/>
            <a:chExt cx="468720" cy="200520"/>
          </a:xfrm>
        </p:grpSpPr>
        <p:sp>
          <p:nvSpPr>
            <p:cNvPr id="1523" name=""/>
            <p:cNvSpPr/>
            <p:nvPr/>
          </p:nvSpPr>
          <p:spPr>
            <a:xfrm>
              <a:off x="917640" y="3459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4" name=""/>
            <p:cNvSpPr/>
            <p:nvPr/>
          </p:nvSpPr>
          <p:spPr>
            <a:xfrm>
              <a:off x="1048680" y="3444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5" name=""/>
          <p:cNvGrpSpPr/>
          <p:nvPr/>
        </p:nvGrpSpPr>
        <p:grpSpPr>
          <a:xfrm>
            <a:off x="8112240" y="3459240"/>
            <a:ext cx="468720" cy="200520"/>
            <a:chOff x="8112240" y="3459240"/>
            <a:chExt cx="468720" cy="200520"/>
          </a:xfrm>
        </p:grpSpPr>
        <p:sp>
          <p:nvSpPr>
            <p:cNvPr id="1526" name=""/>
            <p:cNvSpPr/>
            <p:nvPr/>
          </p:nvSpPr>
          <p:spPr>
            <a:xfrm>
              <a:off x="8112240" y="3475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7" name=""/>
            <p:cNvSpPr/>
            <p:nvPr/>
          </p:nvSpPr>
          <p:spPr>
            <a:xfrm>
              <a:off x="8243280" y="3459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8" name=""/>
          <p:cNvGrpSpPr/>
          <p:nvPr/>
        </p:nvGrpSpPr>
        <p:grpSpPr>
          <a:xfrm>
            <a:off x="7559640" y="4145040"/>
            <a:ext cx="468720" cy="200520"/>
            <a:chOff x="7559640" y="4145040"/>
            <a:chExt cx="468720" cy="200520"/>
          </a:xfrm>
        </p:grpSpPr>
        <p:sp>
          <p:nvSpPr>
            <p:cNvPr id="1529" name=""/>
            <p:cNvSpPr/>
            <p:nvPr/>
          </p:nvSpPr>
          <p:spPr>
            <a:xfrm>
              <a:off x="7559640" y="4159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0" name=""/>
            <p:cNvSpPr/>
            <p:nvPr/>
          </p:nvSpPr>
          <p:spPr>
            <a:xfrm>
              <a:off x="7690680" y="4145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31" name=""/>
          <p:cNvGrpSpPr/>
          <p:nvPr/>
        </p:nvGrpSpPr>
        <p:grpSpPr>
          <a:xfrm>
            <a:off x="3733920" y="3505320"/>
            <a:ext cx="461520" cy="200520"/>
            <a:chOff x="3733920" y="3505320"/>
            <a:chExt cx="461520" cy="200520"/>
          </a:xfrm>
        </p:grpSpPr>
        <p:sp>
          <p:nvSpPr>
            <p:cNvPr id="1532" name=""/>
            <p:cNvSpPr/>
            <p:nvPr/>
          </p:nvSpPr>
          <p:spPr>
            <a:xfrm>
              <a:off x="3733920" y="3521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3" name=""/>
            <p:cNvSpPr/>
            <p:nvPr/>
          </p:nvSpPr>
          <p:spPr>
            <a:xfrm>
              <a:off x="385776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34" name=""/>
          <p:cNvGrpSpPr/>
          <p:nvPr/>
        </p:nvGrpSpPr>
        <p:grpSpPr>
          <a:xfrm>
            <a:off x="2438280" y="4876920"/>
            <a:ext cx="461880" cy="200520"/>
            <a:chOff x="2438280" y="4876920"/>
            <a:chExt cx="461880" cy="200520"/>
          </a:xfrm>
        </p:grpSpPr>
        <p:sp>
          <p:nvSpPr>
            <p:cNvPr id="1535" name=""/>
            <p:cNvSpPr/>
            <p:nvPr/>
          </p:nvSpPr>
          <p:spPr>
            <a:xfrm>
              <a:off x="2438280" y="4892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6" name=""/>
            <p:cNvSpPr/>
            <p:nvPr/>
          </p:nvSpPr>
          <p:spPr>
            <a:xfrm>
              <a:off x="256248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37" name=""/>
          <p:cNvGrpSpPr/>
          <p:nvPr/>
        </p:nvGrpSpPr>
        <p:grpSpPr>
          <a:xfrm>
            <a:off x="5334120" y="3200400"/>
            <a:ext cx="461520" cy="200520"/>
            <a:chOff x="5334120" y="3200400"/>
            <a:chExt cx="461520" cy="200520"/>
          </a:xfrm>
        </p:grpSpPr>
        <p:sp>
          <p:nvSpPr>
            <p:cNvPr id="1538" name=""/>
            <p:cNvSpPr/>
            <p:nvPr/>
          </p:nvSpPr>
          <p:spPr>
            <a:xfrm>
              <a:off x="5334120" y="3216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9" name=""/>
            <p:cNvSpPr/>
            <p:nvPr/>
          </p:nvSpPr>
          <p:spPr>
            <a:xfrm>
              <a:off x="545796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40" name=""/>
          <p:cNvGrpSpPr/>
          <p:nvPr/>
        </p:nvGrpSpPr>
        <p:grpSpPr>
          <a:xfrm>
            <a:off x="1371600" y="3886200"/>
            <a:ext cx="461520" cy="200520"/>
            <a:chOff x="1371600" y="3886200"/>
            <a:chExt cx="461520" cy="200520"/>
          </a:xfrm>
        </p:grpSpPr>
        <p:sp>
          <p:nvSpPr>
            <p:cNvPr id="1541" name=""/>
            <p:cNvSpPr/>
            <p:nvPr/>
          </p:nvSpPr>
          <p:spPr>
            <a:xfrm>
              <a:off x="1371600" y="3900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2" name=""/>
            <p:cNvSpPr/>
            <p:nvPr/>
          </p:nvSpPr>
          <p:spPr>
            <a:xfrm>
              <a:off x="1495440" y="3886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43" name=""/>
          <p:cNvGrpSpPr/>
          <p:nvPr/>
        </p:nvGrpSpPr>
        <p:grpSpPr>
          <a:xfrm>
            <a:off x="1219320" y="2590920"/>
            <a:ext cx="461160" cy="200520"/>
            <a:chOff x="1219320" y="2590920"/>
            <a:chExt cx="461160" cy="200520"/>
          </a:xfrm>
        </p:grpSpPr>
        <p:sp>
          <p:nvSpPr>
            <p:cNvPr id="1544" name=""/>
            <p:cNvSpPr/>
            <p:nvPr/>
          </p:nvSpPr>
          <p:spPr>
            <a:xfrm>
              <a:off x="1219320" y="26053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5" name=""/>
            <p:cNvSpPr/>
            <p:nvPr/>
          </p:nvSpPr>
          <p:spPr>
            <a:xfrm>
              <a:off x="134280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46" name=""/>
          <p:cNvGrpSpPr/>
          <p:nvPr/>
        </p:nvGrpSpPr>
        <p:grpSpPr>
          <a:xfrm>
            <a:off x="4525920" y="2728800"/>
            <a:ext cx="468720" cy="200520"/>
            <a:chOff x="4525920" y="2728800"/>
            <a:chExt cx="468720" cy="200520"/>
          </a:xfrm>
        </p:grpSpPr>
        <p:sp>
          <p:nvSpPr>
            <p:cNvPr id="1547" name=""/>
            <p:cNvSpPr/>
            <p:nvPr/>
          </p:nvSpPr>
          <p:spPr>
            <a:xfrm>
              <a:off x="4525920" y="2743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8" name=""/>
            <p:cNvSpPr/>
            <p:nvPr/>
          </p:nvSpPr>
          <p:spPr>
            <a:xfrm>
              <a:off x="4656960" y="27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49" name="Rounded Rectangle 1548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1550" name="Oval 1549"/>
          <p:cNvSpPr/>
          <p:nvPr/>
        </p:nvSpPr>
        <p:spPr>
          <a:xfrm>
            <a:off x="2014463" y="40020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Oval 1550"/>
          <p:cNvSpPr/>
          <p:nvPr/>
        </p:nvSpPr>
        <p:spPr>
          <a:xfrm>
            <a:off x="2044463" y="40320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552" name="Rounded Rectangle 1551"/>
          <p:cNvSpPr/>
          <p:nvPr/>
        </p:nvSpPr>
        <p:spPr>
          <a:xfrm>
            <a:off x="2214463" y="40170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553" name="Oval 1552"/>
          <p:cNvSpPr/>
          <p:nvPr/>
        </p:nvSpPr>
        <p:spPr>
          <a:xfrm>
            <a:off x="2166744" y="156320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Oval 1553"/>
          <p:cNvSpPr/>
          <p:nvPr/>
        </p:nvSpPr>
        <p:spPr>
          <a:xfrm>
            <a:off x="2196744" y="159320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555" name="Rounded Rectangle 1554"/>
          <p:cNvSpPr/>
          <p:nvPr/>
        </p:nvSpPr>
        <p:spPr>
          <a:xfrm>
            <a:off x="2366744" y="157820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556" name="Oval 1555"/>
          <p:cNvSpPr/>
          <p:nvPr/>
        </p:nvSpPr>
        <p:spPr>
          <a:xfrm>
            <a:off x="6957805" y="7243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Oval 1556"/>
          <p:cNvSpPr/>
          <p:nvPr/>
        </p:nvSpPr>
        <p:spPr>
          <a:xfrm>
            <a:off x="6987805" y="7543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558" name="Rounded Rectangle 1557"/>
          <p:cNvSpPr/>
          <p:nvPr/>
        </p:nvSpPr>
        <p:spPr>
          <a:xfrm>
            <a:off x="7157805" y="7393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559" name="Oval 1558"/>
          <p:cNvSpPr/>
          <p:nvPr/>
        </p:nvSpPr>
        <p:spPr>
          <a:xfrm>
            <a:off x="7187305" y="56783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Oval 1559"/>
          <p:cNvSpPr/>
          <p:nvPr/>
        </p:nvSpPr>
        <p:spPr>
          <a:xfrm>
            <a:off x="7217305" y="57083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561" name="Rounded Rectangle 1560"/>
          <p:cNvSpPr/>
          <p:nvPr/>
        </p:nvSpPr>
        <p:spPr>
          <a:xfrm>
            <a:off x="7387305" y="56933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562" name="Oval 1561"/>
          <p:cNvSpPr/>
          <p:nvPr/>
        </p:nvSpPr>
        <p:spPr>
          <a:xfrm>
            <a:off x="2386702" y="59832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Oval 1562"/>
          <p:cNvSpPr/>
          <p:nvPr/>
        </p:nvSpPr>
        <p:spPr>
          <a:xfrm>
            <a:off x="2416702" y="60132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564" name="Rounded Rectangle 1563"/>
          <p:cNvSpPr/>
          <p:nvPr/>
        </p:nvSpPr>
        <p:spPr>
          <a:xfrm>
            <a:off x="2586702" y="59982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565" name="Oval 1564"/>
          <p:cNvSpPr/>
          <p:nvPr/>
        </p:nvSpPr>
        <p:spPr>
          <a:xfrm>
            <a:off x="6138259" y="26822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Oval 1565"/>
          <p:cNvSpPr/>
          <p:nvPr/>
        </p:nvSpPr>
        <p:spPr>
          <a:xfrm>
            <a:off x="6168259" y="27122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567" name="Rounded Rectangle 1566"/>
          <p:cNvSpPr/>
          <p:nvPr/>
        </p:nvSpPr>
        <p:spPr>
          <a:xfrm>
            <a:off x="6338259" y="26972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568" name="Oval 1567"/>
          <p:cNvSpPr/>
          <p:nvPr/>
        </p:nvSpPr>
        <p:spPr>
          <a:xfrm>
            <a:off x="6171379" y="409814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Oval 1568"/>
          <p:cNvSpPr/>
          <p:nvPr/>
        </p:nvSpPr>
        <p:spPr>
          <a:xfrm>
            <a:off x="6201379" y="412814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570" name="Rounded Rectangle 1569"/>
          <p:cNvSpPr/>
          <p:nvPr/>
        </p:nvSpPr>
        <p:spPr>
          <a:xfrm>
            <a:off x="6371379" y="411314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571" name="Oval 1570"/>
          <p:cNvSpPr/>
          <p:nvPr/>
        </p:nvSpPr>
        <p:spPr>
          <a:xfrm>
            <a:off x="4063224" y="45362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Oval 1571"/>
          <p:cNvSpPr/>
          <p:nvPr/>
        </p:nvSpPr>
        <p:spPr>
          <a:xfrm>
            <a:off x="4093224" y="45662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573" name="Rounded Rectangle 1572"/>
          <p:cNvSpPr/>
          <p:nvPr/>
        </p:nvSpPr>
        <p:spPr>
          <a:xfrm>
            <a:off x="4263224" y="45512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574" name="Oval 1573"/>
          <p:cNvSpPr/>
          <p:nvPr/>
        </p:nvSpPr>
        <p:spPr>
          <a:xfrm>
            <a:off x="5434821" y="202166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Oval 1574"/>
          <p:cNvSpPr/>
          <p:nvPr/>
        </p:nvSpPr>
        <p:spPr>
          <a:xfrm>
            <a:off x="5464821" y="205166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576" name="Rounded Rectangle 1575"/>
          <p:cNvSpPr/>
          <p:nvPr/>
        </p:nvSpPr>
        <p:spPr>
          <a:xfrm>
            <a:off x="5634821" y="203666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577" name="Oval 1576"/>
          <p:cNvSpPr/>
          <p:nvPr/>
        </p:nvSpPr>
        <p:spPr>
          <a:xfrm>
            <a:off x="3082220" y="267722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Oval 1577"/>
          <p:cNvSpPr/>
          <p:nvPr/>
        </p:nvSpPr>
        <p:spPr>
          <a:xfrm>
            <a:off x="3112220" y="270722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579" name="Rounded Rectangle 1578"/>
          <p:cNvSpPr/>
          <p:nvPr/>
        </p:nvSpPr>
        <p:spPr>
          <a:xfrm>
            <a:off x="3282220" y="269222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580" name="Oval 1579"/>
          <p:cNvSpPr/>
          <p:nvPr/>
        </p:nvSpPr>
        <p:spPr>
          <a:xfrm>
            <a:off x="7490783" y="269719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Oval 1580"/>
          <p:cNvSpPr/>
          <p:nvPr/>
        </p:nvSpPr>
        <p:spPr>
          <a:xfrm>
            <a:off x="7520783" y="272719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582" name="Rounded Rectangle 1581"/>
          <p:cNvSpPr/>
          <p:nvPr/>
        </p:nvSpPr>
        <p:spPr>
          <a:xfrm>
            <a:off x="7690783" y="271219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583" name="Oval 1582"/>
          <p:cNvSpPr/>
          <p:nvPr/>
        </p:nvSpPr>
        <p:spPr>
          <a:xfrm>
            <a:off x="866065" y="34076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Oval 1583"/>
          <p:cNvSpPr/>
          <p:nvPr/>
        </p:nvSpPr>
        <p:spPr>
          <a:xfrm>
            <a:off x="896065" y="34376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585" name="Rounded Rectangle 1584"/>
          <p:cNvSpPr/>
          <p:nvPr/>
        </p:nvSpPr>
        <p:spPr>
          <a:xfrm>
            <a:off x="1066065" y="34226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586" name="Oval 1585"/>
          <p:cNvSpPr/>
          <p:nvPr/>
        </p:nvSpPr>
        <p:spPr>
          <a:xfrm>
            <a:off x="8060665" y="342350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Oval 1586"/>
          <p:cNvSpPr/>
          <p:nvPr/>
        </p:nvSpPr>
        <p:spPr>
          <a:xfrm>
            <a:off x="8090665" y="345350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588" name="Rounded Rectangle 1587"/>
          <p:cNvSpPr/>
          <p:nvPr/>
        </p:nvSpPr>
        <p:spPr>
          <a:xfrm>
            <a:off x="8260665" y="343850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589" name="Oval 1588"/>
          <p:cNvSpPr/>
          <p:nvPr/>
        </p:nvSpPr>
        <p:spPr>
          <a:xfrm>
            <a:off x="7508062" y="410750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Oval 1589"/>
          <p:cNvSpPr/>
          <p:nvPr/>
        </p:nvSpPr>
        <p:spPr>
          <a:xfrm>
            <a:off x="7538062" y="413750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591" name="Rounded Rectangle 1590"/>
          <p:cNvSpPr/>
          <p:nvPr/>
        </p:nvSpPr>
        <p:spPr>
          <a:xfrm>
            <a:off x="7708062" y="412250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592" name="Oval 1591"/>
          <p:cNvSpPr/>
          <p:nvPr/>
        </p:nvSpPr>
        <p:spPr>
          <a:xfrm>
            <a:off x="3682345" y="34695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Oval 1592"/>
          <p:cNvSpPr/>
          <p:nvPr/>
        </p:nvSpPr>
        <p:spPr>
          <a:xfrm>
            <a:off x="3712345" y="34995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594" name="Rounded Rectangle 1593"/>
          <p:cNvSpPr/>
          <p:nvPr/>
        </p:nvSpPr>
        <p:spPr>
          <a:xfrm>
            <a:off x="3882345" y="34845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595" name="Oval 1594"/>
          <p:cNvSpPr/>
          <p:nvPr/>
        </p:nvSpPr>
        <p:spPr>
          <a:xfrm>
            <a:off x="2386702" y="48411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Oval 1595"/>
          <p:cNvSpPr/>
          <p:nvPr/>
        </p:nvSpPr>
        <p:spPr>
          <a:xfrm>
            <a:off x="2416702" y="48711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597" name="Rounded Rectangle 1596"/>
          <p:cNvSpPr/>
          <p:nvPr/>
        </p:nvSpPr>
        <p:spPr>
          <a:xfrm>
            <a:off x="2586702" y="48561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598" name="Oval 1597"/>
          <p:cNvSpPr/>
          <p:nvPr/>
        </p:nvSpPr>
        <p:spPr>
          <a:xfrm>
            <a:off x="5282541" y="31646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Oval 1598"/>
          <p:cNvSpPr/>
          <p:nvPr/>
        </p:nvSpPr>
        <p:spPr>
          <a:xfrm>
            <a:off x="5312541" y="31946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600" name="Rounded Rectangle 1599"/>
          <p:cNvSpPr/>
          <p:nvPr/>
        </p:nvSpPr>
        <p:spPr>
          <a:xfrm>
            <a:off x="5482541" y="31796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601" name="Oval 1600"/>
          <p:cNvSpPr/>
          <p:nvPr/>
        </p:nvSpPr>
        <p:spPr>
          <a:xfrm>
            <a:off x="1320021" y="38484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Oval 1601"/>
          <p:cNvSpPr/>
          <p:nvPr/>
        </p:nvSpPr>
        <p:spPr>
          <a:xfrm>
            <a:off x="1350021" y="38784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603" name="Rounded Rectangle 1602"/>
          <p:cNvSpPr/>
          <p:nvPr/>
        </p:nvSpPr>
        <p:spPr>
          <a:xfrm>
            <a:off x="1520021" y="38634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604" name="Oval 1603"/>
          <p:cNvSpPr/>
          <p:nvPr/>
        </p:nvSpPr>
        <p:spPr>
          <a:xfrm>
            <a:off x="1167560" y="25537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Oval 1604"/>
          <p:cNvSpPr/>
          <p:nvPr/>
        </p:nvSpPr>
        <p:spPr>
          <a:xfrm>
            <a:off x="1197560" y="25837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606" name="Rounded Rectangle 1605"/>
          <p:cNvSpPr/>
          <p:nvPr/>
        </p:nvSpPr>
        <p:spPr>
          <a:xfrm>
            <a:off x="1367560" y="25687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607" name="Oval 1606"/>
          <p:cNvSpPr/>
          <p:nvPr/>
        </p:nvSpPr>
        <p:spPr>
          <a:xfrm>
            <a:off x="4474345" y="26916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Oval 1607"/>
          <p:cNvSpPr/>
          <p:nvPr/>
        </p:nvSpPr>
        <p:spPr>
          <a:xfrm>
            <a:off x="4504345" y="27216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609" name="Rounded Rectangle 1608"/>
          <p:cNvSpPr/>
          <p:nvPr/>
        </p:nvSpPr>
        <p:spPr>
          <a:xfrm>
            <a:off x="4674345" y="27066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"/>
          <p:cNvSpPr/>
          <p:nvPr/>
        </p:nvSpPr>
        <p:spPr>
          <a:xfrm>
            <a:off x="3083400" y="50760"/>
            <a:ext cx="2977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16: LEBL | RWY 25R | STAR BIS2DD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" name=""/>
          <p:cNvSpPr/>
          <p:nvPr/>
        </p:nvSpPr>
        <p:spPr>
          <a:xfrm flipH="1">
            <a:off x="5754600" y="1639800"/>
            <a:ext cx="1378080" cy="612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1" name=""/>
          <p:cNvSpPr/>
          <p:nvPr/>
        </p:nvSpPr>
        <p:spPr>
          <a:xfrm flipH="1">
            <a:off x="5148360" y="2252520"/>
            <a:ext cx="606240" cy="1301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2" name=""/>
          <p:cNvSpPr/>
          <p:nvPr/>
        </p:nvSpPr>
        <p:spPr>
          <a:xfrm flipH="1">
            <a:off x="4629240" y="3554280"/>
            <a:ext cx="519120" cy="1113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" name=""/>
          <p:cNvSpPr/>
          <p:nvPr/>
        </p:nvSpPr>
        <p:spPr>
          <a:xfrm flipH="1">
            <a:off x="4300200" y="4667400"/>
            <a:ext cx="328680" cy="703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4" name=""/>
          <p:cNvSpPr/>
          <p:nvPr/>
        </p:nvSpPr>
        <p:spPr>
          <a:xfrm flipH="1" flipV="1">
            <a:off x="3925440" y="5317920"/>
            <a:ext cx="374760" cy="52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5" name=""/>
          <p:cNvSpPr/>
          <p:nvPr/>
        </p:nvSpPr>
        <p:spPr>
          <a:xfrm flipH="1" flipV="1">
            <a:off x="3079800" y="4789080"/>
            <a:ext cx="846000" cy="528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6" name=""/>
          <p:cNvSpPr/>
          <p:nvPr/>
        </p:nvSpPr>
        <p:spPr>
          <a:xfrm flipH="1" flipV="1">
            <a:off x="2760840" y="4782960"/>
            <a:ext cx="318960" cy="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7" name=""/>
          <p:cNvSpPr/>
          <p:nvPr/>
        </p:nvSpPr>
        <p:spPr>
          <a:xfrm flipH="1">
            <a:off x="2484360" y="4782960"/>
            <a:ext cx="276480" cy="123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8" name=""/>
          <p:cNvSpPr/>
          <p:nvPr/>
        </p:nvSpPr>
        <p:spPr>
          <a:xfrm flipH="1">
            <a:off x="2287080" y="4906800"/>
            <a:ext cx="196920" cy="87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9" name=""/>
          <p:cNvSpPr/>
          <p:nvPr/>
        </p:nvSpPr>
        <p:spPr>
          <a:xfrm flipH="1">
            <a:off x="2010960" y="4994280"/>
            <a:ext cx="276120" cy="123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60" name=""/>
          <p:cNvGrpSpPr/>
          <p:nvPr/>
        </p:nvGrpSpPr>
        <p:grpSpPr>
          <a:xfrm>
            <a:off x="7068960" y="1576440"/>
            <a:ext cx="583560" cy="200520"/>
            <a:chOff x="7068960" y="1576440"/>
            <a:chExt cx="583560" cy="200520"/>
          </a:xfrm>
        </p:grpSpPr>
        <p:sp>
          <p:nvSpPr>
            <p:cNvPr id="1561" name=""/>
            <p:cNvSpPr/>
            <p:nvPr/>
          </p:nvSpPr>
          <p:spPr>
            <a:xfrm>
              <a:off x="706896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2" name=""/>
            <p:cNvSpPr/>
            <p:nvPr/>
          </p:nvSpPr>
          <p:spPr>
            <a:xfrm>
              <a:off x="7197480" y="157644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BISBA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63" name=""/>
          <p:cNvGrpSpPr/>
          <p:nvPr/>
        </p:nvGrpSpPr>
        <p:grpSpPr>
          <a:xfrm>
            <a:off x="5703840" y="2189160"/>
            <a:ext cx="490680" cy="200520"/>
            <a:chOff x="5703840" y="2189160"/>
            <a:chExt cx="490680" cy="200520"/>
          </a:xfrm>
        </p:grpSpPr>
        <p:sp>
          <p:nvSpPr>
            <p:cNvPr id="1564" name=""/>
            <p:cNvSpPr/>
            <p:nvPr/>
          </p:nvSpPr>
          <p:spPr>
            <a:xfrm>
              <a:off x="5703840" y="22017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5" name=""/>
            <p:cNvSpPr/>
            <p:nvPr/>
          </p:nvSpPr>
          <p:spPr>
            <a:xfrm>
              <a:off x="5823360" y="218916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BGR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66" name=""/>
          <p:cNvGrpSpPr/>
          <p:nvPr/>
        </p:nvGrpSpPr>
        <p:grpSpPr>
          <a:xfrm>
            <a:off x="5097600" y="3490920"/>
            <a:ext cx="547560" cy="200520"/>
            <a:chOff x="5097600" y="3490920"/>
            <a:chExt cx="547560" cy="200520"/>
          </a:xfrm>
        </p:grpSpPr>
        <p:sp>
          <p:nvSpPr>
            <p:cNvPr id="1567" name=""/>
            <p:cNvSpPr/>
            <p:nvPr/>
          </p:nvSpPr>
          <p:spPr>
            <a:xfrm>
              <a:off x="5097600" y="35035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8" name=""/>
            <p:cNvSpPr/>
            <p:nvPr/>
          </p:nvSpPr>
          <p:spPr>
            <a:xfrm>
              <a:off x="5209920" y="349092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BL045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69" name=""/>
          <p:cNvGrpSpPr/>
          <p:nvPr/>
        </p:nvGrpSpPr>
        <p:grpSpPr>
          <a:xfrm>
            <a:off x="4578480" y="4603680"/>
            <a:ext cx="579600" cy="200520"/>
            <a:chOff x="4578480" y="4603680"/>
            <a:chExt cx="579600" cy="200520"/>
          </a:xfrm>
        </p:grpSpPr>
        <p:sp>
          <p:nvSpPr>
            <p:cNvPr id="1570" name=""/>
            <p:cNvSpPr/>
            <p:nvPr/>
          </p:nvSpPr>
          <p:spPr>
            <a:xfrm>
              <a:off x="4578480" y="46162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1" name=""/>
            <p:cNvSpPr/>
            <p:nvPr/>
          </p:nvSpPr>
          <p:spPr>
            <a:xfrm>
              <a:off x="4658760" y="460368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XAMUR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72" name=""/>
          <p:cNvGrpSpPr/>
          <p:nvPr/>
        </p:nvGrpSpPr>
        <p:grpSpPr>
          <a:xfrm>
            <a:off x="4259160" y="5307120"/>
            <a:ext cx="529920" cy="200520"/>
            <a:chOff x="4259160" y="5307120"/>
            <a:chExt cx="529920" cy="200520"/>
          </a:xfrm>
        </p:grpSpPr>
        <p:sp>
          <p:nvSpPr>
            <p:cNvPr id="1573" name=""/>
            <p:cNvSpPr/>
            <p:nvPr/>
          </p:nvSpPr>
          <p:spPr>
            <a:xfrm>
              <a:off x="4259160" y="53308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4" name=""/>
            <p:cNvSpPr/>
            <p:nvPr/>
          </p:nvSpPr>
          <p:spPr>
            <a:xfrm>
              <a:off x="4349160" y="530712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D0970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75" name=""/>
          <p:cNvGrpSpPr/>
          <p:nvPr/>
        </p:nvGrpSpPr>
        <p:grpSpPr>
          <a:xfrm>
            <a:off x="3886200" y="5254560"/>
            <a:ext cx="541440" cy="200520"/>
            <a:chOff x="3886200" y="5254560"/>
            <a:chExt cx="541440" cy="200520"/>
          </a:xfrm>
        </p:grpSpPr>
        <p:sp>
          <p:nvSpPr>
            <p:cNvPr id="1576" name=""/>
            <p:cNvSpPr/>
            <p:nvPr/>
          </p:nvSpPr>
          <p:spPr>
            <a:xfrm>
              <a:off x="3886200" y="52783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7" name=""/>
            <p:cNvSpPr/>
            <p:nvPr/>
          </p:nvSpPr>
          <p:spPr>
            <a:xfrm>
              <a:off x="3963600" y="525456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LESBA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78" name=""/>
          <p:cNvGrpSpPr/>
          <p:nvPr/>
        </p:nvGrpSpPr>
        <p:grpSpPr>
          <a:xfrm>
            <a:off x="3038400" y="4726080"/>
            <a:ext cx="576000" cy="200520"/>
            <a:chOff x="3038400" y="4726080"/>
            <a:chExt cx="576000" cy="200520"/>
          </a:xfrm>
        </p:grpSpPr>
        <p:sp>
          <p:nvSpPr>
            <p:cNvPr id="1579" name=""/>
            <p:cNvSpPr/>
            <p:nvPr/>
          </p:nvSpPr>
          <p:spPr>
            <a:xfrm>
              <a:off x="3038400" y="4748040"/>
              <a:ext cx="81000" cy="828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2240" bIns="12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0" name=""/>
            <p:cNvSpPr/>
            <p:nvPr/>
          </p:nvSpPr>
          <p:spPr>
            <a:xfrm>
              <a:off x="3148560" y="4726080"/>
              <a:ext cx="465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SLL-16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81" name=""/>
          <p:cNvGrpSpPr/>
          <p:nvPr/>
        </p:nvGrpSpPr>
        <p:grpSpPr>
          <a:xfrm>
            <a:off x="2720880" y="4719600"/>
            <a:ext cx="539640" cy="200520"/>
            <a:chOff x="2720880" y="4719600"/>
            <a:chExt cx="539640" cy="200520"/>
          </a:xfrm>
        </p:grpSpPr>
        <p:sp>
          <p:nvSpPr>
            <p:cNvPr id="1582" name=""/>
            <p:cNvSpPr/>
            <p:nvPr/>
          </p:nvSpPr>
          <p:spPr>
            <a:xfrm>
              <a:off x="2720880" y="47433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3" name=""/>
            <p:cNvSpPr/>
            <p:nvPr/>
          </p:nvSpPr>
          <p:spPr>
            <a:xfrm>
              <a:off x="2800800" y="471960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TEBLA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84" name=""/>
          <p:cNvGrpSpPr/>
          <p:nvPr/>
        </p:nvGrpSpPr>
        <p:grpSpPr>
          <a:xfrm>
            <a:off x="2433600" y="4843440"/>
            <a:ext cx="545760" cy="200520"/>
            <a:chOff x="2433600" y="4843440"/>
            <a:chExt cx="545760" cy="200520"/>
          </a:xfrm>
        </p:grpSpPr>
        <p:sp>
          <p:nvSpPr>
            <p:cNvPr id="1585" name=""/>
            <p:cNvSpPr/>
            <p:nvPr/>
          </p:nvSpPr>
          <p:spPr>
            <a:xfrm>
              <a:off x="2433600" y="48560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6" name=""/>
            <p:cNvSpPr/>
            <p:nvPr/>
          </p:nvSpPr>
          <p:spPr>
            <a:xfrm>
              <a:off x="2548800" y="484344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87" name=""/>
          <p:cNvGrpSpPr/>
          <p:nvPr/>
        </p:nvGrpSpPr>
        <p:grpSpPr>
          <a:xfrm>
            <a:off x="2236680" y="4930920"/>
            <a:ext cx="560160" cy="200520"/>
            <a:chOff x="2236680" y="4930920"/>
            <a:chExt cx="560160" cy="200520"/>
          </a:xfrm>
        </p:grpSpPr>
        <p:sp>
          <p:nvSpPr>
            <p:cNvPr id="1588" name=""/>
            <p:cNvSpPr/>
            <p:nvPr/>
          </p:nvSpPr>
          <p:spPr>
            <a:xfrm>
              <a:off x="2236680" y="494352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9" name=""/>
            <p:cNvSpPr/>
            <p:nvPr/>
          </p:nvSpPr>
          <p:spPr>
            <a:xfrm>
              <a:off x="2337120" y="493092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FU25R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90" name=""/>
          <p:cNvGrpSpPr/>
          <p:nvPr/>
        </p:nvGrpSpPr>
        <p:grpSpPr>
          <a:xfrm>
            <a:off x="1947960" y="5054760"/>
            <a:ext cx="600480" cy="200520"/>
            <a:chOff x="1947960" y="5054760"/>
            <a:chExt cx="600480" cy="200520"/>
          </a:xfrm>
        </p:grpSpPr>
        <p:sp>
          <p:nvSpPr>
            <p:cNvPr id="1591" name=""/>
            <p:cNvSpPr/>
            <p:nvPr/>
          </p:nvSpPr>
          <p:spPr>
            <a:xfrm>
              <a:off x="1947960" y="505476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2" name=""/>
            <p:cNvSpPr/>
            <p:nvPr/>
          </p:nvSpPr>
          <p:spPr>
            <a:xfrm>
              <a:off x="2058480" y="505476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93" name=""/>
          <p:cNvGrpSpPr/>
          <p:nvPr/>
        </p:nvGrpSpPr>
        <p:grpSpPr>
          <a:xfrm>
            <a:off x="928800" y="890640"/>
            <a:ext cx="486360" cy="200520"/>
            <a:chOff x="928800" y="890640"/>
            <a:chExt cx="486360" cy="200520"/>
          </a:xfrm>
        </p:grpSpPr>
        <p:sp>
          <p:nvSpPr>
            <p:cNvPr id="1594" name=""/>
            <p:cNvSpPr/>
            <p:nvPr/>
          </p:nvSpPr>
          <p:spPr>
            <a:xfrm>
              <a:off x="928800" y="89676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5" name=""/>
            <p:cNvSpPr/>
            <p:nvPr/>
          </p:nvSpPr>
          <p:spPr>
            <a:xfrm>
              <a:off x="1077480" y="890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96" name=""/>
          <p:cNvGrpSpPr/>
          <p:nvPr/>
        </p:nvGrpSpPr>
        <p:grpSpPr>
          <a:xfrm>
            <a:off x="6781680" y="2743200"/>
            <a:ext cx="461520" cy="200520"/>
            <a:chOff x="6781680" y="2743200"/>
            <a:chExt cx="461520" cy="200520"/>
          </a:xfrm>
        </p:grpSpPr>
        <p:sp>
          <p:nvSpPr>
            <p:cNvPr id="1597" name=""/>
            <p:cNvSpPr/>
            <p:nvPr/>
          </p:nvSpPr>
          <p:spPr>
            <a:xfrm>
              <a:off x="6781680" y="2757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8" name=""/>
            <p:cNvSpPr/>
            <p:nvPr/>
          </p:nvSpPr>
          <p:spPr>
            <a:xfrm>
              <a:off x="690552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99" name=""/>
          <p:cNvGrpSpPr/>
          <p:nvPr/>
        </p:nvGrpSpPr>
        <p:grpSpPr>
          <a:xfrm>
            <a:off x="3733920" y="380880"/>
            <a:ext cx="460080" cy="200520"/>
            <a:chOff x="3733920" y="380880"/>
            <a:chExt cx="460080" cy="200520"/>
          </a:xfrm>
        </p:grpSpPr>
        <p:sp>
          <p:nvSpPr>
            <p:cNvPr id="1600" name=""/>
            <p:cNvSpPr/>
            <p:nvPr/>
          </p:nvSpPr>
          <p:spPr>
            <a:xfrm>
              <a:off x="3733920" y="39672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1" name=""/>
            <p:cNvSpPr/>
            <p:nvPr/>
          </p:nvSpPr>
          <p:spPr>
            <a:xfrm>
              <a:off x="3856320" y="380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2" name=""/>
          <p:cNvGrpSpPr/>
          <p:nvPr/>
        </p:nvGrpSpPr>
        <p:grpSpPr>
          <a:xfrm>
            <a:off x="4800600" y="5943600"/>
            <a:ext cx="460080" cy="200520"/>
            <a:chOff x="4800600" y="5943600"/>
            <a:chExt cx="460080" cy="200520"/>
          </a:xfrm>
        </p:grpSpPr>
        <p:sp>
          <p:nvSpPr>
            <p:cNvPr id="1603" name=""/>
            <p:cNvSpPr/>
            <p:nvPr/>
          </p:nvSpPr>
          <p:spPr>
            <a:xfrm>
              <a:off x="4800600" y="59580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4" name=""/>
            <p:cNvSpPr/>
            <p:nvPr/>
          </p:nvSpPr>
          <p:spPr>
            <a:xfrm>
              <a:off x="4923000" y="5943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5" name=""/>
          <p:cNvGrpSpPr/>
          <p:nvPr/>
        </p:nvGrpSpPr>
        <p:grpSpPr>
          <a:xfrm>
            <a:off x="533520" y="2666880"/>
            <a:ext cx="461160" cy="200520"/>
            <a:chOff x="533520" y="2666880"/>
            <a:chExt cx="461160" cy="200520"/>
          </a:xfrm>
        </p:grpSpPr>
        <p:sp>
          <p:nvSpPr>
            <p:cNvPr id="1606" name=""/>
            <p:cNvSpPr/>
            <p:nvPr/>
          </p:nvSpPr>
          <p:spPr>
            <a:xfrm>
              <a:off x="533520" y="26827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7" name=""/>
            <p:cNvSpPr/>
            <p:nvPr/>
          </p:nvSpPr>
          <p:spPr>
            <a:xfrm>
              <a:off x="657000" y="2666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8" name=""/>
          <p:cNvGrpSpPr/>
          <p:nvPr/>
        </p:nvGrpSpPr>
        <p:grpSpPr>
          <a:xfrm>
            <a:off x="2590920" y="4343400"/>
            <a:ext cx="461160" cy="200520"/>
            <a:chOff x="2590920" y="4343400"/>
            <a:chExt cx="461160" cy="200520"/>
          </a:xfrm>
        </p:grpSpPr>
        <p:sp>
          <p:nvSpPr>
            <p:cNvPr id="1609" name=""/>
            <p:cNvSpPr/>
            <p:nvPr/>
          </p:nvSpPr>
          <p:spPr>
            <a:xfrm>
              <a:off x="2590920" y="435780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0" name=""/>
            <p:cNvSpPr/>
            <p:nvPr/>
          </p:nvSpPr>
          <p:spPr>
            <a:xfrm>
              <a:off x="271440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11" name=""/>
          <p:cNvGrpSpPr/>
          <p:nvPr/>
        </p:nvGrpSpPr>
        <p:grpSpPr>
          <a:xfrm>
            <a:off x="3733920" y="4419720"/>
            <a:ext cx="459720" cy="200520"/>
            <a:chOff x="3733920" y="4419720"/>
            <a:chExt cx="459720" cy="200520"/>
          </a:xfrm>
        </p:grpSpPr>
        <p:sp>
          <p:nvSpPr>
            <p:cNvPr id="1612" name=""/>
            <p:cNvSpPr/>
            <p:nvPr/>
          </p:nvSpPr>
          <p:spPr>
            <a:xfrm>
              <a:off x="3733920" y="443556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3" name=""/>
            <p:cNvSpPr/>
            <p:nvPr/>
          </p:nvSpPr>
          <p:spPr>
            <a:xfrm>
              <a:off x="385596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14" name=""/>
          <p:cNvGrpSpPr/>
          <p:nvPr/>
        </p:nvGrpSpPr>
        <p:grpSpPr>
          <a:xfrm>
            <a:off x="6648480" y="4116240"/>
            <a:ext cx="468720" cy="200520"/>
            <a:chOff x="6648480" y="4116240"/>
            <a:chExt cx="468720" cy="200520"/>
          </a:xfrm>
        </p:grpSpPr>
        <p:sp>
          <p:nvSpPr>
            <p:cNvPr id="1615" name=""/>
            <p:cNvSpPr/>
            <p:nvPr/>
          </p:nvSpPr>
          <p:spPr>
            <a:xfrm>
              <a:off x="6648480" y="41324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6" name=""/>
            <p:cNvSpPr/>
            <p:nvPr/>
          </p:nvSpPr>
          <p:spPr>
            <a:xfrm>
              <a:off x="6779520" y="4116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17" name=""/>
          <p:cNvGrpSpPr/>
          <p:nvPr/>
        </p:nvGrpSpPr>
        <p:grpSpPr>
          <a:xfrm>
            <a:off x="5638680" y="1143000"/>
            <a:ext cx="461520" cy="200520"/>
            <a:chOff x="5638680" y="1143000"/>
            <a:chExt cx="461520" cy="200520"/>
          </a:xfrm>
        </p:grpSpPr>
        <p:sp>
          <p:nvSpPr>
            <p:cNvPr id="1618" name=""/>
            <p:cNvSpPr/>
            <p:nvPr/>
          </p:nvSpPr>
          <p:spPr>
            <a:xfrm>
              <a:off x="5638680" y="1157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9" name=""/>
            <p:cNvSpPr/>
            <p:nvPr/>
          </p:nvSpPr>
          <p:spPr>
            <a:xfrm>
              <a:off x="576252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20" name=""/>
          <p:cNvGrpSpPr/>
          <p:nvPr/>
        </p:nvGrpSpPr>
        <p:grpSpPr>
          <a:xfrm>
            <a:off x="885960" y="6041880"/>
            <a:ext cx="468720" cy="200520"/>
            <a:chOff x="885960" y="6041880"/>
            <a:chExt cx="468720" cy="200520"/>
          </a:xfrm>
        </p:grpSpPr>
        <p:sp>
          <p:nvSpPr>
            <p:cNvPr id="1621" name=""/>
            <p:cNvSpPr/>
            <p:nvPr/>
          </p:nvSpPr>
          <p:spPr>
            <a:xfrm>
              <a:off x="885960" y="60580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2" name=""/>
            <p:cNvSpPr/>
            <p:nvPr/>
          </p:nvSpPr>
          <p:spPr>
            <a:xfrm>
              <a:off x="1017000" y="6041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23" name=""/>
          <p:cNvGrpSpPr/>
          <p:nvPr/>
        </p:nvGrpSpPr>
        <p:grpSpPr>
          <a:xfrm>
            <a:off x="3962520" y="3200400"/>
            <a:ext cx="460080" cy="200520"/>
            <a:chOff x="3962520" y="3200400"/>
            <a:chExt cx="460080" cy="200520"/>
          </a:xfrm>
        </p:grpSpPr>
        <p:sp>
          <p:nvSpPr>
            <p:cNvPr id="1624" name=""/>
            <p:cNvSpPr/>
            <p:nvPr/>
          </p:nvSpPr>
          <p:spPr>
            <a:xfrm>
              <a:off x="3962520" y="32144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5" name=""/>
            <p:cNvSpPr/>
            <p:nvPr/>
          </p:nvSpPr>
          <p:spPr>
            <a:xfrm>
              <a:off x="408492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26" name=""/>
          <p:cNvGrpSpPr/>
          <p:nvPr/>
        </p:nvGrpSpPr>
        <p:grpSpPr>
          <a:xfrm>
            <a:off x="4419720" y="2057400"/>
            <a:ext cx="461160" cy="200520"/>
            <a:chOff x="4419720" y="2057400"/>
            <a:chExt cx="461160" cy="200520"/>
          </a:xfrm>
        </p:grpSpPr>
        <p:sp>
          <p:nvSpPr>
            <p:cNvPr id="1627" name=""/>
            <p:cNvSpPr/>
            <p:nvPr/>
          </p:nvSpPr>
          <p:spPr>
            <a:xfrm>
              <a:off x="4419720" y="207144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8" name=""/>
            <p:cNvSpPr/>
            <p:nvPr/>
          </p:nvSpPr>
          <p:spPr>
            <a:xfrm>
              <a:off x="454320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29" name=""/>
          <p:cNvGrpSpPr/>
          <p:nvPr/>
        </p:nvGrpSpPr>
        <p:grpSpPr>
          <a:xfrm>
            <a:off x="2438280" y="2209680"/>
            <a:ext cx="461520" cy="200520"/>
            <a:chOff x="2438280" y="2209680"/>
            <a:chExt cx="461520" cy="200520"/>
          </a:xfrm>
        </p:grpSpPr>
        <p:sp>
          <p:nvSpPr>
            <p:cNvPr id="1630" name=""/>
            <p:cNvSpPr/>
            <p:nvPr/>
          </p:nvSpPr>
          <p:spPr>
            <a:xfrm>
              <a:off x="2438280" y="2223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1" name=""/>
            <p:cNvSpPr/>
            <p:nvPr/>
          </p:nvSpPr>
          <p:spPr>
            <a:xfrm>
              <a:off x="256212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32" name=""/>
          <p:cNvGrpSpPr/>
          <p:nvPr/>
        </p:nvGrpSpPr>
        <p:grpSpPr>
          <a:xfrm>
            <a:off x="7696080" y="5715000"/>
            <a:ext cx="461880" cy="200520"/>
            <a:chOff x="7696080" y="5715000"/>
            <a:chExt cx="461880" cy="200520"/>
          </a:xfrm>
        </p:grpSpPr>
        <p:sp>
          <p:nvSpPr>
            <p:cNvPr id="1633" name=""/>
            <p:cNvSpPr/>
            <p:nvPr/>
          </p:nvSpPr>
          <p:spPr>
            <a:xfrm>
              <a:off x="7696080" y="5729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4" name=""/>
            <p:cNvSpPr/>
            <p:nvPr/>
          </p:nvSpPr>
          <p:spPr>
            <a:xfrm>
              <a:off x="782028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35" name=""/>
          <p:cNvGrpSpPr/>
          <p:nvPr/>
        </p:nvGrpSpPr>
        <p:grpSpPr>
          <a:xfrm>
            <a:off x="5638680" y="4724280"/>
            <a:ext cx="461880" cy="200520"/>
            <a:chOff x="5638680" y="4724280"/>
            <a:chExt cx="461880" cy="200520"/>
          </a:xfrm>
        </p:grpSpPr>
        <p:sp>
          <p:nvSpPr>
            <p:cNvPr id="1636" name=""/>
            <p:cNvSpPr/>
            <p:nvPr/>
          </p:nvSpPr>
          <p:spPr>
            <a:xfrm>
              <a:off x="5638680" y="4738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7" name=""/>
            <p:cNvSpPr/>
            <p:nvPr/>
          </p:nvSpPr>
          <p:spPr>
            <a:xfrm>
              <a:off x="576288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38" name=""/>
          <p:cNvGrpSpPr/>
          <p:nvPr/>
        </p:nvGrpSpPr>
        <p:grpSpPr>
          <a:xfrm>
            <a:off x="8109000" y="2290680"/>
            <a:ext cx="468720" cy="200520"/>
            <a:chOff x="8109000" y="2290680"/>
            <a:chExt cx="468720" cy="200520"/>
          </a:xfrm>
        </p:grpSpPr>
        <p:sp>
          <p:nvSpPr>
            <p:cNvPr id="1639" name=""/>
            <p:cNvSpPr/>
            <p:nvPr/>
          </p:nvSpPr>
          <p:spPr>
            <a:xfrm>
              <a:off x="8109000" y="2305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0" name=""/>
            <p:cNvSpPr/>
            <p:nvPr/>
          </p:nvSpPr>
          <p:spPr>
            <a:xfrm>
              <a:off x="8240040" y="2290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1" name=""/>
          <p:cNvGrpSpPr/>
          <p:nvPr/>
        </p:nvGrpSpPr>
        <p:grpSpPr>
          <a:xfrm>
            <a:off x="8131320" y="911160"/>
            <a:ext cx="467280" cy="200520"/>
            <a:chOff x="8131320" y="911160"/>
            <a:chExt cx="467280" cy="200520"/>
          </a:xfrm>
        </p:grpSpPr>
        <p:sp>
          <p:nvSpPr>
            <p:cNvPr id="1642" name=""/>
            <p:cNvSpPr/>
            <p:nvPr/>
          </p:nvSpPr>
          <p:spPr>
            <a:xfrm>
              <a:off x="8131320" y="9255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3" name=""/>
            <p:cNvSpPr/>
            <p:nvPr/>
          </p:nvSpPr>
          <p:spPr>
            <a:xfrm>
              <a:off x="8260920" y="911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4" name=""/>
          <p:cNvGrpSpPr/>
          <p:nvPr/>
        </p:nvGrpSpPr>
        <p:grpSpPr>
          <a:xfrm>
            <a:off x="2895480" y="5257800"/>
            <a:ext cx="460080" cy="200520"/>
            <a:chOff x="2895480" y="5257800"/>
            <a:chExt cx="460080" cy="200520"/>
          </a:xfrm>
        </p:grpSpPr>
        <p:sp>
          <p:nvSpPr>
            <p:cNvPr id="1645" name=""/>
            <p:cNvSpPr/>
            <p:nvPr/>
          </p:nvSpPr>
          <p:spPr>
            <a:xfrm>
              <a:off x="2895480" y="52722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6" name=""/>
            <p:cNvSpPr/>
            <p:nvPr/>
          </p:nvSpPr>
          <p:spPr>
            <a:xfrm>
              <a:off x="3017880" y="5257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7" name=""/>
          <p:cNvGrpSpPr/>
          <p:nvPr/>
        </p:nvGrpSpPr>
        <p:grpSpPr>
          <a:xfrm>
            <a:off x="2209680" y="3733920"/>
            <a:ext cx="461880" cy="200520"/>
            <a:chOff x="2209680" y="3733920"/>
            <a:chExt cx="461880" cy="200520"/>
          </a:xfrm>
        </p:grpSpPr>
        <p:sp>
          <p:nvSpPr>
            <p:cNvPr id="1648" name=""/>
            <p:cNvSpPr/>
            <p:nvPr/>
          </p:nvSpPr>
          <p:spPr>
            <a:xfrm>
              <a:off x="2209680" y="3747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9" name=""/>
            <p:cNvSpPr/>
            <p:nvPr/>
          </p:nvSpPr>
          <p:spPr>
            <a:xfrm>
              <a:off x="2333880" y="3733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50" name=""/>
          <p:cNvGrpSpPr/>
          <p:nvPr/>
        </p:nvGrpSpPr>
        <p:grpSpPr>
          <a:xfrm>
            <a:off x="906480" y="4592520"/>
            <a:ext cx="468720" cy="200520"/>
            <a:chOff x="906480" y="4592520"/>
            <a:chExt cx="468720" cy="200520"/>
          </a:xfrm>
        </p:grpSpPr>
        <p:sp>
          <p:nvSpPr>
            <p:cNvPr id="1651" name=""/>
            <p:cNvSpPr/>
            <p:nvPr/>
          </p:nvSpPr>
          <p:spPr>
            <a:xfrm>
              <a:off x="906480" y="4608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2" name=""/>
            <p:cNvSpPr/>
            <p:nvPr/>
          </p:nvSpPr>
          <p:spPr>
            <a:xfrm>
              <a:off x="1037520" y="459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53" name="Rounded Rectangle 1652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1654" name="Oval 1653"/>
          <p:cNvSpPr/>
          <p:nvPr/>
        </p:nvSpPr>
        <p:spPr>
          <a:xfrm>
            <a:off x="885859" y="8539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Oval 1654"/>
          <p:cNvSpPr/>
          <p:nvPr/>
        </p:nvSpPr>
        <p:spPr>
          <a:xfrm>
            <a:off x="915859" y="8839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656" name="Rounded Rectangle 1655"/>
          <p:cNvSpPr/>
          <p:nvPr/>
        </p:nvSpPr>
        <p:spPr>
          <a:xfrm>
            <a:off x="1085859" y="8689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657" name="Oval 1656"/>
          <p:cNvSpPr/>
          <p:nvPr/>
        </p:nvSpPr>
        <p:spPr>
          <a:xfrm>
            <a:off x="6730099" y="270566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Oval 1657"/>
          <p:cNvSpPr/>
          <p:nvPr/>
        </p:nvSpPr>
        <p:spPr>
          <a:xfrm>
            <a:off x="6760099" y="273566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659" name="Rounded Rectangle 1658"/>
          <p:cNvSpPr/>
          <p:nvPr/>
        </p:nvSpPr>
        <p:spPr>
          <a:xfrm>
            <a:off x="6930099" y="272066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660" name="Oval 1659"/>
          <p:cNvSpPr/>
          <p:nvPr/>
        </p:nvSpPr>
        <p:spPr>
          <a:xfrm>
            <a:off x="3681616" y="3444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Oval 1660"/>
          <p:cNvSpPr/>
          <p:nvPr/>
        </p:nvSpPr>
        <p:spPr>
          <a:xfrm>
            <a:off x="3711616" y="3744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662" name="Rounded Rectangle 1661"/>
          <p:cNvSpPr/>
          <p:nvPr/>
        </p:nvSpPr>
        <p:spPr>
          <a:xfrm>
            <a:off x="3881616" y="3594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663" name="Oval 1662"/>
          <p:cNvSpPr/>
          <p:nvPr/>
        </p:nvSpPr>
        <p:spPr>
          <a:xfrm>
            <a:off x="4748298" y="590642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Oval 1663"/>
          <p:cNvSpPr/>
          <p:nvPr/>
        </p:nvSpPr>
        <p:spPr>
          <a:xfrm>
            <a:off x="4778298" y="593642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665" name="Rounded Rectangle 1664"/>
          <p:cNvSpPr/>
          <p:nvPr/>
        </p:nvSpPr>
        <p:spPr>
          <a:xfrm>
            <a:off x="4948298" y="592142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666" name="Oval 1665"/>
          <p:cNvSpPr/>
          <p:nvPr/>
        </p:nvSpPr>
        <p:spPr>
          <a:xfrm>
            <a:off x="481756" y="26311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Oval 1666"/>
          <p:cNvSpPr/>
          <p:nvPr/>
        </p:nvSpPr>
        <p:spPr>
          <a:xfrm>
            <a:off x="511756" y="26611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668" name="Rounded Rectangle 1667"/>
          <p:cNvSpPr/>
          <p:nvPr/>
        </p:nvSpPr>
        <p:spPr>
          <a:xfrm>
            <a:off x="681756" y="26461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669" name="Oval 1668"/>
          <p:cNvSpPr/>
          <p:nvPr/>
        </p:nvSpPr>
        <p:spPr>
          <a:xfrm>
            <a:off x="2539157" y="430622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Oval 1669"/>
          <p:cNvSpPr/>
          <p:nvPr/>
        </p:nvSpPr>
        <p:spPr>
          <a:xfrm>
            <a:off x="2569157" y="433622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671" name="Rounded Rectangle 1670"/>
          <p:cNvSpPr/>
          <p:nvPr/>
        </p:nvSpPr>
        <p:spPr>
          <a:xfrm>
            <a:off x="2739157" y="432122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672" name="Oval 1671"/>
          <p:cNvSpPr/>
          <p:nvPr/>
        </p:nvSpPr>
        <p:spPr>
          <a:xfrm>
            <a:off x="3681439" y="43832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Oval 1672"/>
          <p:cNvSpPr/>
          <p:nvPr/>
        </p:nvSpPr>
        <p:spPr>
          <a:xfrm>
            <a:off x="3711439" y="44132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674" name="Rounded Rectangle 1673"/>
          <p:cNvSpPr/>
          <p:nvPr/>
        </p:nvSpPr>
        <p:spPr>
          <a:xfrm>
            <a:off x="3881439" y="43982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675" name="Oval 1674"/>
          <p:cNvSpPr/>
          <p:nvPr/>
        </p:nvSpPr>
        <p:spPr>
          <a:xfrm>
            <a:off x="6596893" y="40799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Oval 1675"/>
          <p:cNvSpPr/>
          <p:nvPr/>
        </p:nvSpPr>
        <p:spPr>
          <a:xfrm>
            <a:off x="6626893" y="41099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677" name="Rounded Rectangle 1676"/>
          <p:cNvSpPr/>
          <p:nvPr/>
        </p:nvSpPr>
        <p:spPr>
          <a:xfrm>
            <a:off x="6796893" y="40949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678" name="Oval 1677"/>
          <p:cNvSpPr/>
          <p:nvPr/>
        </p:nvSpPr>
        <p:spPr>
          <a:xfrm>
            <a:off x="5587100" y="110582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Oval 1678"/>
          <p:cNvSpPr/>
          <p:nvPr/>
        </p:nvSpPr>
        <p:spPr>
          <a:xfrm>
            <a:off x="5617100" y="113582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680" name="Rounded Rectangle 1679"/>
          <p:cNvSpPr/>
          <p:nvPr/>
        </p:nvSpPr>
        <p:spPr>
          <a:xfrm>
            <a:off x="5787100" y="112082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681" name="Oval 1680"/>
          <p:cNvSpPr/>
          <p:nvPr/>
        </p:nvSpPr>
        <p:spPr>
          <a:xfrm>
            <a:off x="834379" y="600632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Oval 1681"/>
          <p:cNvSpPr/>
          <p:nvPr/>
        </p:nvSpPr>
        <p:spPr>
          <a:xfrm>
            <a:off x="864379" y="603632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683" name="Rounded Rectangle 1682"/>
          <p:cNvSpPr/>
          <p:nvPr/>
        </p:nvSpPr>
        <p:spPr>
          <a:xfrm>
            <a:off x="1034379" y="602132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684" name="Oval 1683"/>
          <p:cNvSpPr/>
          <p:nvPr/>
        </p:nvSpPr>
        <p:spPr>
          <a:xfrm>
            <a:off x="3910215" y="31628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Oval 1684"/>
          <p:cNvSpPr/>
          <p:nvPr/>
        </p:nvSpPr>
        <p:spPr>
          <a:xfrm>
            <a:off x="3940215" y="31928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686" name="Rounded Rectangle 1685"/>
          <p:cNvSpPr/>
          <p:nvPr/>
        </p:nvSpPr>
        <p:spPr>
          <a:xfrm>
            <a:off x="4110215" y="31778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687" name="Oval 1686"/>
          <p:cNvSpPr/>
          <p:nvPr/>
        </p:nvSpPr>
        <p:spPr>
          <a:xfrm>
            <a:off x="4367959" y="201968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Oval 1687"/>
          <p:cNvSpPr/>
          <p:nvPr/>
        </p:nvSpPr>
        <p:spPr>
          <a:xfrm>
            <a:off x="4397959" y="204968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689" name="Rounded Rectangle 1688"/>
          <p:cNvSpPr/>
          <p:nvPr/>
        </p:nvSpPr>
        <p:spPr>
          <a:xfrm>
            <a:off x="4567959" y="203468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690" name="Oval 1689"/>
          <p:cNvSpPr/>
          <p:nvPr/>
        </p:nvSpPr>
        <p:spPr>
          <a:xfrm>
            <a:off x="2386699" y="21721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Oval 1690"/>
          <p:cNvSpPr/>
          <p:nvPr/>
        </p:nvSpPr>
        <p:spPr>
          <a:xfrm>
            <a:off x="2416699" y="22021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692" name="Rounded Rectangle 1691"/>
          <p:cNvSpPr/>
          <p:nvPr/>
        </p:nvSpPr>
        <p:spPr>
          <a:xfrm>
            <a:off x="2586699" y="21871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693" name="Oval 1692"/>
          <p:cNvSpPr/>
          <p:nvPr/>
        </p:nvSpPr>
        <p:spPr>
          <a:xfrm>
            <a:off x="7644493" y="56774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Oval 1693"/>
          <p:cNvSpPr/>
          <p:nvPr/>
        </p:nvSpPr>
        <p:spPr>
          <a:xfrm>
            <a:off x="7674493" y="57074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695" name="Rounded Rectangle 1694"/>
          <p:cNvSpPr/>
          <p:nvPr/>
        </p:nvSpPr>
        <p:spPr>
          <a:xfrm>
            <a:off x="7844493" y="56924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696" name="Oval 1695"/>
          <p:cNvSpPr/>
          <p:nvPr/>
        </p:nvSpPr>
        <p:spPr>
          <a:xfrm>
            <a:off x="5587100" y="468710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Oval 1696"/>
          <p:cNvSpPr/>
          <p:nvPr/>
        </p:nvSpPr>
        <p:spPr>
          <a:xfrm>
            <a:off x="5617100" y="471710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698" name="Rounded Rectangle 1697"/>
          <p:cNvSpPr/>
          <p:nvPr/>
        </p:nvSpPr>
        <p:spPr>
          <a:xfrm>
            <a:off x="5787100" y="470210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699" name="Oval 1698"/>
          <p:cNvSpPr/>
          <p:nvPr/>
        </p:nvSpPr>
        <p:spPr>
          <a:xfrm>
            <a:off x="8057416" y="22534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Oval 1699"/>
          <p:cNvSpPr/>
          <p:nvPr/>
        </p:nvSpPr>
        <p:spPr>
          <a:xfrm>
            <a:off x="8087416" y="22834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701" name="Rounded Rectangle 1700"/>
          <p:cNvSpPr/>
          <p:nvPr/>
        </p:nvSpPr>
        <p:spPr>
          <a:xfrm>
            <a:off x="8257416" y="22684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702" name="Oval 1701"/>
          <p:cNvSpPr/>
          <p:nvPr/>
        </p:nvSpPr>
        <p:spPr>
          <a:xfrm>
            <a:off x="8078836" y="8739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Oval 1702"/>
          <p:cNvSpPr/>
          <p:nvPr/>
        </p:nvSpPr>
        <p:spPr>
          <a:xfrm>
            <a:off x="8108836" y="9039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704" name="Rounded Rectangle 1703"/>
          <p:cNvSpPr/>
          <p:nvPr/>
        </p:nvSpPr>
        <p:spPr>
          <a:xfrm>
            <a:off x="8278836" y="8889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705" name="Oval 1704"/>
          <p:cNvSpPr/>
          <p:nvPr/>
        </p:nvSpPr>
        <p:spPr>
          <a:xfrm>
            <a:off x="2842993" y="522062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Oval 1705"/>
          <p:cNvSpPr/>
          <p:nvPr/>
        </p:nvSpPr>
        <p:spPr>
          <a:xfrm>
            <a:off x="2872993" y="525062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707" name="Rounded Rectangle 1706"/>
          <p:cNvSpPr/>
          <p:nvPr/>
        </p:nvSpPr>
        <p:spPr>
          <a:xfrm>
            <a:off x="3042993" y="523562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708" name="Oval 1707"/>
          <p:cNvSpPr/>
          <p:nvPr/>
        </p:nvSpPr>
        <p:spPr>
          <a:xfrm>
            <a:off x="2158093" y="36963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Oval 1708"/>
          <p:cNvSpPr/>
          <p:nvPr/>
        </p:nvSpPr>
        <p:spPr>
          <a:xfrm>
            <a:off x="2188093" y="37263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710" name="Rounded Rectangle 1709"/>
          <p:cNvSpPr/>
          <p:nvPr/>
        </p:nvSpPr>
        <p:spPr>
          <a:xfrm>
            <a:off x="2358093" y="37113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711" name="Oval 1710"/>
          <p:cNvSpPr/>
          <p:nvPr/>
        </p:nvSpPr>
        <p:spPr>
          <a:xfrm>
            <a:off x="854896" y="45567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Oval 1711"/>
          <p:cNvSpPr/>
          <p:nvPr/>
        </p:nvSpPr>
        <p:spPr>
          <a:xfrm>
            <a:off x="884896" y="45867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713" name="Rounded Rectangle 1712"/>
          <p:cNvSpPr/>
          <p:nvPr/>
        </p:nvSpPr>
        <p:spPr>
          <a:xfrm>
            <a:off x="1054896" y="45717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"/>
          <p:cNvSpPr/>
          <p:nvPr/>
        </p:nvSpPr>
        <p:spPr>
          <a:xfrm>
            <a:off x="3083400" y="50760"/>
            <a:ext cx="2977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17: EBBR | RWY 02 | STAR ARVO2A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4" name=""/>
          <p:cNvSpPr/>
          <p:nvPr/>
        </p:nvSpPr>
        <p:spPr>
          <a:xfrm flipV="1">
            <a:off x="1901880" y="3414600"/>
            <a:ext cx="1198440" cy="1712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5" name=""/>
          <p:cNvSpPr/>
          <p:nvPr/>
        </p:nvSpPr>
        <p:spPr>
          <a:xfrm flipV="1">
            <a:off x="3100320" y="2307960"/>
            <a:ext cx="774720" cy="1106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6" name=""/>
          <p:cNvSpPr/>
          <p:nvPr/>
        </p:nvSpPr>
        <p:spPr>
          <a:xfrm flipV="1">
            <a:off x="3875040" y="1882800"/>
            <a:ext cx="708120" cy="425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7" name=""/>
          <p:cNvSpPr/>
          <p:nvPr/>
        </p:nvSpPr>
        <p:spPr>
          <a:xfrm>
            <a:off x="4583160" y="1882800"/>
            <a:ext cx="792000" cy="168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8" name=""/>
          <p:cNvSpPr/>
          <p:nvPr/>
        </p:nvSpPr>
        <p:spPr>
          <a:xfrm>
            <a:off x="5375160" y="2050920"/>
            <a:ext cx="384120" cy="1663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" name=""/>
          <p:cNvSpPr/>
          <p:nvPr/>
        </p:nvSpPr>
        <p:spPr>
          <a:xfrm>
            <a:off x="5759280" y="3714840"/>
            <a:ext cx="45576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"/>
          <p:cNvSpPr/>
          <p:nvPr/>
        </p:nvSpPr>
        <p:spPr>
          <a:xfrm flipV="1">
            <a:off x="6215040" y="3627000"/>
            <a:ext cx="372960" cy="87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1" name=""/>
          <p:cNvSpPr/>
          <p:nvPr/>
        </p:nvSpPr>
        <p:spPr>
          <a:xfrm flipV="1">
            <a:off x="6588000" y="2695680"/>
            <a:ext cx="455760" cy="931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" name=""/>
          <p:cNvSpPr/>
          <p:nvPr/>
        </p:nvSpPr>
        <p:spPr>
          <a:xfrm flipV="1">
            <a:off x="7043760" y="2460240"/>
            <a:ext cx="58680" cy="235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" name=""/>
          <p:cNvSpPr/>
          <p:nvPr/>
        </p:nvSpPr>
        <p:spPr>
          <a:xfrm flipV="1">
            <a:off x="7102440" y="1937880"/>
            <a:ext cx="139680" cy="52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64" name=""/>
          <p:cNvGrpSpPr/>
          <p:nvPr/>
        </p:nvGrpSpPr>
        <p:grpSpPr>
          <a:xfrm>
            <a:off x="1838160" y="5064120"/>
            <a:ext cx="600840" cy="200520"/>
            <a:chOff x="1838160" y="5064120"/>
            <a:chExt cx="600840" cy="200520"/>
          </a:xfrm>
        </p:grpSpPr>
        <p:sp>
          <p:nvSpPr>
            <p:cNvPr id="1665" name=""/>
            <p:cNvSpPr/>
            <p:nvPr/>
          </p:nvSpPr>
          <p:spPr>
            <a:xfrm>
              <a:off x="1838160" y="506412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6" name=""/>
            <p:cNvSpPr/>
            <p:nvPr/>
          </p:nvSpPr>
          <p:spPr>
            <a:xfrm>
              <a:off x="1949040" y="506412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ARVOL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67" name=""/>
          <p:cNvGrpSpPr/>
          <p:nvPr/>
        </p:nvGrpSpPr>
        <p:grpSpPr>
          <a:xfrm>
            <a:off x="3049560" y="3351240"/>
            <a:ext cx="555480" cy="200520"/>
            <a:chOff x="3049560" y="3351240"/>
            <a:chExt cx="555480" cy="200520"/>
          </a:xfrm>
        </p:grpSpPr>
        <p:sp>
          <p:nvSpPr>
            <p:cNvPr id="1668" name=""/>
            <p:cNvSpPr/>
            <p:nvPr/>
          </p:nvSpPr>
          <p:spPr>
            <a:xfrm>
              <a:off x="3049560" y="33638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9" name=""/>
            <p:cNvSpPr/>
            <p:nvPr/>
          </p:nvSpPr>
          <p:spPr>
            <a:xfrm>
              <a:off x="3154680" y="33512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AKOVI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70" name=""/>
          <p:cNvGrpSpPr/>
          <p:nvPr/>
        </p:nvGrpSpPr>
        <p:grpSpPr>
          <a:xfrm>
            <a:off x="3824280" y="2244600"/>
            <a:ext cx="562320" cy="200520"/>
            <a:chOff x="3824280" y="2244600"/>
            <a:chExt cx="562320" cy="200520"/>
          </a:xfrm>
        </p:grpSpPr>
        <p:sp>
          <p:nvSpPr>
            <p:cNvPr id="1671" name=""/>
            <p:cNvSpPr/>
            <p:nvPr/>
          </p:nvSpPr>
          <p:spPr>
            <a:xfrm>
              <a:off x="3824280" y="2257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2" name=""/>
            <p:cNvSpPr/>
            <p:nvPr/>
          </p:nvSpPr>
          <p:spPr>
            <a:xfrm>
              <a:off x="3922560" y="22446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RODRI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73" name=""/>
          <p:cNvGrpSpPr/>
          <p:nvPr/>
        </p:nvGrpSpPr>
        <p:grpSpPr>
          <a:xfrm>
            <a:off x="4532400" y="1819440"/>
            <a:ext cx="569880" cy="200520"/>
            <a:chOff x="4532400" y="1819440"/>
            <a:chExt cx="569880" cy="200520"/>
          </a:xfrm>
        </p:grpSpPr>
        <p:sp>
          <p:nvSpPr>
            <p:cNvPr id="1674" name=""/>
            <p:cNvSpPr/>
            <p:nvPr/>
          </p:nvSpPr>
          <p:spPr>
            <a:xfrm>
              <a:off x="4532400" y="1832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5" name=""/>
            <p:cNvSpPr/>
            <p:nvPr/>
          </p:nvSpPr>
          <p:spPr>
            <a:xfrm>
              <a:off x="4622760" y="181944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KERKY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76" name=""/>
          <p:cNvGrpSpPr/>
          <p:nvPr/>
        </p:nvGrpSpPr>
        <p:grpSpPr>
          <a:xfrm>
            <a:off x="5324400" y="1987560"/>
            <a:ext cx="463680" cy="200520"/>
            <a:chOff x="5324400" y="1987560"/>
            <a:chExt cx="463680" cy="200520"/>
          </a:xfrm>
        </p:grpSpPr>
        <p:sp>
          <p:nvSpPr>
            <p:cNvPr id="1677" name=""/>
            <p:cNvSpPr/>
            <p:nvPr/>
          </p:nvSpPr>
          <p:spPr>
            <a:xfrm>
              <a:off x="5324400" y="20001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8" name=""/>
            <p:cNvSpPr/>
            <p:nvPr/>
          </p:nvSpPr>
          <p:spPr>
            <a:xfrm>
              <a:off x="5470200" y="1987560"/>
              <a:ext cx="3178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AFI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79" name=""/>
          <p:cNvGrpSpPr/>
          <p:nvPr/>
        </p:nvGrpSpPr>
        <p:grpSpPr>
          <a:xfrm>
            <a:off x="5708520" y="3651120"/>
            <a:ext cx="586440" cy="200520"/>
            <a:chOff x="5708520" y="3651120"/>
            <a:chExt cx="586440" cy="200520"/>
          </a:xfrm>
        </p:grpSpPr>
        <p:sp>
          <p:nvSpPr>
            <p:cNvPr id="1680" name=""/>
            <p:cNvSpPr/>
            <p:nvPr/>
          </p:nvSpPr>
          <p:spPr>
            <a:xfrm>
              <a:off x="5708520" y="36640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1" name=""/>
            <p:cNvSpPr/>
            <p:nvPr/>
          </p:nvSpPr>
          <p:spPr>
            <a:xfrm>
              <a:off x="5848920" y="365112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AFI-12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82" name=""/>
          <p:cNvGrpSpPr/>
          <p:nvPr/>
        </p:nvGrpSpPr>
        <p:grpSpPr>
          <a:xfrm>
            <a:off x="6173640" y="3651120"/>
            <a:ext cx="539640" cy="200520"/>
            <a:chOff x="6173640" y="3651120"/>
            <a:chExt cx="539640" cy="200520"/>
          </a:xfrm>
        </p:grpSpPr>
        <p:sp>
          <p:nvSpPr>
            <p:cNvPr id="1683" name=""/>
            <p:cNvSpPr/>
            <p:nvPr/>
          </p:nvSpPr>
          <p:spPr>
            <a:xfrm>
              <a:off x="6173640" y="367344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4" name=""/>
            <p:cNvSpPr/>
            <p:nvPr/>
          </p:nvSpPr>
          <p:spPr>
            <a:xfrm>
              <a:off x="6253560" y="365112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NIVOR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85" name=""/>
          <p:cNvGrpSpPr/>
          <p:nvPr/>
        </p:nvGrpSpPr>
        <p:grpSpPr>
          <a:xfrm>
            <a:off x="6548400" y="3564000"/>
            <a:ext cx="585000" cy="200520"/>
            <a:chOff x="6548400" y="3564000"/>
            <a:chExt cx="585000" cy="200520"/>
          </a:xfrm>
        </p:grpSpPr>
        <p:sp>
          <p:nvSpPr>
            <p:cNvPr id="1686" name=""/>
            <p:cNvSpPr/>
            <p:nvPr/>
          </p:nvSpPr>
          <p:spPr>
            <a:xfrm>
              <a:off x="6548400" y="35877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7" name=""/>
            <p:cNvSpPr/>
            <p:nvPr/>
          </p:nvSpPr>
          <p:spPr>
            <a:xfrm>
              <a:off x="6649560" y="356400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HUL-11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88" name=""/>
          <p:cNvGrpSpPr/>
          <p:nvPr/>
        </p:nvGrpSpPr>
        <p:grpSpPr>
          <a:xfrm>
            <a:off x="7004160" y="2631960"/>
            <a:ext cx="482040" cy="200520"/>
            <a:chOff x="7004160" y="2631960"/>
            <a:chExt cx="482040" cy="200520"/>
          </a:xfrm>
        </p:grpSpPr>
        <p:sp>
          <p:nvSpPr>
            <p:cNvPr id="1689" name=""/>
            <p:cNvSpPr/>
            <p:nvPr/>
          </p:nvSpPr>
          <p:spPr>
            <a:xfrm>
              <a:off x="7004160" y="26542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0" name=""/>
            <p:cNvSpPr/>
            <p:nvPr/>
          </p:nvSpPr>
          <p:spPr>
            <a:xfrm>
              <a:off x="7090560" y="2631960"/>
              <a:ext cx="395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CF02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91" name=""/>
          <p:cNvGrpSpPr/>
          <p:nvPr/>
        </p:nvGrpSpPr>
        <p:grpSpPr>
          <a:xfrm>
            <a:off x="7061040" y="2397240"/>
            <a:ext cx="496080" cy="200520"/>
            <a:chOff x="7061040" y="2397240"/>
            <a:chExt cx="496080" cy="200520"/>
          </a:xfrm>
        </p:grpSpPr>
        <p:sp>
          <p:nvSpPr>
            <p:cNvPr id="1692" name=""/>
            <p:cNvSpPr/>
            <p:nvPr/>
          </p:nvSpPr>
          <p:spPr>
            <a:xfrm>
              <a:off x="7061040" y="2419200"/>
              <a:ext cx="82800" cy="828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2240" bIns="12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3" name=""/>
            <p:cNvSpPr/>
            <p:nvPr/>
          </p:nvSpPr>
          <p:spPr>
            <a:xfrm>
              <a:off x="7137000" y="239724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OM02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94" name=""/>
          <p:cNvGrpSpPr/>
          <p:nvPr/>
        </p:nvGrpSpPr>
        <p:grpSpPr>
          <a:xfrm>
            <a:off x="7178760" y="1874880"/>
            <a:ext cx="543240" cy="200520"/>
            <a:chOff x="7178760" y="1874880"/>
            <a:chExt cx="543240" cy="200520"/>
          </a:xfrm>
        </p:grpSpPr>
        <p:sp>
          <p:nvSpPr>
            <p:cNvPr id="1695" name=""/>
            <p:cNvSpPr/>
            <p:nvPr/>
          </p:nvSpPr>
          <p:spPr>
            <a:xfrm>
              <a:off x="7178760" y="187488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6" name=""/>
            <p:cNvSpPr/>
            <p:nvPr/>
          </p:nvSpPr>
          <p:spPr>
            <a:xfrm>
              <a:off x="7295760" y="18748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97" name=""/>
          <p:cNvGrpSpPr/>
          <p:nvPr/>
        </p:nvGrpSpPr>
        <p:grpSpPr>
          <a:xfrm>
            <a:off x="6095880" y="2895480"/>
            <a:ext cx="479160" cy="200520"/>
            <a:chOff x="6095880" y="2895480"/>
            <a:chExt cx="479160" cy="200520"/>
          </a:xfrm>
        </p:grpSpPr>
        <p:sp>
          <p:nvSpPr>
            <p:cNvPr id="1698" name=""/>
            <p:cNvSpPr/>
            <p:nvPr/>
          </p:nvSpPr>
          <p:spPr>
            <a:xfrm>
              <a:off x="6095880" y="290160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9" name=""/>
            <p:cNvSpPr/>
            <p:nvPr/>
          </p:nvSpPr>
          <p:spPr>
            <a:xfrm>
              <a:off x="623736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0" name=""/>
          <p:cNvGrpSpPr/>
          <p:nvPr/>
        </p:nvGrpSpPr>
        <p:grpSpPr>
          <a:xfrm>
            <a:off x="4495680" y="2819520"/>
            <a:ext cx="479160" cy="200520"/>
            <a:chOff x="4495680" y="2819520"/>
            <a:chExt cx="479160" cy="200520"/>
          </a:xfrm>
        </p:grpSpPr>
        <p:sp>
          <p:nvSpPr>
            <p:cNvPr id="1701" name=""/>
            <p:cNvSpPr/>
            <p:nvPr/>
          </p:nvSpPr>
          <p:spPr>
            <a:xfrm>
              <a:off x="4495680" y="28260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2" name=""/>
            <p:cNvSpPr/>
            <p:nvPr/>
          </p:nvSpPr>
          <p:spPr>
            <a:xfrm>
              <a:off x="463716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3" name=""/>
          <p:cNvGrpSpPr/>
          <p:nvPr/>
        </p:nvGrpSpPr>
        <p:grpSpPr>
          <a:xfrm>
            <a:off x="6248520" y="5791320"/>
            <a:ext cx="461160" cy="200520"/>
            <a:chOff x="6248520" y="5791320"/>
            <a:chExt cx="461160" cy="200520"/>
          </a:xfrm>
        </p:grpSpPr>
        <p:sp>
          <p:nvSpPr>
            <p:cNvPr id="1704" name=""/>
            <p:cNvSpPr/>
            <p:nvPr/>
          </p:nvSpPr>
          <p:spPr>
            <a:xfrm>
              <a:off x="6248520" y="580680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5" name=""/>
            <p:cNvSpPr/>
            <p:nvPr/>
          </p:nvSpPr>
          <p:spPr>
            <a:xfrm>
              <a:off x="637200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6" name=""/>
          <p:cNvGrpSpPr/>
          <p:nvPr/>
        </p:nvGrpSpPr>
        <p:grpSpPr>
          <a:xfrm>
            <a:off x="717480" y="3417840"/>
            <a:ext cx="467280" cy="200520"/>
            <a:chOff x="717480" y="3417840"/>
            <a:chExt cx="467280" cy="200520"/>
          </a:xfrm>
        </p:grpSpPr>
        <p:sp>
          <p:nvSpPr>
            <p:cNvPr id="1707" name=""/>
            <p:cNvSpPr/>
            <p:nvPr/>
          </p:nvSpPr>
          <p:spPr>
            <a:xfrm>
              <a:off x="717480" y="343368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8" name=""/>
            <p:cNvSpPr/>
            <p:nvPr/>
          </p:nvSpPr>
          <p:spPr>
            <a:xfrm>
              <a:off x="847080" y="3417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9" name=""/>
          <p:cNvGrpSpPr/>
          <p:nvPr/>
        </p:nvGrpSpPr>
        <p:grpSpPr>
          <a:xfrm>
            <a:off x="6324480" y="4343400"/>
            <a:ext cx="461880" cy="200520"/>
            <a:chOff x="6324480" y="4343400"/>
            <a:chExt cx="461880" cy="200520"/>
          </a:xfrm>
        </p:grpSpPr>
        <p:sp>
          <p:nvSpPr>
            <p:cNvPr id="1710" name=""/>
            <p:cNvSpPr/>
            <p:nvPr/>
          </p:nvSpPr>
          <p:spPr>
            <a:xfrm>
              <a:off x="6324480" y="4359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1" name=""/>
            <p:cNvSpPr/>
            <p:nvPr/>
          </p:nvSpPr>
          <p:spPr>
            <a:xfrm>
              <a:off x="644868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12" name=""/>
          <p:cNvGrpSpPr/>
          <p:nvPr/>
        </p:nvGrpSpPr>
        <p:grpSpPr>
          <a:xfrm>
            <a:off x="7238880" y="3276720"/>
            <a:ext cx="460440" cy="200520"/>
            <a:chOff x="7238880" y="3276720"/>
            <a:chExt cx="460440" cy="200520"/>
          </a:xfrm>
        </p:grpSpPr>
        <p:sp>
          <p:nvSpPr>
            <p:cNvPr id="1713" name=""/>
            <p:cNvSpPr/>
            <p:nvPr/>
          </p:nvSpPr>
          <p:spPr>
            <a:xfrm>
              <a:off x="7238880" y="3291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4" name=""/>
            <p:cNvSpPr/>
            <p:nvPr/>
          </p:nvSpPr>
          <p:spPr>
            <a:xfrm>
              <a:off x="7361640" y="327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15" name=""/>
          <p:cNvGrpSpPr/>
          <p:nvPr/>
        </p:nvGrpSpPr>
        <p:grpSpPr>
          <a:xfrm>
            <a:off x="2743200" y="1600200"/>
            <a:ext cx="461880" cy="200520"/>
            <a:chOff x="2743200" y="1600200"/>
            <a:chExt cx="461880" cy="200520"/>
          </a:xfrm>
        </p:grpSpPr>
        <p:sp>
          <p:nvSpPr>
            <p:cNvPr id="1716" name=""/>
            <p:cNvSpPr/>
            <p:nvPr/>
          </p:nvSpPr>
          <p:spPr>
            <a:xfrm>
              <a:off x="2743200" y="1614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7" name=""/>
            <p:cNvSpPr/>
            <p:nvPr/>
          </p:nvSpPr>
          <p:spPr>
            <a:xfrm>
              <a:off x="286740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18" name=""/>
          <p:cNvGrpSpPr/>
          <p:nvPr/>
        </p:nvGrpSpPr>
        <p:grpSpPr>
          <a:xfrm>
            <a:off x="4305240" y="3917880"/>
            <a:ext cx="468720" cy="200520"/>
            <a:chOff x="4305240" y="3917880"/>
            <a:chExt cx="468720" cy="200520"/>
          </a:xfrm>
        </p:grpSpPr>
        <p:sp>
          <p:nvSpPr>
            <p:cNvPr id="1719" name=""/>
            <p:cNvSpPr/>
            <p:nvPr/>
          </p:nvSpPr>
          <p:spPr>
            <a:xfrm>
              <a:off x="4305240" y="3932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0" name=""/>
            <p:cNvSpPr/>
            <p:nvPr/>
          </p:nvSpPr>
          <p:spPr>
            <a:xfrm>
              <a:off x="4436280" y="3917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1" name=""/>
          <p:cNvGrpSpPr/>
          <p:nvPr/>
        </p:nvGrpSpPr>
        <p:grpSpPr>
          <a:xfrm>
            <a:off x="1606680" y="2147760"/>
            <a:ext cx="468720" cy="200520"/>
            <a:chOff x="1606680" y="2147760"/>
            <a:chExt cx="468720" cy="200520"/>
          </a:xfrm>
        </p:grpSpPr>
        <p:sp>
          <p:nvSpPr>
            <p:cNvPr id="1722" name=""/>
            <p:cNvSpPr/>
            <p:nvPr/>
          </p:nvSpPr>
          <p:spPr>
            <a:xfrm>
              <a:off x="1606680" y="2162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3" name=""/>
            <p:cNvSpPr/>
            <p:nvPr/>
          </p:nvSpPr>
          <p:spPr>
            <a:xfrm>
              <a:off x="1737720" y="2147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4" name=""/>
          <p:cNvGrpSpPr/>
          <p:nvPr/>
        </p:nvGrpSpPr>
        <p:grpSpPr>
          <a:xfrm>
            <a:off x="8331120" y="1206360"/>
            <a:ext cx="467280" cy="200520"/>
            <a:chOff x="8331120" y="1206360"/>
            <a:chExt cx="467280" cy="200520"/>
          </a:xfrm>
        </p:grpSpPr>
        <p:sp>
          <p:nvSpPr>
            <p:cNvPr id="1725" name=""/>
            <p:cNvSpPr/>
            <p:nvPr/>
          </p:nvSpPr>
          <p:spPr>
            <a:xfrm>
              <a:off x="8331120" y="12207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6" name=""/>
            <p:cNvSpPr/>
            <p:nvPr/>
          </p:nvSpPr>
          <p:spPr>
            <a:xfrm>
              <a:off x="8460720" y="1206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7" name=""/>
          <p:cNvGrpSpPr/>
          <p:nvPr/>
        </p:nvGrpSpPr>
        <p:grpSpPr>
          <a:xfrm>
            <a:off x="708120" y="5686560"/>
            <a:ext cx="467280" cy="200520"/>
            <a:chOff x="708120" y="5686560"/>
            <a:chExt cx="467280" cy="200520"/>
          </a:xfrm>
        </p:grpSpPr>
        <p:sp>
          <p:nvSpPr>
            <p:cNvPr id="1728" name=""/>
            <p:cNvSpPr/>
            <p:nvPr/>
          </p:nvSpPr>
          <p:spPr>
            <a:xfrm>
              <a:off x="708120" y="57024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9" name=""/>
            <p:cNvSpPr/>
            <p:nvPr/>
          </p:nvSpPr>
          <p:spPr>
            <a:xfrm>
              <a:off x="837720" y="5686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30" name=""/>
          <p:cNvGrpSpPr/>
          <p:nvPr/>
        </p:nvGrpSpPr>
        <p:grpSpPr>
          <a:xfrm>
            <a:off x="8312040" y="2581200"/>
            <a:ext cx="467280" cy="200520"/>
            <a:chOff x="8312040" y="2581200"/>
            <a:chExt cx="467280" cy="200520"/>
          </a:xfrm>
        </p:grpSpPr>
        <p:sp>
          <p:nvSpPr>
            <p:cNvPr id="1731" name=""/>
            <p:cNvSpPr/>
            <p:nvPr/>
          </p:nvSpPr>
          <p:spPr>
            <a:xfrm>
              <a:off x="8312040" y="25956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2" name=""/>
            <p:cNvSpPr/>
            <p:nvPr/>
          </p:nvSpPr>
          <p:spPr>
            <a:xfrm>
              <a:off x="8441640" y="2581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33" name=""/>
          <p:cNvGrpSpPr/>
          <p:nvPr/>
        </p:nvGrpSpPr>
        <p:grpSpPr>
          <a:xfrm>
            <a:off x="7431120" y="4745160"/>
            <a:ext cx="468720" cy="200520"/>
            <a:chOff x="7431120" y="4745160"/>
            <a:chExt cx="468720" cy="200520"/>
          </a:xfrm>
        </p:grpSpPr>
        <p:sp>
          <p:nvSpPr>
            <p:cNvPr id="1734" name=""/>
            <p:cNvSpPr/>
            <p:nvPr/>
          </p:nvSpPr>
          <p:spPr>
            <a:xfrm>
              <a:off x="7431120" y="476100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5" name=""/>
            <p:cNvSpPr/>
            <p:nvPr/>
          </p:nvSpPr>
          <p:spPr>
            <a:xfrm>
              <a:off x="7562160" y="4745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36" name=""/>
          <p:cNvGrpSpPr/>
          <p:nvPr/>
        </p:nvGrpSpPr>
        <p:grpSpPr>
          <a:xfrm>
            <a:off x="3886200" y="5973840"/>
            <a:ext cx="461520" cy="200520"/>
            <a:chOff x="3886200" y="5973840"/>
            <a:chExt cx="461520" cy="200520"/>
          </a:xfrm>
        </p:grpSpPr>
        <p:sp>
          <p:nvSpPr>
            <p:cNvPr id="1737" name=""/>
            <p:cNvSpPr/>
            <p:nvPr/>
          </p:nvSpPr>
          <p:spPr>
            <a:xfrm>
              <a:off x="3886200" y="5989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8" name=""/>
            <p:cNvSpPr/>
            <p:nvPr/>
          </p:nvSpPr>
          <p:spPr>
            <a:xfrm>
              <a:off x="4010040" y="5973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39" name=""/>
          <p:cNvGrpSpPr/>
          <p:nvPr/>
        </p:nvGrpSpPr>
        <p:grpSpPr>
          <a:xfrm>
            <a:off x="5186520" y="4782960"/>
            <a:ext cx="468720" cy="200520"/>
            <a:chOff x="5186520" y="4782960"/>
            <a:chExt cx="468720" cy="200520"/>
          </a:xfrm>
        </p:grpSpPr>
        <p:sp>
          <p:nvSpPr>
            <p:cNvPr id="1740" name=""/>
            <p:cNvSpPr/>
            <p:nvPr/>
          </p:nvSpPr>
          <p:spPr>
            <a:xfrm>
              <a:off x="5186520" y="47991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1" name=""/>
            <p:cNvSpPr/>
            <p:nvPr/>
          </p:nvSpPr>
          <p:spPr>
            <a:xfrm>
              <a:off x="5317560" y="4782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42" name=""/>
          <p:cNvGrpSpPr/>
          <p:nvPr/>
        </p:nvGrpSpPr>
        <p:grpSpPr>
          <a:xfrm>
            <a:off x="4648320" y="990720"/>
            <a:ext cx="461520" cy="200520"/>
            <a:chOff x="4648320" y="990720"/>
            <a:chExt cx="461520" cy="200520"/>
          </a:xfrm>
        </p:grpSpPr>
        <p:sp>
          <p:nvSpPr>
            <p:cNvPr id="1743" name=""/>
            <p:cNvSpPr/>
            <p:nvPr/>
          </p:nvSpPr>
          <p:spPr>
            <a:xfrm>
              <a:off x="4648320" y="1005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4" name=""/>
            <p:cNvSpPr/>
            <p:nvPr/>
          </p:nvSpPr>
          <p:spPr>
            <a:xfrm>
              <a:off x="4772160" y="990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45" name=""/>
          <p:cNvGrpSpPr/>
          <p:nvPr/>
        </p:nvGrpSpPr>
        <p:grpSpPr>
          <a:xfrm>
            <a:off x="1878120" y="3639960"/>
            <a:ext cx="468720" cy="200520"/>
            <a:chOff x="1878120" y="3639960"/>
            <a:chExt cx="468720" cy="200520"/>
          </a:xfrm>
        </p:grpSpPr>
        <p:sp>
          <p:nvSpPr>
            <p:cNvPr id="1746" name=""/>
            <p:cNvSpPr/>
            <p:nvPr/>
          </p:nvSpPr>
          <p:spPr>
            <a:xfrm>
              <a:off x="1878120" y="3654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7" name=""/>
            <p:cNvSpPr/>
            <p:nvPr/>
          </p:nvSpPr>
          <p:spPr>
            <a:xfrm>
              <a:off x="2009160" y="3639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48" name=""/>
          <p:cNvGrpSpPr/>
          <p:nvPr/>
        </p:nvGrpSpPr>
        <p:grpSpPr>
          <a:xfrm>
            <a:off x="7315200" y="533520"/>
            <a:ext cx="460080" cy="200520"/>
            <a:chOff x="7315200" y="533520"/>
            <a:chExt cx="460080" cy="200520"/>
          </a:xfrm>
        </p:grpSpPr>
        <p:sp>
          <p:nvSpPr>
            <p:cNvPr id="1749" name=""/>
            <p:cNvSpPr/>
            <p:nvPr/>
          </p:nvSpPr>
          <p:spPr>
            <a:xfrm>
              <a:off x="7315200" y="549360"/>
              <a:ext cx="9540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0" name=""/>
            <p:cNvSpPr/>
            <p:nvPr/>
          </p:nvSpPr>
          <p:spPr>
            <a:xfrm>
              <a:off x="743760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51" name=""/>
          <p:cNvGrpSpPr/>
          <p:nvPr/>
        </p:nvGrpSpPr>
        <p:grpSpPr>
          <a:xfrm>
            <a:off x="3182760" y="4552920"/>
            <a:ext cx="469080" cy="200520"/>
            <a:chOff x="3182760" y="4552920"/>
            <a:chExt cx="469080" cy="200520"/>
          </a:xfrm>
        </p:grpSpPr>
        <p:sp>
          <p:nvSpPr>
            <p:cNvPr id="1752" name=""/>
            <p:cNvSpPr/>
            <p:nvPr/>
          </p:nvSpPr>
          <p:spPr>
            <a:xfrm>
              <a:off x="3182760" y="4568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3" name=""/>
            <p:cNvSpPr/>
            <p:nvPr/>
          </p:nvSpPr>
          <p:spPr>
            <a:xfrm>
              <a:off x="3314160" y="4552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54" name=""/>
          <p:cNvGrpSpPr/>
          <p:nvPr/>
        </p:nvGrpSpPr>
        <p:grpSpPr>
          <a:xfrm>
            <a:off x="6248520" y="1523880"/>
            <a:ext cx="461160" cy="200520"/>
            <a:chOff x="6248520" y="1523880"/>
            <a:chExt cx="461160" cy="200520"/>
          </a:xfrm>
        </p:grpSpPr>
        <p:sp>
          <p:nvSpPr>
            <p:cNvPr id="1755" name=""/>
            <p:cNvSpPr/>
            <p:nvPr/>
          </p:nvSpPr>
          <p:spPr>
            <a:xfrm>
              <a:off x="6248520" y="15379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6" name=""/>
            <p:cNvSpPr/>
            <p:nvPr/>
          </p:nvSpPr>
          <p:spPr>
            <a:xfrm>
              <a:off x="637200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57" name="Rounded Rectangle 1756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1758" name="Oval 1757"/>
          <p:cNvSpPr/>
          <p:nvPr/>
        </p:nvSpPr>
        <p:spPr>
          <a:xfrm>
            <a:off x="6053118" y="28588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Oval 1758"/>
          <p:cNvSpPr/>
          <p:nvPr/>
        </p:nvSpPr>
        <p:spPr>
          <a:xfrm>
            <a:off x="6083118" y="28888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760" name="Rounded Rectangle 1759"/>
          <p:cNvSpPr/>
          <p:nvPr/>
        </p:nvSpPr>
        <p:spPr>
          <a:xfrm>
            <a:off x="6253118" y="28738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761" name="Oval 1760"/>
          <p:cNvSpPr/>
          <p:nvPr/>
        </p:nvSpPr>
        <p:spPr>
          <a:xfrm>
            <a:off x="4452744" y="278305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Oval 1761"/>
          <p:cNvSpPr/>
          <p:nvPr/>
        </p:nvSpPr>
        <p:spPr>
          <a:xfrm>
            <a:off x="4482744" y="281305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763" name="Rounded Rectangle 1762"/>
          <p:cNvSpPr/>
          <p:nvPr/>
        </p:nvSpPr>
        <p:spPr>
          <a:xfrm>
            <a:off x="4652744" y="279805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764" name="Oval 1763"/>
          <p:cNvSpPr/>
          <p:nvPr/>
        </p:nvSpPr>
        <p:spPr>
          <a:xfrm>
            <a:off x="6196758" y="57550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Oval 1764"/>
          <p:cNvSpPr/>
          <p:nvPr/>
        </p:nvSpPr>
        <p:spPr>
          <a:xfrm>
            <a:off x="6226758" y="57850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766" name="Rounded Rectangle 1765"/>
          <p:cNvSpPr/>
          <p:nvPr/>
        </p:nvSpPr>
        <p:spPr>
          <a:xfrm>
            <a:off x="6396758" y="57700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767" name="Oval 1766"/>
          <p:cNvSpPr/>
          <p:nvPr/>
        </p:nvSpPr>
        <p:spPr>
          <a:xfrm>
            <a:off x="665172" y="338137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Oval 1767"/>
          <p:cNvSpPr/>
          <p:nvPr/>
        </p:nvSpPr>
        <p:spPr>
          <a:xfrm>
            <a:off x="695172" y="341137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769" name="Rounded Rectangle 1768"/>
          <p:cNvSpPr/>
          <p:nvPr/>
        </p:nvSpPr>
        <p:spPr>
          <a:xfrm>
            <a:off x="865172" y="339637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770" name="Oval 1769"/>
          <p:cNvSpPr/>
          <p:nvPr/>
        </p:nvSpPr>
        <p:spPr>
          <a:xfrm>
            <a:off x="6272896" y="430764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Oval 1770"/>
          <p:cNvSpPr/>
          <p:nvPr/>
        </p:nvSpPr>
        <p:spPr>
          <a:xfrm>
            <a:off x="6302896" y="433764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772" name="Rounded Rectangle 1771"/>
          <p:cNvSpPr/>
          <p:nvPr/>
        </p:nvSpPr>
        <p:spPr>
          <a:xfrm>
            <a:off x="6472896" y="432264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773" name="Oval 1772"/>
          <p:cNvSpPr/>
          <p:nvPr/>
        </p:nvSpPr>
        <p:spPr>
          <a:xfrm>
            <a:off x="7186584" y="32395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Oval 1773"/>
          <p:cNvSpPr/>
          <p:nvPr/>
        </p:nvSpPr>
        <p:spPr>
          <a:xfrm>
            <a:off x="7216584" y="32695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775" name="Rounded Rectangle 1774"/>
          <p:cNvSpPr/>
          <p:nvPr/>
        </p:nvSpPr>
        <p:spPr>
          <a:xfrm>
            <a:off x="7386584" y="32545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776" name="Oval 1775"/>
          <p:cNvSpPr/>
          <p:nvPr/>
        </p:nvSpPr>
        <p:spPr>
          <a:xfrm>
            <a:off x="2691618" y="156247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Oval 1776"/>
          <p:cNvSpPr/>
          <p:nvPr/>
        </p:nvSpPr>
        <p:spPr>
          <a:xfrm>
            <a:off x="2721618" y="159247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778" name="Rounded Rectangle 1777"/>
          <p:cNvSpPr/>
          <p:nvPr/>
        </p:nvSpPr>
        <p:spPr>
          <a:xfrm>
            <a:off x="2891618" y="157747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779" name="Oval 1778"/>
          <p:cNvSpPr/>
          <p:nvPr/>
        </p:nvSpPr>
        <p:spPr>
          <a:xfrm>
            <a:off x="4253661" y="388069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Oval 1779"/>
          <p:cNvSpPr/>
          <p:nvPr/>
        </p:nvSpPr>
        <p:spPr>
          <a:xfrm>
            <a:off x="4283661" y="391069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781" name="Rounded Rectangle 1780"/>
          <p:cNvSpPr/>
          <p:nvPr/>
        </p:nvSpPr>
        <p:spPr>
          <a:xfrm>
            <a:off x="4453661" y="389569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782" name="Oval 1781"/>
          <p:cNvSpPr/>
          <p:nvPr/>
        </p:nvSpPr>
        <p:spPr>
          <a:xfrm>
            <a:off x="1555094" y="21105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Oval 1782"/>
          <p:cNvSpPr/>
          <p:nvPr/>
        </p:nvSpPr>
        <p:spPr>
          <a:xfrm>
            <a:off x="1585094" y="21405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784" name="Rounded Rectangle 1783"/>
          <p:cNvSpPr/>
          <p:nvPr/>
        </p:nvSpPr>
        <p:spPr>
          <a:xfrm>
            <a:off x="1755094" y="21255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785" name="Oval 1784"/>
          <p:cNvSpPr/>
          <p:nvPr/>
        </p:nvSpPr>
        <p:spPr>
          <a:xfrm>
            <a:off x="8278818" y="116917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Oval 1785"/>
          <p:cNvSpPr/>
          <p:nvPr/>
        </p:nvSpPr>
        <p:spPr>
          <a:xfrm>
            <a:off x="8308818" y="119917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787" name="Rounded Rectangle 1786"/>
          <p:cNvSpPr/>
          <p:nvPr/>
        </p:nvSpPr>
        <p:spPr>
          <a:xfrm>
            <a:off x="8478818" y="118417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788" name="Oval 1787"/>
          <p:cNvSpPr/>
          <p:nvPr/>
        </p:nvSpPr>
        <p:spPr>
          <a:xfrm>
            <a:off x="655643" y="565080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Oval 1788"/>
          <p:cNvSpPr/>
          <p:nvPr/>
        </p:nvSpPr>
        <p:spPr>
          <a:xfrm>
            <a:off x="685643" y="568080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790" name="Rounded Rectangle 1789"/>
          <p:cNvSpPr/>
          <p:nvPr/>
        </p:nvSpPr>
        <p:spPr>
          <a:xfrm>
            <a:off x="855643" y="566580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791" name="Oval 1790"/>
          <p:cNvSpPr/>
          <p:nvPr/>
        </p:nvSpPr>
        <p:spPr>
          <a:xfrm>
            <a:off x="8259744" y="25440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Oval 1791"/>
          <p:cNvSpPr/>
          <p:nvPr/>
        </p:nvSpPr>
        <p:spPr>
          <a:xfrm>
            <a:off x="8289744" y="25740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793" name="Rounded Rectangle 1792"/>
          <p:cNvSpPr/>
          <p:nvPr/>
        </p:nvSpPr>
        <p:spPr>
          <a:xfrm>
            <a:off x="8459744" y="25590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794" name="Oval 1793"/>
          <p:cNvSpPr/>
          <p:nvPr/>
        </p:nvSpPr>
        <p:spPr>
          <a:xfrm>
            <a:off x="7379537" y="47085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Oval 1794"/>
          <p:cNvSpPr/>
          <p:nvPr/>
        </p:nvSpPr>
        <p:spPr>
          <a:xfrm>
            <a:off x="7409537" y="47385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796" name="Rounded Rectangle 1795"/>
          <p:cNvSpPr/>
          <p:nvPr/>
        </p:nvSpPr>
        <p:spPr>
          <a:xfrm>
            <a:off x="7579537" y="47235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797" name="Oval 1796"/>
          <p:cNvSpPr/>
          <p:nvPr/>
        </p:nvSpPr>
        <p:spPr>
          <a:xfrm>
            <a:off x="3834615" y="593809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Oval 1797"/>
          <p:cNvSpPr/>
          <p:nvPr/>
        </p:nvSpPr>
        <p:spPr>
          <a:xfrm>
            <a:off x="3864615" y="596809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799" name="Rounded Rectangle 1798"/>
          <p:cNvSpPr/>
          <p:nvPr/>
        </p:nvSpPr>
        <p:spPr>
          <a:xfrm>
            <a:off x="4034615" y="595309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800" name="Oval 1799"/>
          <p:cNvSpPr/>
          <p:nvPr/>
        </p:nvSpPr>
        <p:spPr>
          <a:xfrm>
            <a:off x="5134934" y="47466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Oval 1800"/>
          <p:cNvSpPr/>
          <p:nvPr/>
        </p:nvSpPr>
        <p:spPr>
          <a:xfrm>
            <a:off x="5164934" y="47766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802" name="Rounded Rectangle 1801"/>
          <p:cNvSpPr/>
          <p:nvPr/>
        </p:nvSpPr>
        <p:spPr>
          <a:xfrm>
            <a:off x="5334934" y="47616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803" name="Oval 1802"/>
          <p:cNvSpPr/>
          <p:nvPr/>
        </p:nvSpPr>
        <p:spPr>
          <a:xfrm>
            <a:off x="4596740" y="95353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Oval 1803"/>
          <p:cNvSpPr/>
          <p:nvPr/>
        </p:nvSpPr>
        <p:spPr>
          <a:xfrm>
            <a:off x="4626740" y="98353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805" name="Rounded Rectangle 1804"/>
          <p:cNvSpPr/>
          <p:nvPr/>
        </p:nvSpPr>
        <p:spPr>
          <a:xfrm>
            <a:off x="4796740" y="96853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806" name="Oval 1805"/>
          <p:cNvSpPr/>
          <p:nvPr/>
        </p:nvSpPr>
        <p:spPr>
          <a:xfrm>
            <a:off x="1826545" y="360277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Oval 1806"/>
          <p:cNvSpPr/>
          <p:nvPr/>
        </p:nvSpPr>
        <p:spPr>
          <a:xfrm>
            <a:off x="1856545" y="363277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808" name="Rounded Rectangle 1807"/>
          <p:cNvSpPr/>
          <p:nvPr/>
        </p:nvSpPr>
        <p:spPr>
          <a:xfrm>
            <a:off x="2026545" y="361777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809" name="Oval 1808"/>
          <p:cNvSpPr/>
          <p:nvPr/>
        </p:nvSpPr>
        <p:spPr>
          <a:xfrm>
            <a:off x="7262892" y="4968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Oval 1809"/>
          <p:cNvSpPr/>
          <p:nvPr/>
        </p:nvSpPr>
        <p:spPr>
          <a:xfrm>
            <a:off x="7292892" y="5268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811" name="Rounded Rectangle 1810"/>
          <p:cNvSpPr/>
          <p:nvPr/>
        </p:nvSpPr>
        <p:spPr>
          <a:xfrm>
            <a:off x="7462892" y="5118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812" name="Oval 1811"/>
          <p:cNvSpPr/>
          <p:nvPr/>
        </p:nvSpPr>
        <p:spPr>
          <a:xfrm>
            <a:off x="3131174" y="451717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Oval 1812"/>
          <p:cNvSpPr/>
          <p:nvPr/>
        </p:nvSpPr>
        <p:spPr>
          <a:xfrm>
            <a:off x="3161174" y="454717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814" name="Rounded Rectangle 1813"/>
          <p:cNvSpPr/>
          <p:nvPr/>
        </p:nvSpPr>
        <p:spPr>
          <a:xfrm>
            <a:off x="3331174" y="453217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815" name="Oval 1814"/>
          <p:cNvSpPr/>
          <p:nvPr/>
        </p:nvSpPr>
        <p:spPr>
          <a:xfrm>
            <a:off x="6196758" y="148633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Oval 1815"/>
          <p:cNvSpPr/>
          <p:nvPr/>
        </p:nvSpPr>
        <p:spPr>
          <a:xfrm>
            <a:off x="6226758" y="151633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817" name="Rounded Rectangle 1816"/>
          <p:cNvSpPr/>
          <p:nvPr/>
        </p:nvSpPr>
        <p:spPr>
          <a:xfrm>
            <a:off x="6396758" y="150133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"/>
          <p:cNvSpPr/>
          <p:nvPr/>
        </p:nvSpPr>
        <p:spPr>
          <a:xfrm>
            <a:off x="3048120" y="50760"/>
            <a:ext cx="30474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18: EBBR | RWY 25R | STAR TULN3B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8" name=""/>
          <p:cNvSpPr/>
          <p:nvPr/>
        </p:nvSpPr>
        <p:spPr>
          <a:xfrm flipV="1">
            <a:off x="1901880" y="4427640"/>
            <a:ext cx="1590480" cy="55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9" name=""/>
          <p:cNvSpPr/>
          <p:nvPr/>
        </p:nvSpPr>
        <p:spPr>
          <a:xfrm flipV="1">
            <a:off x="3492360" y="3625560"/>
            <a:ext cx="2330640" cy="801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0" name=""/>
          <p:cNvSpPr/>
          <p:nvPr/>
        </p:nvSpPr>
        <p:spPr>
          <a:xfrm flipV="1">
            <a:off x="5823000" y="3050640"/>
            <a:ext cx="1419120" cy="574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1" name=""/>
          <p:cNvSpPr/>
          <p:nvPr/>
        </p:nvSpPr>
        <p:spPr>
          <a:xfrm flipH="1" flipV="1">
            <a:off x="6661080" y="2563560"/>
            <a:ext cx="581040" cy="487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2" name=""/>
          <p:cNvSpPr/>
          <p:nvPr/>
        </p:nvSpPr>
        <p:spPr>
          <a:xfrm flipH="1" flipV="1">
            <a:off x="6306840" y="2527200"/>
            <a:ext cx="353880" cy="36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0080" bIns="-10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3" name=""/>
          <p:cNvSpPr/>
          <p:nvPr/>
        </p:nvSpPr>
        <p:spPr>
          <a:xfrm flipH="1">
            <a:off x="5814720" y="2527200"/>
            <a:ext cx="492120" cy="219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4" name=""/>
          <p:cNvSpPr/>
          <p:nvPr/>
        </p:nvSpPr>
        <p:spPr>
          <a:xfrm flipH="1">
            <a:off x="5684760" y="2746440"/>
            <a:ext cx="130320" cy="60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5" name=""/>
          <p:cNvSpPr/>
          <p:nvPr/>
        </p:nvSpPr>
        <p:spPr>
          <a:xfrm flipH="1">
            <a:off x="5409720" y="2806560"/>
            <a:ext cx="274680" cy="128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66" name=""/>
          <p:cNvGrpSpPr/>
          <p:nvPr/>
        </p:nvGrpSpPr>
        <p:grpSpPr>
          <a:xfrm>
            <a:off x="1838160" y="4419720"/>
            <a:ext cx="576000" cy="200520"/>
            <a:chOff x="1838160" y="4419720"/>
            <a:chExt cx="576000" cy="200520"/>
          </a:xfrm>
        </p:grpSpPr>
        <p:sp>
          <p:nvSpPr>
            <p:cNvPr id="1767" name=""/>
            <p:cNvSpPr/>
            <p:nvPr/>
          </p:nvSpPr>
          <p:spPr>
            <a:xfrm>
              <a:off x="1838160" y="44197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8" name=""/>
            <p:cNvSpPr/>
            <p:nvPr/>
          </p:nvSpPr>
          <p:spPr>
            <a:xfrm>
              <a:off x="1974240" y="441972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TULNI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9" name=""/>
          <p:cNvGrpSpPr/>
          <p:nvPr/>
        </p:nvGrpSpPr>
        <p:grpSpPr>
          <a:xfrm>
            <a:off x="3441600" y="4363920"/>
            <a:ext cx="468360" cy="200520"/>
            <a:chOff x="3441600" y="4363920"/>
            <a:chExt cx="468360" cy="200520"/>
          </a:xfrm>
        </p:grpSpPr>
        <p:sp>
          <p:nvSpPr>
            <p:cNvPr id="1770" name=""/>
            <p:cNvSpPr/>
            <p:nvPr/>
          </p:nvSpPr>
          <p:spPr>
            <a:xfrm>
              <a:off x="3441600" y="43768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1" name=""/>
            <p:cNvSpPr/>
            <p:nvPr/>
          </p:nvSpPr>
          <p:spPr>
            <a:xfrm>
              <a:off x="3583080" y="4363920"/>
              <a:ext cx="3268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72" name=""/>
          <p:cNvGrpSpPr/>
          <p:nvPr/>
        </p:nvGrpSpPr>
        <p:grpSpPr>
          <a:xfrm>
            <a:off x="5772240" y="3562200"/>
            <a:ext cx="483480" cy="200520"/>
            <a:chOff x="5772240" y="3562200"/>
            <a:chExt cx="483480" cy="200520"/>
          </a:xfrm>
        </p:grpSpPr>
        <p:sp>
          <p:nvSpPr>
            <p:cNvPr id="1773" name=""/>
            <p:cNvSpPr/>
            <p:nvPr/>
          </p:nvSpPr>
          <p:spPr>
            <a:xfrm>
              <a:off x="5772240" y="35751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4" name=""/>
            <p:cNvSpPr/>
            <p:nvPr/>
          </p:nvSpPr>
          <p:spPr>
            <a:xfrm>
              <a:off x="5898240" y="356220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HUL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75" name=""/>
          <p:cNvGrpSpPr/>
          <p:nvPr/>
        </p:nvGrpSpPr>
        <p:grpSpPr>
          <a:xfrm>
            <a:off x="7191360" y="2987640"/>
            <a:ext cx="480600" cy="200520"/>
            <a:chOff x="7191360" y="2987640"/>
            <a:chExt cx="480600" cy="200520"/>
          </a:xfrm>
        </p:grpSpPr>
        <p:sp>
          <p:nvSpPr>
            <p:cNvPr id="1776" name=""/>
            <p:cNvSpPr/>
            <p:nvPr/>
          </p:nvSpPr>
          <p:spPr>
            <a:xfrm>
              <a:off x="7191360" y="30002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7" name=""/>
            <p:cNvSpPr/>
            <p:nvPr/>
          </p:nvSpPr>
          <p:spPr>
            <a:xfrm>
              <a:off x="7320600" y="2987640"/>
              <a:ext cx="351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FLO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78" name=""/>
          <p:cNvGrpSpPr/>
          <p:nvPr/>
        </p:nvGrpSpPr>
        <p:grpSpPr>
          <a:xfrm>
            <a:off x="6621480" y="2500200"/>
            <a:ext cx="582840" cy="200520"/>
            <a:chOff x="6621480" y="2500200"/>
            <a:chExt cx="582840" cy="200520"/>
          </a:xfrm>
        </p:grpSpPr>
        <p:sp>
          <p:nvSpPr>
            <p:cNvPr id="1779" name=""/>
            <p:cNvSpPr/>
            <p:nvPr/>
          </p:nvSpPr>
          <p:spPr>
            <a:xfrm>
              <a:off x="6621480" y="25239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0" name=""/>
            <p:cNvSpPr/>
            <p:nvPr/>
          </p:nvSpPr>
          <p:spPr>
            <a:xfrm>
              <a:off x="6724800" y="250020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FLO-10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1" name=""/>
          <p:cNvGrpSpPr/>
          <p:nvPr/>
        </p:nvGrpSpPr>
        <p:grpSpPr>
          <a:xfrm>
            <a:off x="6265800" y="2463840"/>
            <a:ext cx="479160" cy="200520"/>
            <a:chOff x="6265800" y="2463840"/>
            <a:chExt cx="479160" cy="200520"/>
          </a:xfrm>
        </p:grpSpPr>
        <p:sp>
          <p:nvSpPr>
            <p:cNvPr id="1782" name=""/>
            <p:cNvSpPr/>
            <p:nvPr/>
          </p:nvSpPr>
          <p:spPr>
            <a:xfrm>
              <a:off x="6265800" y="2486160"/>
              <a:ext cx="824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3" name=""/>
            <p:cNvSpPr/>
            <p:nvPr/>
          </p:nvSpPr>
          <p:spPr>
            <a:xfrm>
              <a:off x="6358320" y="246384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4" name=""/>
          <p:cNvGrpSpPr/>
          <p:nvPr/>
        </p:nvGrpSpPr>
        <p:grpSpPr>
          <a:xfrm>
            <a:off x="5775480" y="2682720"/>
            <a:ext cx="539280" cy="200520"/>
            <a:chOff x="5775480" y="2682720"/>
            <a:chExt cx="539280" cy="200520"/>
          </a:xfrm>
        </p:grpSpPr>
        <p:sp>
          <p:nvSpPr>
            <p:cNvPr id="1785" name=""/>
            <p:cNvSpPr/>
            <p:nvPr/>
          </p:nvSpPr>
          <p:spPr>
            <a:xfrm>
              <a:off x="5775480" y="270504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6" name=""/>
            <p:cNvSpPr/>
            <p:nvPr/>
          </p:nvSpPr>
          <p:spPr>
            <a:xfrm>
              <a:off x="5855040" y="268272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7" name=""/>
          <p:cNvGrpSpPr/>
          <p:nvPr/>
        </p:nvGrpSpPr>
        <p:grpSpPr>
          <a:xfrm>
            <a:off x="5643720" y="2743200"/>
            <a:ext cx="552960" cy="200520"/>
            <a:chOff x="5643720" y="2743200"/>
            <a:chExt cx="552960" cy="200520"/>
          </a:xfrm>
        </p:grpSpPr>
        <p:sp>
          <p:nvSpPr>
            <p:cNvPr id="1788" name=""/>
            <p:cNvSpPr/>
            <p:nvPr/>
          </p:nvSpPr>
          <p:spPr>
            <a:xfrm>
              <a:off x="5643720" y="276696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9" name=""/>
            <p:cNvSpPr/>
            <p:nvPr/>
          </p:nvSpPr>
          <p:spPr>
            <a:xfrm>
              <a:off x="5712840" y="274320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OM25R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90" name=""/>
          <p:cNvGrpSpPr/>
          <p:nvPr/>
        </p:nvGrpSpPr>
        <p:grpSpPr>
          <a:xfrm>
            <a:off x="5346720" y="2871720"/>
            <a:ext cx="600480" cy="200520"/>
            <a:chOff x="5346720" y="2871720"/>
            <a:chExt cx="600480" cy="200520"/>
          </a:xfrm>
        </p:grpSpPr>
        <p:sp>
          <p:nvSpPr>
            <p:cNvPr id="1791" name=""/>
            <p:cNvSpPr/>
            <p:nvPr/>
          </p:nvSpPr>
          <p:spPr>
            <a:xfrm>
              <a:off x="5346720" y="287172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2" name=""/>
            <p:cNvSpPr/>
            <p:nvPr/>
          </p:nvSpPr>
          <p:spPr>
            <a:xfrm>
              <a:off x="5457240" y="287172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93" name=""/>
          <p:cNvGrpSpPr/>
          <p:nvPr/>
        </p:nvGrpSpPr>
        <p:grpSpPr>
          <a:xfrm>
            <a:off x="4572000" y="304920"/>
            <a:ext cx="478800" cy="200520"/>
            <a:chOff x="4572000" y="304920"/>
            <a:chExt cx="478800" cy="200520"/>
          </a:xfrm>
        </p:grpSpPr>
        <p:sp>
          <p:nvSpPr>
            <p:cNvPr id="1794" name=""/>
            <p:cNvSpPr/>
            <p:nvPr/>
          </p:nvSpPr>
          <p:spPr>
            <a:xfrm>
              <a:off x="4572000" y="3110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5" name=""/>
            <p:cNvSpPr/>
            <p:nvPr/>
          </p:nvSpPr>
          <p:spPr>
            <a:xfrm>
              <a:off x="4713120" y="304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96" name=""/>
          <p:cNvGrpSpPr/>
          <p:nvPr/>
        </p:nvGrpSpPr>
        <p:grpSpPr>
          <a:xfrm>
            <a:off x="4343400" y="5791320"/>
            <a:ext cx="478800" cy="200520"/>
            <a:chOff x="4343400" y="5791320"/>
            <a:chExt cx="478800" cy="200520"/>
          </a:xfrm>
        </p:grpSpPr>
        <p:sp>
          <p:nvSpPr>
            <p:cNvPr id="1797" name=""/>
            <p:cNvSpPr/>
            <p:nvPr/>
          </p:nvSpPr>
          <p:spPr>
            <a:xfrm>
              <a:off x="4343400" y="57974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8" name=""/>
            <p:cNvSpPr/>
            <p:nvPr/>
          </p:nvSpPr>
          <p:spPr>
            <a:xfrm>
              <a:off x="448452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99" name=""/>
          <p:cNvGrpSpPr/>
          <p:nvPr/>
        </p:nvGrpSpPr>
        <p:grpSpPr>
          <a:xfrm>
            <a:off x="7696080" y="5943600"/>
            <a:ext cx="479160" cy="200520"/>
            <a:chOff x="7696080" y="5943600"/>
            <a:chExt cx="479160" cy="200520"/>
          </a:xfrm>
        </p:grpSpPr>
        <p:sp>
          <p:nvSpPr>
            <p:cNvPr id="1800" name=""/>
            <p:cNvSpPr/>
            <p:nvPr/>
          </p:nvSpPr>
          <p:spPr>
            <a:xfrm>
              <a:off x="7696080" y="595008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1" name=""/>
            <p:cNvSpPr/>
            <p:nvPr/>
          </p:nvSpPr>
          <p:spPr>
            <a:xfrm>
              <a:off x="7837560" y="5943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02" name=""/>
          <p:cNvGrpSpPr/>
          <p:nvPr/>
        </p:nvGrpSpPr>
        <p:grpSpPr>
          <a:xfrm>
            <a:off x="6172200" y="4648320"/>
            <a:ext cx="461880" cy="200520"/>
            <a:chOff x="6172200" y="4648320"/>
            <a:chExt cx="461880" cy="200520"/>
          </a:xfrm>
        </p:grpSpPr>
        <p:sp>
          <p:nvSpPr>
            <p:cNvPr id="1803" name=""/>
            <p:cNvSpPr/>
            <p:nvPr/>
          </p:nvSpPr>
          <p:spPr>
            <a:xfrm>
              <a:off x="6172200" y="4664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4" name=""/>
            <p:cNvSpPr/>
            <p:nvPr/>
          </p:nvSpPr>
          <p:spPr>
            <a:xfrm>
              <a:off x="6296400" y="4648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05" name=""/>
          <p:cNvGrpSpPr/>
          <p:nvPr/>
        </p:nvGrpSpPr>
        <p:grpSpPr>
          <a:xfrm>
            <a:off x="7238880" y="2133720"/>
            <a:ext cx="460080" cy="200520"/>
            <a:chOff x="7238880" y="2133720"/>
            <a:chExt cx="460080" cy="200520"/>
          </a:xfrm>
        </p:grpSpPr>
        <p:sp>
          <p:nvSpPr>
            <p:cNvPr id="1806" name=""/>
            <p:cNvSpPr/>
            <p:nvPr/>
          </p:nvSpPr>
          <p:spPr>
            <a:xfrm>
              <a:off x="7238880" y="21495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7" name=""/>
            <p:cNvSpPr/>
            <p:nvPr/>
          </p:nvSpPr>
          <p:spPr>
            <a:xfrm>
              <a:off x="736128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08" name=""/>
          <p:cNvGrpSpPr/>
          <p:nvPr/>
        </p:nvGrpSpPr>
        <p:grpSpPr>
          <a:xfrm>
            <a:off x="1752480" y="3505320"/>
            <a:ext cx="461520" cy="200520"/>
            <a:chOff x="1752480" y="3505320"/>
            <a:chExt cx="461520" cy="200520"/>
          </a:xfrm>
        </p:grpSpPr>
        <p:sp>
          <p:nvSpPr>
            <p:cNvPr id="1809" name=""/>
            <p:cNvSpPr/>
            <p:nvPr/>
          </p:nvSpPr>
          <p:spPr>
            <a:xfrm>
              <a:off x="1752480" y="352116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0" name=""/>
            <p:cNvSpPr/>
            <p:nvPr/>
          </p:nvSpPr>
          <p:spPr>
            <a:xfrm>
              <a:off x="187632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11" name=""/>
          <p:cNvGrpSpPr/>
          <p:nvPr/>
        </p:nvGrpSpPr>
        <p:grpSpPr>
          <a:xfrm>
            <a:off x="6477120" y="2895480"/>
            <a:ext cx="461520" cy="200520"/>
            <a:chOff x="6477120" y="2895480"/>
            <a:chExt cx="461520" cy="200520"/>
          </a:xfrm>
        </p:grpSpPr>
        <p:sp>
          <p:nvSpPr>
            <p:cNvPr id="1812" name=""/>
            <p:cNvSpPr/>
            <p:nvPr/>
          </p:nvSpPr>
          <p:spPr>
            <a:xfrm>
              <a:off x="6477120" y="2909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3" name=""/>
            <p:cNvSpPr/>
            <p:nvPr/>
          </p:nvSpPr>
          <p:spPr>
            <a:xfrm>
              <a:off x="660096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14" name=""/>
          <p:cNvGrpSpPr/>
          <p:nvPr/>
        </p:nvGrpSpPr>
        <p:grpSpPr>
          <a:xfrm>
            <a:off x="5057640" y="4741920"/>
            <a:ext cx="469080" cy="200520"/>
            <a:chOff x="5057640" y="4741920"/>
            <a:chExt cx="469080" cy="200520"/>
          </a:xfrm>
        </p:grpSpPr>
        <p:sp>
          <p:nvSpPr>
            <p:cNvPr id="1815" name=""/>
            <p:cNvSpPr/>
            <p:nvPr/>
          </p:nvSpPr>
          <p:spPr>
            <a:xfrm>
              <a:off x="5057640" y="4757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6" name=""/>
            <p:cNvSpPr/>
            <p:nvPr/>
          </p:nvSpPr>
          <p:spPr>
            <a:xfrm>
              <a:off x="5189040" y="4741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17" name=""/>
          <p:cNvGrpSpPr/>
          <p:nvPr/>
        </p:nvGrpSpPr>
        <p:grpSpPr>
          <a:xfrm>
            <a:off x="7924680" y="2743200"/>
            <a:ext cx="460080" cy="200520"/>
            <a:chOff x="7924680" y="2743200"/>
            <a:chExt cx="460080" cy="200520"/>
          </a:xfrm>
        </p:grpSpPr>
        <p:sp>
          <p:nvSpPr>
            <p:cNvPr id="1818" name=""/>
            <p:cNvSpPr/>
            <p:nvPr/>
          </p:nvSpPr>
          <p:spPr>
            <a:xfrm>
              <a:off x="7924680" y="27576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9" name=""/>
            <p:cNvSpPr/>
            <p:nvPr/>
          </p:nvSpPr>
          <p:spPr>
            <a:xfrm>
              <a:off x="804708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0" name=""/>
          <p:cNvGrpSpPr/>
          <p:nvPr/>
        </p:nvGrpSpPr>
        <p:grpSpPr>
          <a:xfrm>
            <a:off x="1143000" y="5486400"/>
            <a:ext cx="461520" cy="200520"/>
            <a:chOff x="1143000" y="5486400"/>
            <a:chExt cx="461520" cy="200520"/>
          </a:xfrm>
        </p:grpSpPr>
        <p:sp>
          <p:nvSpPr>
            <p:cNvPr id="1821" name=""/>
            <p:cNvSpPr/>
            <p:nvPr/>
          </p:nvSpPr>
          <p:spPr>
            <a:xfrm>
              <a:off x="1143000" y="5500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2" name=""/>
            <p:cNvSpPr/>
            <p:nvPr/>
          </p:nvSpPr>
          <p:spPr>
            <a:xfrm>
              <a:off x="126684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3" name=""/>
          <p:cNvGrpSpPr/>
          <p:nvPr/>
        </p:nvGrpSpPr>
        <p:grpSpPr>
          <a:xfrm>
            <a:off x="2895480" y="5334120"/>
            <a:ext cx="461520" cy="200520"/>
            <a:chOff x="2895480" y="5334120"/>
            <a:chExt cx="461520" cy="200520"/>
          </a:xfrm>
        </p:grpSpPr>
        <p:sp>
          <p:nvSpPr>
            <p:cNvPr id="1824" name=""/>
            <p:cNvSpPr/>
            <p:nvPr/>
          </p:nvSpPr>
          <p:spPr>
            <a:xfrm>
              <a:off x="2895480" y="53499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5" name=""/>
            <p:cNvSpPr/>
            <p:nvPr/>
          </p:nvSpPr>
          <p:spPr>
            <a:xfrm>
              <a:off x="301932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6" name=""/>
          <p:cNvGrpSpPr/>
          <p:nvPr/>
        </p:nvGrpSpPr>
        <p:grpSpPr>
          <a:xfrm>
            <a:off x="3997440" y="3125880"/>
            <a:ext cx="468720" cy="200520"/>
            <a:chOff x="3997440" y="3125880"/>
            <a:chExt cx="468720" cy="200520"/>
          </a:xfrm>
        </p:grpSpPr>
        <p:sp>
          <p:nvSpPr>
            <p:cNvPr id="1827" name=""/>
            <p:cNvSpPr/>
            <p:nvPr/>
          </p:nvSpPr>
          <p:spPr>
            <a:xfrm>
              <a:off x="3997440" y="3141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8" name=""/>
            <p:cNvSpPr/>
            <p:nvPr/>
          </p:nvSpPr>
          <p:spPr>
            <a:xfrm>
              <a:off x="4128480" y="312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9" name=""/>
          <p:cNvGrpSpPr/>
          <p:nvPr/>
        </p:nvGrpSpPr>
        <p:grpSpPr>
          <a:xfrm>
            <a:off x="4495680" y="2590920"/>
            <a:ext cx="460080" cy="200520"/>
            <a:chOff x="4495680" y="2590920"/>
            <a:chExt cx="460080" cy="200520"/>
          </a:xfrm>
        </p:grpSpPr>
        <p:sp>
          <p:nvSpPr>
            <p:cNvPr id="1830" name=""/>
            <p:cNvSpPr/>
            <p:nvPr/>
          </p:nvSpPr>
          <p:spPr>
            <a:xfrm>
              <a:off x="4495680" y="260676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1" name=""/>
            <p:cNvSpPr/>
            <p:nvPr/>
          </p:nvSpPr>
          <p:spPr>
            <a:xfrm>
              <a:off x="46180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32" name=""/>
          <p:cNvGrpSpPr/>
          <p:nvPr/>
        </p:nvGrpSpPr>
        <p:grpSpPr>
          <a:xfrm>
            <a:off x="7696080" y="3429000"/>
            <a:ext cx="461880" cy="200520"/>
            <a:chOff x="7696080" y="3429000"/>
            <a:chExt cx="461880" cy="200520"/>
          </a:xfrm>
        </p:grpSpPr>
        <p:sp>
          <p:nvSpPr>
            <p:cNvPr id="1833" name=""/>
            <p:cNvSpPr/>
            <p:nvPr/>
          </p:nvSpPr>
          <p:spPr>
            <a:xfrm>
              <a:off x="7696080" y="34448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4" name=""/>
            <p:cNvSpPr/>
            <p:nvPr/>
          </p:nvSpPr>
          <p:spPr>
            <a:xfrm>
              <a:off x="782028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35" name=""/>
          <p:cNvGrpSpPr/>
          <p:nvPr/>
        </p:nvGrpSpPr>
        <p:grpSpPr>
          <a:xfrm>
            <a:off x="5791320" y="2057400"/>
            <a:ext cx="461520" cy="200520"/>
            <a:chOff x="5791320" y="2057400"/>
            <a:chExt cx="461520" cy="200520"/>
          </a:xfrm>
        </p:grpSpPr>
        <p:sp>
          <p:nvSpPr>
            <p:cNvPr id="1836" name=""/>
            <p:cNvSpPr/>
            <p:nvPr/>
          </p:nvSpPr>
          <p:spPr>
            <a:xfrm>
              <a:off x="5791320" y="20714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7" name=""/>
            <p:cNvSpPr/>
            <p:nvPr/>
          </p:nvSpPr>
          <p:spPr>
            <a:xfrm>
              <a:off x="591516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38" name=""/>
          <p:cNvGrpSpPr/>
          <p:nvPr/>
        </p:nvGrpSpPr>
        <p:grpSpPr>
          <a:xfrm>
            <a:off x="6696000" y="3843360"/>
            <a:ext cx="467280" cy="200520"/>
            <a:chOff x="6696000" y="3843360"/>
            <a:chExt cx="467280" cy="200520"/>
          </a:xfrm>
        </p:grpSpPr>
        <p:sp>
          <p:nvSpPr>
            <p:cNvPr id="1839" name=""/>
            <p:cNvSpPr/>
            <p:nvPr/>
          </p:nvSpPr>
          <p:spPr>
            <a:xfrm>
              <a:off x="6696000" y="38592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0" name=""/>
            <p:cNvSpPr/>
            <p:nvPr/>
          </p:nvSpPr>
          <p:spPr>
            <a:xfrm>
              <a:off x="6825600" y="3843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41" name=""/>
          <p:cNvGrpSpPr/>
          <p:nvPr/>
        </p:nvGrpSpPr>
        <p:grpSpPr>
          <a:xfrm>
            <a:off x="1219320" y="1523880"/>
            <a:ext cx="461520" cy="200520"/>
            <a:chOff x="1219320" y="1523880"/>
            <a:chExt cx="461520" cy="200520"/>
          </a:xfrm>
        </p:grpSpPr>
        <p:sp>
          <p:nvSpPr>
            <p:cNvPr id="1842" name=""/>
            <p:cNvSpPr/>
            <p:nvPr/>
          </p:nvSpPr>
          <p:spPr>
            <a:xfrm>
              <a:off x="1219320" y="1539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3" name=""/>
            <p:cNvSpPr/>
            <p:nvPr/>
          </p:nvSpPr>
          <p:spPr>
            <a:xfrm>
              <a:off x="134316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44" name=""/>
          <p:cNvGrpSpPr/>
          <p:nvPr/>
        </p:nvGrpSpPr>
        <p:grpSpPr>
          <a:xfrm>
            <a:off x="4718160" y="3763800"/>
            <a:ext cx="467280" cy="200520"/>
            <a:chOff x="4718160" y="3763800"/>
            <a:chExt cx="467280" cy="200520"/>
          </a:xfrm>
        </p:grpSpPr>
        <p:sp>
          <p:nvSpPr>
            <p:cNvPr id="1845" name=""/>
            <p:cNvSpPr/>
            <p:nvPr/>
          </p:nvSpPr>
          <p:spPr>
            <a:xfrm>
              <a:off x="4718160" y="37800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6" name=""/>
            <p:cNvSpPr/>
            <p:nvPr/>
          </p:nvSpPr>
          <p:spPr>
            <a:xfrm>
              <a:off x="4847760" y="3763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47" name=""/>
          <p:cNvGrpSpPr/>
          <p:nvPr/>
        </p:nvGrpSpPr>
        <p:grpSpPr>
          <a:xfrm>
            <a:off x="2792520" y="3780000"/>
            <a:ext cx="468720" cy="200520"/>
            <a:chOff x="2792520" y="3780000"/>
            <a:chExt cx="468720" cy="200520"/>
          </a:xfrm>
        </p:grpSpPr>
        <p:sp>
          <p:nvSpPr>
            <p:cNvPr id="1848" name=""/>
            <p:cNvSpPr/>
            <p:nvPr/>
          </p:nvSpPr>
          <p:spPr>
            <a:xfrm>
              <a:off x="2792520" y="3795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9" name=""/>
            <p:cNvSpPr/>
            <p:nvPr/>
          </p:nvSpPr>
          <p:spPr>
            <a:xfrm>
              <a:off x="2923560" y="3780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50" name=""/>
          <p:cNvGrpSpPr/>
          <p:nvPr/>
        </p:nvGrpSpPr>
        <p:grpSpPr>
          <a:xfrm>
            <a:off x="3124080" y="2895480"/>
            <a:ext cx="461520" cy="200520"/>
            <a:chOff x="3124080" y="2895480"/>
            <a:chExt cx="461520" cy="200520"/>
          </a:xfrm>
        </p:grpSpPr>
        <p:sp>
          <p:nvSpPr>
            <p:cNvPr id="1851" name=""/>
            <p:cNvSpPr/>
            <p:nvPr/>
          </p:nvSpPr>
          <p:spPr>
            <a:xfrm>
              <a:off x="3124080" y="2909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2" name=""/>
            <p:cNvSpPr/>
            <p:nvPr/>
          </p:nvSpPr>
          <p:spPr>
            <a:xfrm>
              <a:off x="324792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53" name="Rounded Rectangle 1852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1854" name="Oval 1853"/>
          <p:cNvSpPr/>
          <p:nvPr/>
        </p:nvSpPr>
        <p:spPr>
          <a:xfrm>
            <a:off x="4529058" y="2682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Oval 1854"/>
          <p:cNvSpPr/>
          <p:nvPr/>
        </p:nvSpPr>
        <p:spPr>
          <a:xfrm>
            <a:off x="4559058" y="2982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856" name="Rounded Rectangle 1855"/>
          <p:cNvSpPr/>
          <p:nvPr/>
        </p:nvSpPr>
        <p:spPr>
          <a:xfrm>
            <a:off x="4729058" y="2832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857" name="Oval 1856"/>
          <p:cNvSpPr/>
          <p:nvPr/>
        </p:nvSpPr>
        <p:spPr>
          <a:xfrm>
            <a:off x="4300456" y="575468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Oval 1857"/>
          <p:cNvSpPr/>
          <p:nvPr/>
        </p:nvSpPr>
        <p:spPr>
          <a:xfrm>
            <a:off x="4330456" y="578468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859" name="Rounded Rectangle 1858"/>
          <p:cNvSpPr/>
          <p:nvPr/>
        </p:nvSpPr>
        <p:spPr>
          <a:xfrm>
            <a:off x="4500456" y="576968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860" name="Oval 1859"/>
          <p:cNvSpPr/>
          <p:nvPr/>
        </p:nvSpPr>
        <p:spPr>
          <a:xfrm>
            <a:off x="7653139" y="590714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Oval 1860"/>
          <p:cNvSpPr/>
          <p:nvPr/>
        </p:nvSpPr>
        <p:spPr>
          <a:xfrm>
            <a:off x="7683139" y="593714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862" name="Rounded Rectangle 1861"/>
          <p:cNvSpPr/>
          <p:nvPr/>
        </p:nvSpPr>
        <p:spPr>
          <a:xfrm>
            <a:off x="7853139" y="592214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863" name="Oval 1862"/>
          <p:cNvSpPr/>
          <p:nvPr/>
        </p:nvSpPr>
        <p:spPr>
          <a:xfrm>
            <a:off x="6120617" y="46125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Oval 1863"/>
          <p:cNvSpPr/>
          <p:nvPr/>
        </p:nvSpPr>
        <p:spPr>
          <a:xfrm>
            <a:off x="6150617" y="46425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865" name="Rounded Rectangle 1864"/>
          <p:cNvSpPr/>
          <p:nvPr/>
        </p:nvSpPr>
        <p:spPr>
          <a:xfrm>
            <a:off x="6320617" y="46275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866" name="Oval 1865"/>
          <p:cNvSpPr/>
          <p:nvPr/>
        </p:nvSpPr>
        <p:spPr>
          <a:xfrm>
            <a:off x="7186398" y="20979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Oval 1866"/>
          <p:cNvSpPr/>
          <p:nvPr/>
        </p:nvSpPr>
        <p:spPr>
          <a:xfrm>
            <a:off x="7216398" y="21279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868" name="Rounded Rectangle 1867"/>
          <p:cNvSpPr/>
          <p:nvPr/>
        </p:nvSpPr>
        <p:spPr>
          <a:xfrm>
            <a:off x="7386398" y="21129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869" name="Oval 1868"/>
          <p:cNvSpPr/>
          <p:nvPr/>
        </p:nvSpPr>
        <p:spPr>
          <a:xfrm>
            <a:off x="1700895" y="346850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Oval 1869"/>
          <p:cNvSpPr/>
          <p:nvPr/>
        </p:nvSpPr>
        <p:spPr>
          <a:xfrm>
            <a:off x="1730895" y="349850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871" name="Rounded Rectangle 1870"/>
          <p:cNvSpPr/>
          <p:nvPr/>
        </p:nvSpPr>
        <p:spPr>
          <a:xfrm>
            <a:off x="1900895" y="348350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872" name="Oval 1871"/>
          <p:cNvSpPr/>
          <p:nvPr/>
        </p:nvSpPr>
        <p:spPr>
          <a:xfrm>
            <a:off x="6425536" y="285830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Oval 1872"/>
          <p:cNvSpPr/>
          <p:nvPr/>
        </p:nvSpPr>
        <p:spPr>
          <a:xfrm>
            <a:off x="6455536" y="288830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874" name="Rounded Rectangle 1873"/>
          <p:cNvSpPr/>
          <p:nvPr/>
        </p:nvSpPr>
        <p:spPr>
          <a:xfrm>
            <a:off x="6625536" y="287330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875" name="Oval 1874"/>
          <p:cNvSpPr/>
          <p:nvPr/>
        </p:nvSpPr>
        <p:spPr>
          <a:xfrm>
            <a:off x="5006056" y="47061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Oval 1875"/>
          <p:cNvSpPr/>
          <p:nvPr/>
        </p:nvSpPr>
        <p:spPr>
          <a:xfrm>
            <a:off x="5036056" y="47361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877" name="Rounded Rectangle 1876"/>
          <p:cNvSpPr/>
          <p:nvPr/>
        </p:nvSpPr>
        <p:spPr>
          <a:xfrm>
            <a:off x="5206056" y="47211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878" name="Oval 1877"/>
          <p:cNvSpPr/>
          <p:nvPr/>
        </p:nvSpPr>
        <p:spPr>
          <a:xfrm>
            <a:off x="7872195" y="27060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Oval 1878"/>
          <p:cNvSpPr/>
          <p:nvPr/>
        </p:nvSpPr>
        <p:spPr>
          <a:xfrm>
            <a:off x="7902195" y="27360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880" name="Rounded Rectangle 1879"/>
          <p:cNvSpPr/>
          <p:nvPr/>
        </p:nvSpPr>
        <p:spPr>
          <a:xfrm>
            <a:off x="8072195" y="27210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881" name="Oval 1880"/>
          <p:cNvSpPr/>
          <p:nvPr/>
        </p:nvSpPr>
        <p:spPr>
          <a:xfrm>
            <a:off x="1091415" y="54492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Oval 1881"/>
          <p:cNvSpPr/>
          <p:nvPr/>
        </p:nvSpPr>
        <p:spPr>
          <a:xfrm>
            <a:off x="1121415" y="54792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883" name="Rounded Rectangle 1882"/>
          <p:cNvSpPr/>
          <p:nvPr/>
        </p:nvSpPr>
        <p:spPr>
          <a:xfrm>
            <a:off x="1291415" y="54642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884" name="Oval 1883"/>
          <p:cNvSpPr/>
          <p:nvPr/>
        </p:nvSpPr>
        <p:spPr>
          <a:xfrm>
            <a:off x="2843895" y="52976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Oval 1884"/>
          <p:cNvSpPr/>
          <p:nvPr/>
        </p:nvSpPr>
        <p:spPr>
          <a:xfrm>
            <a:off x="2873895" y="53276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886" name="Rounded Rectangle 1885"/>
          <p:cNvSpPr/>
          <p:nvPr/>
        </p:nvSpPr>
        <p:spPr>
          <a:xfrm>
            <a:off x="3043895" y="53126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887" name="Oval 1886"/>
          <p:cNvSpPr/>
          <p:nvPr/>
        </p:nvSpPr>
        <p:spPr>
          <a:xfrm>
            <a:off x="3945855" y="30901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Oval 1887"/>
          <p:cNvSpPr/>
          <p:nvPr/>
        </p:nvSpPr>
        <p:spPr>
          <a:xfrm>
            <a:off x="3975855" y="31201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889" name="Rounded Rectangle 1888"/>
          <p:cNvSpPr/>
          <p:nvPr/>
        </p:nvSpPr>
        <p:spPr>
          <a:xfrm>
            <a:off x="4145855" y="31051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890" name="Oval 1889"/>
          <p:cNvSpPr/>
          <p:nvPr/>
        </p:nvSpPr>
        <p:spPr>
          <a:xfrm>
            <a:off x="4443196" y="25544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Oval 1890"/>
          <p:cNvSpPr/>
          <p:nvPr/>
        </p:nvSpPr>
        <p:spPr>
          <a:xfrm>
            <a:off x="4473196" y="25844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892" name="Rounded Rectangle 1891"/>
          <p:cNvSpPr/>
          <p:nvPr/>
        </p:nvSpPr>
        <p:spPr>
          <a:xfrm>
            <a:off x="4643196" y="25694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893" name="Oval 1892"/>
          <p:cNvSpPr/>
          <p:nvPr/>
        </p:nvSpPr>
        <p:spPr>
          <a:xfrm>
            <a:off x="7644496" y="33923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Oval 1893"/>
          <p:cNvSpPr/>
          <p:nvPr/>
        </p:nvSpPr>
        <p:spPr>
          <a:xfrm>
            <a:off x="7674496" y="34223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895" name="Rounded Rectangle 1894"/>
          <p:cNvSpPr/>
          <p:nvPr/>
        </p:nvSpPr>
        <p:spPr>
          <a:xfrm>
            <a:off x="7844496" y="34073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896" name="Oval 1895"/>
          <p:cNvSpPr/>
          <p:nvPr/>
        </p:nvSpPr>
        <p:spPr>
          <a:xfrm>
            <a:off x="5739739" y="20196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Oval 1896"/>
          <p:cNvSpPr/>
          <p:nvPr/>
        </p:nvSpPr>
        <p:spPr>
          <a:xfrm>
            <a:off x="5769739" y="20496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898" name="Rounded Rectangle 1897"/>
          <p:cNvSpPr/>
          <p:nvPr/>
        </p:nvSpPr>
        <p:spPr>
          <a:xfrm>
            <a:off x="5939739" y="20346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899" name="Oval 1898"/>
          <p:cNvSpPr/>
          <p:nvPr/>
        </p:nvSpPr>
        <p:spPr>
          <a:xfrm>
            <a:off x="6643697" y="380762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Oval 1899"/>
          <p:cNvSpPr/>
          <p:nvPr/>
        </p:nvSpPr>
        <p:spPr>
          <a:xfrm>
            <a:off x="6673697" y="383762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901" name="Rounded Rectangle 1900"/>
          <p:cNvSpPr/>
          <p:nvPr/>
        </p:nvSpPr>
        <p:spPr>
          <a:xfrm>
            <a:off x="6843697" y="382262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902" name="Oval 1901"/>
          <p:cNvSpPr/>
          <p:nvPr/>
        </p:nvSpPr>
        <p:spPr>
          <a:xfrm>
            <a:off x="1167739" y="14881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Oval 1902"/>
          <p:cNvSpPr/>
          <p:nvPr/>
        </p:nvSpPr>
        <p:spPr>
          <a:xfrm>
            <a:off x="1197739" y="15181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904" name="Rounded Rectangle 1903"/>
          <p:cNvSpPr/>
          <p:nvPr/>
        </p:nvSpPr>
        <p:spPr>
          <a:xfrm>
            <a:off x="1367739" y="15031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905" name="Oval 1904"/>
          <p:cNvSpPr/>
          <p:nvPr/>
        </p:nvSpPr>
        <p:spPr>
          <a:xfrm>
            <a:off x="4665679" y="372842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Oval 1905"/>
          <p:cNvSpPr/>
          <p:nvPr/>
        </p:nvSpPr>
        <p:spPr>
          <a:xfrm>
            <a:off x="4695679" y="375842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907" name="Rounded Rectangle 1906"/>
          <p:cNvSpPr/>
          <p:nvPr/>
        </p:nvSpPr>
        <p:spPr>
          <a:xfrm>
            <a:off x="4865679" y="374342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908" name="Oval 1907"/>
          <p:cNvSpPr/>
          <p:nvPr/>
        </p:nvSpPr>
        <p:spPr>
          <a:xfrm>
            <a:off x="2740936" y="37442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Oval 1908"/>
          <p:cNvSpPr/>
          <p:nvPr/>
        </p:nvSpPr>
        <p:spPr>
          <a:xfrm>
            <a:off x="2770936" y="37742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910" name="Rounded Rectangle 1909"/>
          <p:cNvSpPr/>
          <p:nvPr/>
        </p:nvSpPr>
        <p:spPr>
          <a:xfrm>
            <a:off x="2940936" y="37592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911" name="Oval 1910"/>
          <p:cNvSpPr/>
          <p:nvPr/>
        </p:nvSpPr>
        <p:spPr>
          <a:xfrm>
            <a:off x="3072497" y="285830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Oval 1911"/>
          <p:cNvSpPr/>
          <p:nvPr/>
        </p:nvSpPr>
        <p:spPr>
          <a:xfrm>
            <a:off x="3102497" y="288830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913" name="Rounded Rectangle 1912"/>
          <p:cNvSpPr/>
          <p:nvPr/>
        </p:nvSpPr>
        <p:spPr>
          <a:xfrm>
            <a:off x="3272497" y="287330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"/>
          <p:cNvSpPr/>
          <p:nvPr/>
        </p:nvSpPr>
        <p:spPr>
          <a:xfrm>
            <a:off x="2989440" y="50760"/>
            <a:ext cx="31647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19: LOWW | RWY 11 | STAR GIGOW1W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4" name=""/>
          <p:cNvSpPr/>
          <p:nvPr/>
        </p:nvSpPr>
        <p:spPr>
          <a:xfrm flipH="1">
            <a:off x="5392440" y="4437000"/>
            <a:ext cx="1849320" cy="293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5" name=""/>
          <p:cNvSpPr/>
          <p:nvPr/>
        </p:nvSpPr>
        <p:spPr>
          <a:xfrm flipH="1" flipV="1">
            <a:off x="4722480" y="3902040"/>
            <a:ext cx="669960" cy="828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6" name=""/>
          <p:cNvSpPr/>
          <p:nvPr/>
        </p:nvSpPr>
        <p:spPr>
          <a:xfrm flipH="1" flipV="1">
            <a:off x="3700440" y="3468600"/>
            <a:ext cx="1022400" cy="433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7" name=""/>
          <p:cNvSpPr/>
          <p:nvPr/>
        </p:nvSpPr>
        <p:spPr>
          <a:xfrm flipH="1" flipV="1">
            <a:off x="2924280" y="3053880"/>
            <a:ext cx="776160" cy="414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8" name=""/>
          <p:cNvSpPr/>
          <p:nvPr/>
        </p:nvSpPr>
        <p:spPr>
          <a:xfrm flipH="1" flipV="1">
            <a:off x="2583000" y="2909520"/>
            <a:ext cx="341280" cy="144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9" name=""/>
          <p:cNvSpPr/>
          <p:nvPr/>
        </p:nvSpPr>
        <p:spPr>
          <a:xfrm flipH="1" flipV="1">
            <a:off x="1901880" y="2620440"/>
            <a:ext cx="681120" cy="289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0" name=""/>
          <p:cNvSpPr/>
          <p:nvPr/>
        </p:nvSpPr>
        <p:spPr>
          <a:xfrm flipV="1">
            <a:off x="1901880" y="2279520"/>
            <a:ext cx="144360" cy="341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1" name=""/>
          <p:cNvSpPr/>
          <p:nvPr/>
        </p:nvSpPr>
        <p:spPr>
          <a:xfrm>
            <a:off x="2046240" y="2279520"/>
            <a:ext cx="339840" cy="146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2" name=""/>
          <p:cNvSpPr/>
          <p:nvPr/>
        </p:nvSpPr>
        <p:spPr>
          <a:xfrm>
            <a:off x="2386080" y="2425680"/>
            <a:ext cx="341280" cy="144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3" name=""/>
          <p:cNvSpPr/>
          <p:nvPr/>
        </p:nvSpPr>
        <p:spPr>
          <a:xfrm>
            <a:off x="2727360" y="2570040"/>
            <a:ext cx="326880" cy="138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4" name=""/>
          <p:cNvSpPr/>
          <p:nvPr/>
        </p:nvSpPr>
        <p:spPr>
          <a:xfrm>
            <a:off x="3054240" y="2708280"/>
            <a:ext cx="128520" cy="57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0440" bIns="104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5" name=""/>
          <p:cNvSpPr/>
          <p:nvPr/>
        </p:nvSpPr>
        <p:spPr>
          <a:xfrm>
            <a:off x="3182760" y="2765520"/>
            <a:ext cx="327240" cy="139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6" name=""/>
          <p:cNvSpPr/>
          <p:nvPr/>
        </p:nvSpPr>
        <p:spPr>
          <a:xfrm>
            <a:off x="3510000" y="2905200"/>
            <a:ext cx="237960" cy="100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67" name=""/>
          <p:cNvGrpSpPr/>
          <p:nvPr/>
        </p:nvGrpSpPr>
        <p:grpSpPr>
          <a:xfrm>
            <a:off x="7178760" y="4373640"/>
            <a:ext cx="592920" cy="200520"/>
            <a:chOff x="7178760" y="4373640"/>
            <a:chExt cx="592920" cy="200520"/>
          </a:xfrm>
        </p:grpSpPr>
        <p:sp>
          <p:nvSpPr>
            <p:cNvPr id="1868" name=""/>
            <p:cNvSpPr/>
            <p:nvPr/>
          </p:nvSpPr>
          <p:spPr>
            <a:xfrm>
              <a:off x="7178760" y="43736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9" name=""/>
            <p:cNvSpPr/>
            <p:nvPr/>
          </p:nvSpPr>
          <p:spPr>
            <a:xfrm>
              <a:off x="7296840" y="437364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GIGOR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70" name=""/>
          <p:cNvGrpSpPr/>
          <p:nvPr/>
        </p:nvGrpSpPr>
        <p:grpSpPr>
          <a:xfrm>
            <a:off x="5342040" y="4667400"/>
            <a:ext cx="565200" cy="200520"/>
            <a:chOff x="5342040" y="4667400"/>
            <a:chExt cx="565200" cy="200520"/>
          </a:xfrm>
        </p:grpSpPr>
        <p:sp>
          <p:nvSpPr>
            <p:cNvPr id="1871" name=""/>
            <p:cNvSpPr/>
            <p:nvPr/>
          </p:nvSpPr>
          <p:spPr>
            <a:xfrm>
              <a:off x="5342040" y="46800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2" name=""/>
            <p:cNvSpPr/>
            <p:nvPr/>
          </p:nvSpPr>
          <p:spPr>
            <a:xfrm>
              <a:off x="5437080" y="466740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PESAT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73" name=""/>
          <p:cNvGrpSpPr/>
          <p:nvPr/>
        </p:nvGrpSpPr>
        <p:grpSpPr>
          <a:xfrm>
            <a:off x="4672080" y="3838680"/>
            <a:ext cx="577440" cy="200520"/>
            <a:chOff x="4672080" y="3838680"/>
            <a:chExt cx="577440" cy="200520"/>
          </a:xfrm>
        </p:grpSpPr>
        <p:sp>
          <p:nvSpPr>
            <p:cNvPr id="1874" name=""/>
            <p:cNvSpPr/>
            <p:nvPr/>
          </p:nvSpPr>
          <p:spPr>
            <a:xfrm>
              <a:off x="4672080" y="38512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5" name=""/>
            <p:cNvSpPr/>
            <p:nvPr/>
          </p:nvSpPr>
          <p:spPr>
            <a:xfrm>
              <a:off x="4754880" y="38386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WW841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76" name=""/>
          <p:cNvGrpSpPr/>
          <p:nvPr/>
        </p:nvGrpSpPr>
        <p:grpSpPr>
          <a:xfrm>
            <a:off x="3649680" y="3405240"/>
            <a:ext cx="577800" cy="200520"/>
            <a:chOff x="3649680" y="3405240"/>
            <a:chExt cx="577800" cy="200520"/>
          </a:xfrm>
        </p:grpSpPr>
        <p:sp>
          <p:nvSpPr>
            <p:cNvPr id="1877" name=""/>
            <p:cNvSpPr/>
            <p:nvPr/>
          </p:nvSpPr>
          <p:spPr>
            <a:xfrm>
              <a:off x="3649680" y="34178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8" name=""/>
            <p:cNvSpPr/>
            <p:nvPr/>
          </p:nvSpPr>
          <p:spPr>
            <a:xfrm>
              <a:off x="3732840" y="34052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WW843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79" name=""/>
          <p:cNvGrpSpPr/>
          <p:nvPr/>
        </p:nvGrpSpPr>
        <p:grpSpPr>
          <a:xfrm>
            <a:off x="2873520" y="2990880"/>
            <a:ext cx="577440" cy="200520"/>
            <a:chOff x="2873520" y="2990880"/>
            <a:chExt cx="577440" cy="200520"/>
          </a:xfrm>
        </p:grpSpPr>
        <p:sp>
          <p:nvSpPr>
            <p:cNvPr id="1880" name=""/>
            <p:cNvSpPr/>
            <p:nvPr/>
          </p:nvSpPr>
          <p:spPr>
            <a:xfrm>
              <a:off x="2873520" y="30034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1" name=""/>
            <p:cNvSpPr/>
            <p:nvPr/>
          </p:nvSpPr>
          <p:spPr>
            <a:xfrm>
              <a:off x="2956320" y="29908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WW844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82" name=""/>
          <p:cNvGrpSpPr/>
          <p:nvPr/>
        </p:nvGrpSpPr>
        <p:grpSpPr>
          <a:xfrm>
            <a:off x="2532240" y="2846520"/>
            <a:ext cx="577440" cy="200520"/>
            <a:chOff x="2532240" y="2846520"/>
            <a:chExt cx="577440" cy="200520"/>
          </a:xfrm>
        </p:grpSpPr>
        <p:sp>
          <p:nvSpPr>
            <p:cNvPr id="1883" name=""/>
            <p:cNvSpPr/>
            <p:nvPr/>
          </p:nvSpPr>
          <p:spPr>
            <a:xfrm>
              <a:off x="2532240" y="2859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4" name=""/>
            <p:cNvSpPr/>
            <p:nvPr/>
          </p:nvSpPr>
          <p:spPr>
            <a:xfrm>
              <a:off x="2615040" y="28465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WW845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85" name=""/>
          <p:cNvGrpSpPr/>
          <p:nvPr/>
        </p:nvGrpSpPr>
        <p:grpSpPr>
          <a:xfrm>
            <a:off x="1851120" y="2557440"/>
            <a:ext cx="577440" cy="200520"/>
            <a:chOff x="1851120" y="2557440"/>
            <a:chExt cx="577440" cy="200520"/>
          </a:xfrm>
        </p:grpSpPr>
        <p:sp>
          <p:nvSpPr>
            <p:cNvPr id="1886" name=""/>
            <p:cNvSpPr/>
            <p:nvPr/>
          </p:nvSpPr>
          <p:spPr>
            <a:xfrm>
              <a:off x="1851120" y="25700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7" name=""/>
            <p:cNvSpPr/>
            <p:nvPr/>
          </p:nvSpPr>
          <p:spPr>
            <a:xfrm>
              <a:off x="1933920" y="25574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WW846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88" name=""/>
          <p:cNvGrpSpPr/>
          <p:nvPr/>
        </p:nvGrpSpPr>
        <p:grpSpPr>
          <a:xfrm>
            <a:off x="2004840" y="2216160"/>
            <a:ext cx="558720" cy="200520"/>
            <a:chOff x="2004840" y="2216160"/>
            <a:chExt cx="558720" cy="200520"/>
          </a:xfrm>
        </p:grpSpPr>
        <p:sp>
          <p:nvSpPr>
            <p:cNvPr id="1889" name=""/>
            <p:cNvSpPr/>
            <p:nvPr/>
          </p:nvSpPr>
          <p:spPr>
            <a:xfrm>
              <a:off x="2004840" y="2239920"/>
              <a:ext cx="828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0" name=""/>
            <p:cNvSpPr/>
            <p:nvPr/>
          </p:nvSpPr>
          <p:spPr>
            <a:xfrm>
              <a:off x="2068920" y="221616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WW813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91" name=""/>
          <p:cNvGrpSpPr/>
          <p:nvPr/>
        </p:nvGrpSpPr>
        <p:grpSpPr>
          <a:xfrm>
            <a:off x="2346480" y="2362320"/>
            <a:ext cx="556920" cy="200520"/>
            <a:chOff x="2346480" y="2362320"/>
            <a:chExt cx="556920" cy="200520"/>
          </a:xfrm>
        </p:grpSpPr>
        <p:sp>
          <p:nvSpPr>
            <p:cNvPr id="1892" name=""/>
            <p:cNvSpPr/>
            <p:nvPr/>
          </p:nvSpPr>
          <p:spPr>
            <a:xfrm>
              <a:off x="2346480" y="238428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3" name=""/>
            <p:cNvSpPr/>
            <p:nvPr/>
          </p:nvSpPr>
          <p:spPr>
            <a:xfrm>
              <a:off x="2408760" y="23623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WW812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94" name=""/>
          <p:cNvGrpSpPr/>
          <p:nvPr/>
        </p:nvGrpSpPr>
        <p:grpSpPr>
          <a:xfrm>
            <a:off x="2685960" y="2506680"/>
            <a:ext cx="558720" cy="200520"/>
            <a:chOff x="2685960" y="2506680"/>
            <a:chExt cx="558720" cy="200520"/>
          </a:xfrm>
        </p:grpSpPr>
        <p:sp>
          <p:nvSpPr>
            <p:cNvPr id="1895" name=""/>
            <p:cNvSpPr/>
            <p:nvPr/>
          </p:nvSpPr>
          <p:spPr>
            <a:xfrm>
              <a:off x="2685960" y="2529000"/>
              <a:ext cx="828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6" name=""/>
            <p:cNvSpPr/>
            <p:nvPr/>
          </p:nvSpPr>
          <p:spPr>
            <a:xfrm>
              <a:off x="2750040" y="25066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97" name=""/>
          <p:cNvGrpSpPr/>
          <p:nvPr/>
        </p:nvGrpSpPr>
        <p:grpSpPr>
          <a:xfrm>
            <a:off x="3003480" y="2644920"/>
            <a:ext cx="577800" cy="200520"/>
            <a:chOff x="3003480" y="2644920"/>
            <a:chExt cx="577800" cy="200520"/>
          </a:xfrm>
        </p:grpSpPr>
        <p:sp>
          <p:nvSpPr>
            <p:cNvPr id="1898" name=""/>
            <p:cNvSpPr/>
            <p:nvPr/>
          </p:nvSpPr>
          <p:spPr>
            <a:xfrm>
              <a:off x="3003480" y="26575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9" name=""/>
            <p:cNvSpPr/>
            <p:nvPr/>
          </p:nvSpPr>
          <p:spPr>
            <a:xfrm>
              <a:off x="3086640" y="26449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WW919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0" name=""/>
          <p:cNvGrpSpPr/>
          <p:nvPr/>
        </p:nvGrpSpPr>
        <p:grpSpPr>
          <a:xfrm>
            <a:off x="3132000" y="2701800"/>
            <a:ext cx="543600" cy="200520"/>
            <a:chOff x="3132000" y="2701800"/>
            <a:chExt cx="543600" cy="200520"/>
          </a:xfrm>
        </p:grpSpPr>
        <p:sp>
          <p:nvSpPr>
            <p:cNvPr id="1901" name=""/>
            <p:cNvSpPr/>
            <p:nvPr/>
          </p:nvSpPr>
          <p:spPr>
            <a:xfrm>
              <a:off x="3132000" y="27147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2" name=""/>
            <p:cNvSpPr/>
            <p:nvPr/>
          </p:nvSpPr>
          <p:spPr>
            <a:xfrm>
              <a:off x="3249360" y="27018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CI11X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3" name=""/>
          <p:cNvGrpSpPr/>
          <p:nvPr/>
        </p:nvGrpSpPr>
        <p:grpSpPr>
          <a:xfrm>
            <a:off x="3459240" y="2841480"/>
            <a:ext cx="567720" cy="200520"/>
            <a:chOff x="3459240" y="2841480"/>
            <a:chExt cx="567720" cy="200520"/>
          </a:xfrm>
        </p:grpSpPr>
        <p:sp>
          <p:nvSpPr>
            <p:cNvPr id="1904" name=""/>
            <p:cNvSpPr/>
            <p:nvPr/>
          </p:nvSpPr>
          <p:spPr>
            <a:xfrm>
              <a:off x="3459240" y="28544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5" name=""/>
            <p:cNvSpPr/>
            <p:nvPr/>
          </p:nvSpPr>
          <p:spPr>
            <a:xfrm>
              <a:off x="3552120" y="284148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36DME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6" name=""/>
          <p:cNvGrpSpPr/>
          <p:nvPr/>
        </p:nvGrpSpPr>
        <p:grpSpPr>
          <a:xfrm>
            <a:off x="3684600" y="2941560"/>
            <a:ext cx="543240" cy="200520"/>
            <a:chOff x="3684600" y="2941560"/>
            <a:chExt cx="543240" cy="200520"/>
          </a:xfrm>
        </p:grpSpPr>
        <p:sp>
          <p:nvSpPr>
            <p:cNvPr id="1907" name=""/>
            <p:cNvSpPr/>
            <p:nvPr/>
          </p:nvSpPr>
          <p:spPr>
            <a:xfrm>
              <a:off x="3684600" y="294156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8" name=""/>
            <p:cNvSpPr/>
            <p:nvPr/>
          </p:nvSpPr>
          <p:spPr>
            <a:xfrm>
              <a:off x="3801600" y="29415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9" name=""/>
          <p:cNvGrpSpPr/>
          <p:nvPr/>
        </p:nvGrpSpPr>
        <p:grpSpPr>
          <a:xfrm>
            <a:off x="5715000" y="4191120"/>
            <a:ext cx="461880" cy="200520"/>
            <a:chOff x="5715000" y="4191120"/>
            <a:chExt cx="461880" cy="200520"/>
          </a:xfrm>
        </p:grpSpPr>
        <p:sp>
          <p:nvSpPr>
            <p:cNvPr id="1910" name=""/>
            <p:cNvSpPr/>
            <p:nvPr/>
          </p:nvSpPr>
          <p:spPr>
            <a:xfrm>
              <a:off x="5715000" y="420696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1" name=""/>
            <p:cNvSpPr/>
            <p:nvPr/>
          </p:nvSpPr>
          <p:spPr>
            <a:xfrm>
              <a:off x="583920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12" name=""/>
          <p:cNvGrpSpPr/>
          <p:nvPr/>
        </p:nvGrpSpPr>
        <p:grpSpPr>
          <a:xfrm>
            <a:off x="7467480" y="5638680"/>
            <a:ext cx="460080" cy="200520"/>
            <a:chOff x="7467480" y="5638680"/>
            <a:chExt cx="460080" cy="200520"/>
          </a:xfrm>
        </p:grpSpPr>
        <p:sp>
          <p:nvSpPr>
            <p:cNvPr id="1913" name=""/>
            <p:cNvSpPr/>
            <p:nvPr/>
          </p:nvSpPr>
          <p:spPr>
            <a:xfrm>
              <a:off x="7467480" y="5653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4" name=""/>
            <p:cNvSpPr/>
            <p:nvPr/>
          </p:nvSpPr>
          <p:spPr>
            <a:xfrm>
              <a:off x="758988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15" name=""/>
          <p:cNvGrpSpPr/>
          <p:nvPr/>
        </p:nvGrpSpPr>
        <p:grpSpPr>
          <a:xfrm>
            <a:off x="2590920" y="1905120"/>
            <a:ext cx="461520" cy="200520"/>
            <a:chOff x="2590920" y="1905120"/>
            <a:chExt cx="461520" cy="200520"/>
          </a:xfrm>
        </p:grpSpPr>
        <p:sp>
          <p:nvSpPr>
            <p:cNvPr id="1916" name=""/>
            <p:cNvSpPr/>
            <p:nvPr/>
          </p:nvSpPr>
          <p:spPr>
            <a:xfrm>
              <a:off x="2590920" y="19209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7" name=""/>
            <p:cNvSpPr/>
            <p:nvPr/>
          </p:nvSpPr>
          <p:spPr>
            <a:xfrm>
              <a:off x="271476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18" name=""/>
          <p:cNvGrpSpPr/>
          <p:nvPr/>
        </p:nvGrpSpPr>
        <p:grpSpPr>
          <a:xfrm>
            <a:off x="5257800" y="5486400"/>
            <a:ext cx="461880" cy="200520"/>
            <a:chOff x="5257800" y="5486400"/>
            <a:chExt cx="461880" cy="200520"/>
          </a:xfrm>
        </p:grpSpPr>
        <p:sp>
          <p:nvSpPr>
            <p:cNvPr id="1919" name=""/>
            <p:cNvSpPr/>
            <p:nvPr/>
          </p:nvSpPr>
          <p:spPr>
            <a:xfrm>
              <a:off x="5257800" y="55022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0" name=""/>
            <p:cNvSpPr/>
            <p:nvPr/>
          </p:nvSpPr>
          <p:spPr>
            <a:xfrm>
              <a:off x="538200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21" name=""/>
          <p:cNvGrpSpPr/>
          <p:nvPr/>
        </p:nvGrpSpPr>
        <p:grpSpPr>
          <a:xfrm>
            <a:off x="7115040" y="2870280"/>
            <a:ext cx="467280" cy="200520"/>
            <a:chOff x="7115040" y="2870280"/>
            <a:chExt cx="467280" cy="200520"/>
          </a:xfrm>
        </p:grpSpPr>
        <p:sp>
          <p:nvSpPr>
            <p:cNvPr id="1922" name=""/>
            <p:cNvSpPr/>
            <p:nvPr/>
          </p:nvSpPr>
          <p:spPr>
            <a:xfrm>
              <a:off x="7115040" y="2886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3" name=""/>
            <p:cNvSpPr/>
            <p:nvPr/>
          </p:nvSpPr>
          <p:spPr>
            <a:xfrm>
              <a:off x="7244640" y="2870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24" name=""/>
          <p:cNvGrpSpPr/>
          <p:nvPr/>
        </p:nvGrpSpPr>
        <p:grpSpPr>
          <a:xfrm>
            <a:off x="1219320" y="2971800"/>
            <a:ext cx="460080" cy="200520"/>
            <a:chOff x="1219320" y="2971800"/>
            <a:chExt cx="460080" cy="200520"/>
          </a:xfrm>
        </p:grpSpPr>
        <p:sp>
          <p:nvSpPr>
            <p:cNvPr id="1925" name=""/>
            <p:cNvSpPr/>
            <p:nvPr/>
          </p:nvSpPr>
          <p:spPr>
            <a:xfrm>
              <a:off x="1219320" y="2987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6" name=""/>
            <p:cNvSpPr/>
            <p:nvPr/>
          </p:nvSpPr>
          <p:spPr>
            <a:xfrm>
              <a:off x="134172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27" name=""/>
          <p:cNvGrpSpPr/>
          <p:nvPr/>
        </p:nvGrpSpPr>
        <p:grpSpPr>
          <a:xfrm>
            <a:off x="8299440" y="3605040"/>
            <a:ext cx="467280" cy="200520"/>
            <a:chOff x="8299440" y="3605040"/>
            <a:chExt cx="467280" cy="200520"/>
          </a:xfrm>
        </p:grpSpPr>
        <p:sp>
          <p:nvSpPr>
            <p:cNvPr id="1928" name=""/>
            <p:cNvSpPr/>
            <p:nvPr/>
          </p:nvSpPr>
          <p:spPr>
            <a:xfrm>
              <a:off x="8299440" y="3621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9" name=""/>
            <p:cNvSpPr/>
            <p:nvPr/>
          </p:nvSpPr>
          <p:spPr>
            <a:xfrm>
              <a:off x="8429040" y="3605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0" name=""/>
          <p:cNvGrpSpPr/>
          <p:nvPr/>
        </p:nvGrpSpPr>
        <p:grpSpPr>
          <a:xfrm>
            <a:off x="2286000" y="2971800"/>
            <a:ext cx="460080" cy="200520"/>
            <a:chOff x="2286000" y="2971800"/>
            <a:chExt cx="460080" cy="200520"/>
          </a:xfrm>
        </p:grpSpPr>
        <p:sp>
          <p:nvSpPr>
            <p:cNvPr id="1931" name=""/>
            <p:cNvSpPr/>
            <p:nvPr/>
          </p:nvSpPr>
          <p:spPr>
            <a:xfrm>
              <a:off x="2286000" y="298764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2" name=""/>
            <p:cNvSpPr/>
            <p:nvPr/>
          </p:nvSpPr>
          <p:spPr>
            <a:xfrm>
              <a:off x="240840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3" name=""/>
          <p:cNvGrpSpPr/>
          <p:nvPr/>
        </p:nvGrpSpPr>
        <p:grpSpPr>
          <a:xfrm>
            <a:off x="1447920" y="1752480"/>
            <a:ext cx="461160" cy="200520"/>
            <a:chOff x="1447920" y="1752480"/>
            <a:chExt cx="461160" cy="200520"/>
          </a:xfrm>
        </p:grpSpPr>
        <p:sp>
          <p:nvSpPr>
            <p:cNvPr id="1934" name=""/>
            <p:cNvSpPr/>
            <p:nvPr/>
          </p:nvSpPr>
          <p:spPr>
            <a:xfrm>
              <a:off x="1447920" y="17665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5" name=""/>
            <p:cNvSpPr/>
            <p:nvPr/>
          </p:nvSpPr>
          <p:spPr>
            <a:xfrm>
              <a:off x="157140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6" name=""/>
          <p:cNvGrpSpPr/>
          <p:nvPr/>
        </p:nvGrpSpPr>
        <p:grpSpPr>
          <a:xfrm>
            <a:off x="3429000" y="2133720"/>
            <a:ext cx="461520" cy="200520"/>
            <a:chOff x="3429000" y="2133720"/>
            <a:chExt cx="461520" cy="200520"/>
          </a:xfrm>
        </p:grpSpPr>
        <p:sp>
          <p:nvSpPr>
            <p:cNvPr id="1937" name=""/>
            <p:cNvSpPr/>
            <p:nvPr/>
          </p:nvSpPr>
          <p:spPr>
            <a:xfrm>
              <a:off x="3429000" y="21495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8" name=""/>
            <p:cNvSpPr/>
            <p:nvPr/>
          </p:nvSpPr>
          <p:spPr>
            <a:xfrm>
              <a:off x="355284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9" name=""/>
          <p:cNvGrpSpPr/>
          <p:nvPr/>
        </p:nvGrpSpPr>
        <p:grpSpPr>
          <a:xfrm>
            <a:off x="6324480" y="838080"/>
            <a:ext cx="461880" cy="200520"/>
            <a:chOff x="6324480" y="838080"/>
            <a:chExt cx="461880" cy="200520"/>
          </a:xfrm>
        </p:grpSpPr>
        <p:sp>
          <p:nvSpPr>
            <p:cNvPr id="1940" name=""/>
            <p:cNvSpPr/>
            <p:nvPr/>
          </p:nvSpPr>
          <p:spPr>
            <a:xfrm>
              <a:off x="6324480" y="8539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1" name=""/>
            <p:cNvSpPr/>
            <p:nvPr/>
          </p:nvSpPr>
          <p:spPr>
            <a:xfrm>
              <a:off x="6448680" y="83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42" name=""/>
          <p:cNvGrpSpPr/>
          <p:nvPr/>
        </p:nvGrpSpPr>
        <p:grpSpPr>
          <a:xfrm>
            <a:off x="5913360" y="3278160"/>
            <a:ext cx="467280" cy="200520"/>
            <a:chOff x="5913360" y="3278160"/>
            <a:chExt cx="467280" cy="200520"/>
          </a:xfrm>
        </p:grpSpPr>
        <p:sp>
          <p:nvSpPr>
            <p:cNvPr id="1943" name=""/>
            <p:cNvSpPr/>
            <p:nvPr/>
          </p:nvSpPr>
          <p:spPr>
            <a:xfrm>
              <a:off x="5913360" y="32925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4" name=""/>
            <p:cNvSpPr/>
            <p:nvPr/>
          </p:nvSpPr>
          <p:spPr>
            <a:xfrm>
              <a:off x="6042960" y="3278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45" name=""/>
          <p:cNvGrpSpPr/>
          <p:nvPr/>
        </p:nvGrpSpPr>
        <p:grpSpPr>
          <a:xfrm>
            <a:off x="2286000" y="3962520"/>
            <a:ext cx="461880" cy="200520"/>
            <a:chOff x="2286000" y="3962520"/>
            <a:chExt cx="461880" cy="200520"/>
          </a:xfrm>
        </p:grpSpPr>
        <p:sp>
          <p:nvSpPr>
            <p:cNvPr id="1946" name=""/>
            <p:cNvSpPr/>
            <p:nvPr/>
          </p:nvSpPr>
          <p:spPr>
            <a:xfrm>
              <a:off x="2286000" y="3976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7" name=""/>
            <p:cNvSpPr/>
            <p:nvPr/>
          </p:nvSpPr>
          <p:spPr>
            <a:xfrm>
              <a:off x="241020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48" name=""/>
          <p:cNvGrpSpPr/>
          <p:nvPr/>
        </p:nvGrpSpPr>
        <p:grpSpPr>
          <a:xfrm>
            <a:off x="3944880" y="5083200"/>
            <a:ext cx="467280" cy="200520"/>
            <a:chOff x="3944880" y="5083200"/>
            <a:chExt cx="467280" cy="200520"/>
          </a:xfrm>
        </p:grpSpPr>
        <p:sp>
          <p:nvSpPr>
            <p:cNvPr id="1949" name=""/>
            <p:cNvSpPr/>
            <p:nvPr/>
          </p:nvSpPr>
          <p:spPr>
            <a:xfrm>
              <a:off x="3944880" y="509904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0" name=""/>
            <p:cNvSpPr/>
            <p:nvPr/>
          </p:nvSpPr>
          <p:spPr>
            <a:xfrm>
              <a:off x="4074480" y="508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51" name=""/>
          <p:cNvGrpSpPr/>
          <p:nvPr/>
        </p:nvGrpSpPr>
        <p:grpSpPr>
          <a:xfrm>
            <a:off x="4495680" y="2286000"/>
            <a:ext cx="461880" cy="200520"/>
            <a:chOff x="4495680" y="2286000"/>
            <a:chExt cx="461880" cy="200520"/>
          </a:xfrm>
        </p:grpSpPr>
        <p:sp>
          <p:nvSpPr>
            <p:cNvPr id="1952" name=""/>
            <p:cNvSpPr/>
            <p:nvPr/>
          </p:nvSpPr>
          <p:spPr>
            <a:xfrm>
              <a:off x="4495680" y="23018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3" name=""/>
            <p:cNvSpPr/>
            <p:nvPr/>
          </p:nvSpPr>
          <p:spPr>
            <a:xfrm>
              <a:off x="4619880" y="228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54" name=""/>
          <p:cNvGrpSpPr/>
          <p:nvPr/>
        </p:nvGrpSpPr>
        <p:grpSpPr>
          <a:xfrm>
            <a:off x="3657600" y="4038480"/>
            <a:ext cx="461880" cy="200520"/>
            <a:chOff x="3657600" y="4038480"/>
            <a:chExt cx="461880" cy="200520"/>
          </a:xfrm>
        </p:grpSpPr>
        <p:sp>
          <p:nvSpPr>
            <p:cNvPr id="1955" name=""/>
            <p:cNvSpPr/>
            <p:nvPr/>
          </p:nvSpPr>
          <p:spPr>
            <a:xfrm>
              <a:off x="3657600" y="40543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6" name=""/>
            <p:cNvSpPr/>
            <p:nvPr/>
          </p:nvSpPr>
          <p:spPr>
            <a:xfrm>
              <a:off x="378180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57" name=""/>
          <p:cNvGrpSpPr/>
          <p:nvPr/>
        </p:nvGrpSpPr>
        <p:grpSpPr>
          <a:xfrm>
            <a:off x="6296040" y="5122800"/>
            <a:ext cx="468720" cy="200520"/>
            <a:chOff x="6296040" y="5122800"/>
            <a:chExt cx="468720" cy="200520"/>
          </a:xfrm>
        </p:grpSpPr>
        <p:sp>
          <p:nvSpPr>
            <p:cNvPr id="1958" name=""/>
            <p:cNvSpPr/>
            <p:nvPr/>
          </p:nvSpPr>
          <p:spPr>
            <a:xfrm>
              <a:off x="6296040" y="5137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9" name=""/>
            <p:cNvSpPr/>
            <p:nvPr/>
          </p:nvSpPr>
          <p:spPr>
            <a:xfrm>
              <a:off x="6427080" y="5122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0" name=""/>
          <p:cNvGrpSpPr/>
          <p:nvPr/>
        </p:nvGrpSpPr>
        <p:grpSpPr>
          <a:xfrm>
            <a:off x="1981080" y="6172200"/>
            <a:ext cx="460080" cy="200520"/>
            <a:chOff x="1981080" y="6172200"/>
            <a:chExt cx="460080" cy="200520"/>
          </a:xfrm>
        </p:grpSpPr>
        <p:sp>
          <p:nvSpPr>
            <p:cNvPr id="1961" name=""/>
            <p:cNvSpPr/>
            <p:nvPr/>
          </p:nvSpPr>
          <p:spPr>
            <a:xfrm>
              <a:off x="1981080" y="618804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2" name=""/>
            <p:cNvSpPr/>
            <p:nvPr/>
          </p:nvSpPr>
          <p:spPr>
            <a:xfrm>
              <a:off x="210348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3" name=""/>
          <p:cNvGrpSpPr/>
          <p:nvPr/>
        </p:nvGrpSpPr>
        <p:grpSpPr>
          <a:xfrm>
            <a:off x="4724280" y="3352680"/>
            <a:ext cx="461880" cy="200520"/>
            <a:chOff x="4724280" y="3352680"/>
            <a:chExt cx="461880" cy="200520"/>
          </a:xfrm>
        </p:grpSpPr>
        <p:sp>
          <p:nvSpPr>
            <p:cNvPr id="1964" name=""/>
            <p:cNvSpPr/>
            <p:nvPr/>
          </p:nvSpPr>
          <p:spPr>
            <a:xfrm>
              <a:off x="4724280" y="3367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5" name=""/>
            <p:cNvSpPr/>
            <p:nvPr/>
          </p:nvSpPr>
          <p:spPr>
            <a:xfrm>
              <a:off x="4848480" y="3352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6" name=""/>
          <p:cNvGrpSpPr/>
          <p:nvPr/>
        </p:nvGrpSpPr>
        <p:grpSpPr>
          <a:xfrm>
            <a:off x="1143000" y="4800600"/>
            <a:ext cx="461880" cy="200520"/>
            <a:chOff x="1143000" y="4800600"/>
            <a:chExt cx="461880" cy="200520"/>
          </a:xfrm>
        </p:grpSpPr>
        <p:sp>
          <p:nvSpPr>
            <p:cNvPr id="1967" name=""/>
            <p:cNvSpPr/>
            <p:nvPr/>
          </p:nvSpPr>
          <p:spPr>
            <a:xfrm>
              <a:off x="1143000" y="4816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8" name=""/>
            <p:cNvSpPr/>
            <p:nvPr/>
          </p:nvSpPr>
          <p:spPr>
            <a:xfrm>
              <a:off x="1267200" y="4800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69" name="Rounded Rectangle 1968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1970" name="Oval 1969"/>
          <p:cNvSpPr/>
          <p:nvPr/>
        </p:nvSpPr>
        <p:spPr>
          <a:xfrm>
            <a:off x="5663421" y="41542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Oval 1970"/>
          <p:cNvSpPr/>
          <p:nvPr/>
        </p:nvSpPr>
        <p:spPr>
          <a:xfrm>
            <a:off x="5693421" y="41842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972" name="Rounded Rectangle 1971"/>
          <p:cNvSpPr/>
          <p:nvPr/>
        </p:nvSpPr>
        <p:spPr>
          <a:xfrm>
            <a:off x="5863421" y="41692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973" name="Oval 1972"/>
          <p:cNvSpPr/>
          <p:nvPr/>
        </p:nvSpPr>
        <p:spPr>
          <a:xfrm>
            <a:off x="7415000" y="56015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Oval 1973"/>
          <p:cNvSpPr/>
          <p:nvPr/>
        </p:nvSpPr>
        <p:spPr>
          <a:xfrm>
            <a:off x="7445000" y="56315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975" name="Rounded Rectangle 1974"/>
          <p:cNvSpPr/>
          <p:nvPr/>
        </p:nvSpPr>
        <p:spPr>
          <a:xfrm>
            <a:off x="7615000" y="56165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976" name="Oval 1975"/>
          <p:cNvSpPr/>
          <p:nvPr/>
        </p:nvSpPr>
        <p:spPr>
          <a:xfrm>
            <a:off x="2539342" y="186848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Oval 1976"/>
          <p:cNvSpPr/>
          <p:nvPr/>
        </p:nvSpPr>
        <p:spPr>
          <a:xfrm>
            <a:off x="2569342" y="189848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978" name="Rounded Rectangle 1977"/>
          <p:cNvSpPr/>
          <p:nvPr/>
        </p:nvSpPr>
        <p:spPr>
          <a:xfrm>
            <a:off x="2739342" y="188348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979" name="Oval 1978"/>
          <p:cNvSpPr/>
          <p:nvPr/>
        </p:nvSpPr>
        <p:spPr>
          <a:xfrm>
            <a:off x="5206219" y="544994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Oval 1979"/>
          <p:cNvSpPr/>
          <p:nvPr/>
        </p:nvSpPr>
        <p:spPr>
          <a:xfrm>
            <a:off x="5236219" y="547994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981" name="Rounded Rectangle 1980"/>
          <p:cNvSpPr/>
          <p:nvPr/>
        </p:nvSpPr>
        <p:spPr>
          <a:xfrm>
            <a:off x="5406219" y="546494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982" name="Oval 1981"/>
          <p:cNvSpPr/>
          <p:nvPr/>
        </p:nvSpPr>
        <p:spPr>
          <a:xfrm>
            <a:off x="7062744" y="28345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Oval 1982"/>
          <p:cNvSpPr/>
          <p:nvPr/>
        </p:nvSpPr>
        <p:spPr>
          <a:xfrm>
            <a:off x="7092744" y="28645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984" name="Rounded Rectangle 1983"/>
          <p:cNvSpPr/>
          <p:nvPr/>
        </p:nvSpPr>
        <p:spPr>
          <a:xfrm>
            <a:off x="7262744" y="28495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985" name="Oval 1984"/>
          <p:cNvSpPr/>
          <p:nvPr/>
        </p:nvSpPr>
        <p:spPr>
          <a:xfrm>
            <a:off x="1166843" y="293606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Oval 1985"/>
          <p:cNvSpPr/>
          <p:nvPr/>
        </p:nvSpPr>
        <p:spPr>
          <a:xfrm>
            <a:off x="1196843" y="296606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987" name="Rounded Rectangle 1986"/>
          <p:cNvSpPr/>
          <p:nvPr/>
        </p:nvSpPr>
        <p:spPr>
          <a:xfrm>
            <a:off x="1366843" y="295106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988" name="Oval 1987"/>
          <p:cNvSpPr/>
          <p:nvPr/>
        </p:nvSpPr>
        <p:spPr>
          <a:xfrm>
            <a:off x="8247146" y="356966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Oval 1988"/>
          <p:cNvSpPr/>
          <p:nvPr/>
        </p:nvSpPr>
        <p:spPr>
          <a:xfrm>
            <a:off x="8277146" y="359966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990" name="Rounded Rectangle 1989"/>
          <p:cNvSpPr/>
          <p:nvPr/>
        </p:nvSpPr>
        <p:spPr>
          <a:xfrm>
            <a:off x="8447146" y="358466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991" name="Oval 1990"/>
          <p:cNvSpPr/>
          <p:nvPr/>
        </p:nvSpPr>
        <p:spPr>
          <a:xfrm>
            <a:off x="2233520" y="29353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Oval 1991"/>
          <p:cNvSpPr/>
          <p:nvPr/>
        </p:nvSpPr>
        <p:spPr>
          <a:xfrm>
            <a:off x="2263520" y="29653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993" name="Rounded Rectangle 1992"/>
          <p:cNvSpPr/>
          <p:nvPr/>
        </p:nvSpPr>
        <p:spPr>
          <a:xfrm>
            <a:off x="2433520" y="29503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994" name="Oval 1993"/>
          <p:cNvSpPr/>
          <p:nvPr/>
        </p:nvSpPr>
        <p:spPr>
          <a:xfrm>
            <a:off x="1396165" y="171494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Oval 1994"/>
          <p:cNvSpPr/>
          <p:nvPr/>
        </p:nvSpPr>
        <p:spPr>
          <a:xfrm>
            <a:off x="1426165" y="174494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996" name="Rounded Rectangle 1995"/>
          <p:cNvSpPr/>
          <p:nvPr/>
        </p:nvSpPr>
        <p:spPr>
          <a:xfrm>
            <a:off x="1596165" y="172994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997" name="Oval 1996"/>
          <p:cNvSpPr/>
          <p:nvPr/>
        </p:nvSpPr>
        <p:spPr>
          <a:xfrm>
            <a:off x="3377422" y="20970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Oval 1997"/>
          <p:cNvSpPr/>
          <p:nvPr/>
        </p:nvSpPr>
        <p:spPr>
          <a:xfrm>
            <a:off x="3407422" y="21270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999" name="Rounded Rectangle 1998"/>
          <p:cNvSpPr/>
          <p:nvPr/>
        </p:nvSpPr>
        <p:spPr>
          <a:xfrm>
            <a:off x="3577422" y="21120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000" name="Oval 1999"/>
          <p:cNvSpPr/>
          <p:nvPr/>
        </p:nvSpPr>
        <p:spPr>
          <a:xfrm>
            <a:off x="6272904" y="8014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Oval 2000"/>
          <p:cNvSpPr/>
          <p:nvPr/>
        </p:nvSpPr>
        <p:spPr>
          <a:xfrm>
            <a:off x="6302904" y="8314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002" name="Rounded Rectangle 2001"/>
          <p:cNvSpPr/>
          <p:nvPr/>
        </p:nvSpPr>
        <p:spPr>
          <a:xfrm>
            <a:off x="6472904" y="8164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003" name="Oval 2002"/>
          <p:cNvSpPr/>
          <p:nvPr/>
        </p:nvSpPr>
        <p:spPr>
          <a:xfrm>
            <a:off x="5861064" y="324098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Oval 2003"/>
          <p:cNvSpPr/>
          <p:nvPr/>
        </p:nvSpPr>
        <p:spPr>
          <a:xfrm>
            <a:off x="5891064" y="327098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005" name="Rounded Rectangle 2004"/>
          <p:cNvSpPr/>
          <p:nvPr/>
        </p:nvSpPr>
        <p:spPr>
          <a:xfrm>
            <a:off x="6061064" y="325598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006" name="Oval 2005"/>
          <p:cNvSpPr/>
          <p:nvPr/>
        </p:nvSpPr>
        <p:spPr>
          <a:xfrm>
            <a:off x="2234423" y="392498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Oval 2006"/>
          <p:cNvSpPr/>
          <p:nvPr/>
        </p:nvSpPr>
        <p:spPr>
          <a:xfrm>
            <a:off x="2264423" y="395498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008" name="Rounded Rectangle 2007"/>
          <p:cNvSpPr/>
          <p:nvPr/>
        </p:nvSpPr>
        <p:spPr>
          <a:xfrm>
            <a:off x="2434423" y="393998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009" name="Oval 2008"/>
          <p:cNvSpPr/>
          <p:nvPr/>
        </p:nvSpPr>
        <p:spPr>
          <a:xfrm>
            <a:off x="3892579" y="50467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Oval 2009"/>
          <p:cNvSpPr/>
          <p:nvPr/>
        </p:nvSpPr>
        <p:spPr>
          <a:xfrm>
            <a:off x="3922579" y="50767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011" name="Rounded Rectangle 2010"/>
          <p:cNvSpPr/>
          <p:nvPr/>
        </p:nvSpPr>
        <p:spPr>
          <a:xfrm>
            <a:off x="4092579" y="50617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012" name="Oval 2011"/>
          <p:cNvSpPr/>
          <p:nvPr/>
        </p:nvSpPr>
        <p:spPr>
          <a:xfrm>
            <a:off x="4444099" y="22495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Oval 2012"/>
          <p:cNvSpPr/>
          <p:nvPr/>
        </p:nvSpPr>
        <p:spPr>
          <a:xfrm>
            <a:off x="4474099" y="22795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014" name="Rounded Rectangle 2013"/>
          <p:cNvSpPr/>
          <p:nvPr/>
        </p:nvSpPr>
        <p:spPr>
          <a:xfrm>
            <a:off x="4644099" y="22645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015" name="Oval 2014"/>
          <p:cNvSpPr/>
          <p:nvPr/>
        </p:nvSpPr>
        <p:spPr>
          <a:xfrm>
            <a:off x="3606019" y="400202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Oval 2015"/>
          <p:cNvSpPr/>
          <p:nvPr/>
        </p:nvSpPr>
        <p:spPr>
          <a:xfrm>
            <a:off x="3636019" y="403202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017" name="Rounded Rectangle 2016"/>
          <p:cNvSpPr/>
          <p:nvPr/>
        </p:nvSpPr>
        <p:spPr>
          <a:xfrm>
            <a:off x="3806019" y="401702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018" name="Oval 2017"/>
          <p:cNvSpPr/>
          <p:nvPr/>
        </p:nvSpPr>
        <p:spPr>
          <a:xfrm>
            <a:off x="6244466" y="508562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Oval 2018"/>
          <p:cNvSpPr/>
          <p:nvPr/>
        </p:nvSpPr>
        <p:spPr>
          <a:xfrm>
            <a:off x="6274466" y="511562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020" name="Rounded Rectangle 2019"/>
          <p:cNvSpPr/>
          <p:nvPr/>
        </p:nvSpPr>
        <p:spPr>
          <a:xfrm>
            <a:off x="6444466" y="510062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021" name="Oval 2020"/>
          <p:cNvSpPr/>
          <p:nvPr/>
        </p:nvSpPr>
        <p:spPr>
          <a:xfrm>
            <a:off x="1928786" y="61357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Oval 2021"/>
          <p:cNvSpPr/>
          <p:nvPr/>
        </p:nvSpPr>
        <p:spPr>
          <a:xfrm>
            <a:off x="1958786" y="61657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023" name="Rounded Rectangle 2022"/>
          <p:cNvSpPr/>
          <p:nvPr/>
        </p:nvSpPr>
        <p:spPr>
          <a:xfrm>
            <a:off x="2128786" y="61507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024" name="Oval 2023"/>
          <p:cNvSpPr/>
          <p:nvPr/>
        </p:nvSpPr>
        <p:spPr>
          <a:xfrm>
            <a:off x="4672703" y="331550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Oval 2024"/>
          <p:cNvSpPr/>
          <p:nvPr/>
        </p:nvSpPr>
        <p:spPr>
          <a:xfrm>
            <a:off x="4702703" y="334550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026" name="Rounded Rectangle 2025"/>
          <p:cNvSpPr/>
          <p:nvPr/>
        </p:nvSpPr>
        <p:spPr>
          <a:xfrm>
            <a:off x="4872703" y="333050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027" name="Oval 2026"/>
          <p:cNvSpPr/>
          <p:nvPr/>
        </p:nvSpPr>
        <p:spPr>
          <a:xfrm>
            <a:off x="1091423" y="47648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Oval 2027"/>
          <p:cNvSpPr/>
          <p:nvPr/>
        </p:nvSpPr>
        <p:spPr>
          <a:xfrm>
            <a:off x="1121423" y="47948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029" name="Rounded Rectangle 2028"/>
          <p:cNvSpPr/>
          <p:nvPr/>
        </p:nvSpPr>
        <p:spPr>
          <a:xfrm>
            <a:off x="1291423" y="47798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"/>
          <p:cNvSpPr/>
          <p:nvPr/>
        </p:nvSpPr>
        <p:spPr>
          <a:xfrm>
            <a:off x="3044520" y="50760"/>
            <a:ext cx="30549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20: LOWW | RWY 34 | STAR LANU5W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0" name=""/>
          <p:cNvSpPr/>
          <p:nvPr/>
        </p:nvSpPr>
        <p:spPr>
          <a:xfrm>
            <a:off x="2827440" y="1639800"/>
            <a:ext cx="1135080" cy="1305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1" name=""/>
          <p:cNvSpPr/>
          <p:nvPr/>
        </p:nvSpPr>
        <p:spPr>
          <a:xfrm>
            <a:off x="3962520" y="2944800"/>
            <a:ext cx="1344600" cy="515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2" name=""/>
          <p:cNvSpPr/>
          <p:nvPr/>
        </p:nvSpPr>
        <p:spPr>
          <a:xfrm>
            <a:off x="5307120" y="3460680"/>
            <a:ext cx="734760" cy="762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3" name=""/>
          <p:cNvSpPr/>
          <p:nvPr/>
        </p:nvSpPr>
        <p:spPr>
          <a:xfrm>
            <a:off x="6041880" y="4222800"/>
            <a:ext cx="41400" cy="1147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4" name=""/>
          <p:cNvSpPr/>
          <p:nvPr/>
        </p:nvSpPr>
        <p:spPr>
          <a:xfrm flipV="1">
            <a:off x="6083280" y="4868640"/>
            <a:ext cx="233280" cy="501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5" name=""/>
          <p:cNvSpPr/>
          <p:nvPr/>
        </p:nvSpPr>
        <p:spPr>
          <a:xfrm flipH="1" flipV="1">
            <a:off x="6135840" y="4346280"/>
            <a:ext cx="180720" cy="52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6" name=""/>
          <p:cNvSpPr/>
          <p:nvPr/>
        </p:nvSpPr>
        <p:spPr>
          <a:xfrm flipH="1" flipV="1">
            <a:off x="6076800" y="4160880"/>
            <a:ext cx="59040" cy="185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7" name=""/>
          <p:cNvSpPr/>
          <p:nvPr/>
        </p:nvSpPr>
        <p:spPr>
          <a:xfrm flipH="1" flipV="1">
            <a:off x="6009840" y="3971520"/>
            <a:ext cx="66600" cy="189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8" name=""/>
          <p:cNvSpPr/>
          <p:nvPr/>
        </p:nvSpPr>
        <p:spPr>
          <a:xfrm flipH="1" flipV="1">
            <a:off x="5913000" y="3691080"/>
            <a:ext cx="96840" cy="280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79" name=""/>
          <p:cNvGrpSpPr/>
          <p:nvPr/>
        </p:nvGrpSpPr>
        <p:grpSpPr>
          <a:xfrm>
            <a:off x="2763720" y="1576440"/>
            <a:ext cx="597960" cy="200520"/>
            <a:chOff x="2763720" y="1576440"/>
            <a:chExt cx="597960" cy="200520"/>
          </a:xfrm>
        </p:grpSpPr>
        <p:sp>
          <p:nvSpPr>
            <p:cNvPr id="1980" name=""/>
            <p:cNvSpPr/>
            <p:nvPr/>
          </p:nvSpPr>
          <p:spPr>
            <a:xfrm>
              <a:off x="276372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1" name=""/>
            <p:cNvSpPr/>
            <p:nvPr/>
          </p:nvSpPr>
          <p:spPr>
            <a:xfrm>
              <a:off x="2877840" y="157644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LANUX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82" name=""/>
          <p:cNvGrpSpPr/>
          <p:nvPr/>
        </p:nvGrpSpPr>
        <p:grpSpPr>
          <a:xfrm>
            <a:off x="3911760" y="2881440"/>
            <a:ext cx="577440" cy="200520"/>
            <a:chOff x="3911760" y="2881440"/>
            <a:chExt cx="577440" cy="200520"/>
          </a:xfrm>
        </p:grpSpPr>
        <p:sp>
          <p:nvSpPr>
            <p:cNvPr id="1983" name=""/>
            <p:cNvSpPr/>
            <p:nvPr/>
          </p:nvSpPr>
          <p:spPr>
            <a:xfrm>
              <a:off x="3911760" y="2894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4" name=""/>
            <p:cNvSpPr/>
            <p:nvPr/>
          </p:nvSpPr>
          <p:spPr>
            <a:xfrm>
              <a:off x="3994560" y="28814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NERDU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85" name=""/>
          <p:cNvGrpSpPr/>
          <p:nvPr/>
        </p:nvGrpSpPr>
        <p:grpSpPr>
          <a:xfrm>
            <a:off x="5256360" y="3397320"/>
            <a:ext cx="577440" cy="200520"/>
            <a:chOff x="5256360" y="3397320"/>
            <a:chExt cx="577440" cy="200520"/>
          </a:xfrm>
        </p:grpSpPr>
        <p:sp>
          <p:nvSpPr>
            <p:cNvPr id="1986" name=""/>
            <p:cNvSpPr/>
            <p:nvPr/>
          </p:nvSpPr>
          <p:spPr>
            <a:xfrm>
              <a:off x="5256360" y="34099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7" name=""/>
            <p:cNvSpPr/>
            <p:nvPr/>
          </p:nvSpPr>
          <p:spPr>
            <a:xfrm>
              <a:off x="5339160" y="33973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WW925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88" name=""/>
          <p:cNvGrpSpPr/>
          <p:nvPr/>
        </p:nvGrpSpPr>
        <p:grpSpPr>
          <a:xfrm>
            <a:off x="5991120" y="4159080"/>
            <a:ext cx="577800" cy="200520"/>
            <a:chOff x="5991120" y="4159080"/>
            <a:chExt cx="577800" cy="200520"/>
          </a:xfrm>
        </p:grpSpPr>
        <p:sp>
          <p:nvSpPr>
            <p:cNvPr id="1989" name=""/>
            <p:cNvSpPr/>
            <p:nvPr/>
          </p:nvSpPr>
          <p:spPr>
            <a:xfrm>
              <a:off x="5991120" y="41720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0" name=""/>
            <p:cNvSpPr/>
            <p:nvPr/>
          </p:nvSpPr>
          <p:spPr>
            <a:xfrm>
              <a:off x="6074280" y="41590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WW926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1" name=""/>
          <p:cNvGrpSpPr/>
          <p:nvPr/>
        </p:nvGrpSpPr>
        <p:grpSpPr>
          <a:xfrm>
            <a:off x="6041880" y="5307120"/>
            <a:ext cx="557280" cy="200520"/>
            <a:chOff x="6041880" y="5307120"/>
            <a:chExt cx="557280" cy="200520"/>
          </a:xfrm>
        </p:grpSpPr>
        <p:sp>
          <p:nvSpPr>
            <p:cNvPr id="1992" name=""/>
            <p:cNvSpPr/>
            <p:nvPr/>
          </p:nvSpPr>
          <p:spPr>
            <a:xfrm>
              <a:off x="6041880" y="53308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3" name=""/>
            <p:cNvSpPr/>
            <p:nvPr/>
          </p:nvSpPr>
          <p:spPr>
            <a:xfrm>
              <a:off x="6104520" y="53071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WW927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4" name=""/>
          <p:cNvGrpSpPr/>
          <p:nvPr/>
        </p:nvGrpSpPr>
        <p:grpSpPr>
          <a:xfrm>
            <a:off x="6275520" y="4805280"/>
            <a:ext cx="558360" cy="200520"/>
            <a:chOff x="6275520" y="4805280"/>
            <a:chExt cx="558360" cy="200520"/>
          </a:xfrm>
        </p:grpSpPr>
        <p:sp>
          <p:nvSpPr>
            <p:cNvPr id="1995" name=""/>
            <p:cNvSpPr/>
            <p:nvPr/>
          </p:nvSpPr>
          <p:spPr>
            <a:xfrm>
              <a:off x="6275520" y="482904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6" name=""/>
            <p:cNvSpPr/>
            <p:nvPr/>
          </p:nvSpPr>
          <p:spPr>
            <a:xfrm>
              <a:off x="6339240" y="48052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WW924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7" name=""/>
          <p:cNvGrpSpPr/>
          <p:nvPr/>
        </p:nvGrpSpPr>
        <p:grpSpPr>
          <a:xfrm>
            <a:off x="6095880" y="4282920"/>
            <a:ext cx="557280" cy="200520"/>
            <a:chOff x="6095880" y="4282920"/>
            <a:chExt cx="557280" cy="200520"/>
          </a:xfrm>
        </p:grpSpPr>
        <p:sp>
          <p:nvSpPr>
            <p:cNvPr id="1998" name=""/>
            <p:cNvSpPr/>
            <p:nvPr/>
          </p:nvSpPr>
          <p:spPr>
            <a:xfrm>
              <a:off x="6095880" y="43052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9" name=""/>
            <p:cNvSpPr/>
            <p:nvPr/>
          </p:nvSpPr>
          <p:spPr>
            <a:xfrm>
              <a:off x="6158520" y="42829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WW834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0" name=""/>
          <p:cNvGrpSpPr/>
          <p:nvPr/>
        </p:nvGrpSpPr>
        <p:grpSpPr>
          <a:xfrm>
            <a:off x="6035760" y="4097160"/>
            <a:ext cx="467280" cy="200520"/>
            <a:chOff x="6035760" y="4097160"/>
            <a:chExt cx="467280" cy="200520"/>
          </a:xfrm>
        </p:grpSpPr>
        <p:sp>
          <p:nvSpPr>
            <p:cNvPr id="2001" name=""/>
            <p:cNvSpPr/>
            <p:nvPr/>
          </p:nvSpPr>
          <p:spPr>
            <a:xfrm>
              <a:off x="6035760" y="41212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2" name=""/>
            <p:cNvSpPr/>
            <p:nvPr/>
          </p:nvSpPr>
          <p:spPr>
            <a:xfrm>
              <a:off x="6136560" y="409716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CI34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3" name=""/>
          <p:cNvGrpSpPr/>
          <p:nvPr/>
        </p:nvGrpSpPr>
        <p:grpSpPr>
          <a:xfrm>
            <a:off x="5970600" y="3908520"/>
            <a:ext cx="494280" cy="200520"/>
            <a:chOff x="5970600" y="3908520"/>
            <a:chExt cx="494280" cy="200520"/>
          </a:xfrm>
        </p:grpSpPr>
        <p:sp>
          <p:nvSpPr>
            <p:cNvPr id="2004" name=""/>
            <p:cNvSpPr/>
            <p:nvPr/>
          </p:nvSpPr>
          <p:spPr>
            <a:xfrm>
              <a:off x="5970600" y="39304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5" name=""/>
            <p:cNvSpPr/>
            <p:nvPr/>
          </p:nvSpPr>
          <p:spPr>
            <a:xfrm>
              <a:off x="6044760" y="390852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OM34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6" name=""/>
          <p:cNvGrpSpPr/>
          <p:nvPr/>
        </p:nvGrpSpPr>
        <p:grpSpPr>
          <a:xfrm>
            <a:off x="5850000" y="3627360"/>
            <a:ext cx="543240" cy="200520"/>
            <a:chOff x="5850000" y="3627360"/>
            <a:chExt cx="543240" cy="200520"/>
          </a:xfrm>
        </p:grpSpPr>
        <p:sp>
          <p:nvSpPr>
            <p:cNvPr id="2007" name=""/>
            <p:cNvSpPr/>
            <p:nvPr/>
          </p:nvSpPr>
          <p:spPr>
            <a:xfrm>
              <a:off x="5850000" y="362736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8" name=""/>
            <p:cNvSpPr/>
            <p:nvPr/>
          </p:nvSpPr>
          <p:spPr>
            <a:xfrm>
              <a:off x="5967000" y="36273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RW34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9" name=""/>
          <p:cNvGrpSpPr/>
          <p:nvPr/>
        </p:nvGrpSpPr>
        <p:grpSpPr>
          <a:xfrm>
            <a:off x="1371600" y="1371600"/>
            <a:ext cx="479160" cy="200520"/>
            <a:chOff x="1371600" y="1371600"/>
            <a:chExt cx="479160" cy="200520"/>
          </a:xfrm>
        </p:grpSpPr>
        <p:sp>
          <p:nvSpPr>
            <p:cNvPr id="2010" name=""/>
            <p:cNvSpPr/>
            <p:nvPr/>
          </p:nvSpPr>
          <p:spPr>
            <a:xfrm>
              <a:off x="1371600" y="13777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1" name=""/>
            <p:cNvSpPr/>
            <p:nvPr/>
          </p:nvSpPr>
          <p:spPr>
            <a:xfrm>
              <a:off x="151308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12" name=""/>
          <p:cNvGrpSpPr/>
          <p:nvPr/>
        </p:nvGrpSpPr>
        <p:grpSpPr>
          <a:xfrm>
            <a:off x="5562720" y="2819520"/>
            <a:ext cx="478800" cy="200520"/>
            <a:chOff x="5562720" y="2819520"/>
            <a:chExt cx="478800" cy="200520"/>
          </a:xfrm>
        </p:grpSpPr>
        <p:sp>
          <p:nvSpPr>
            <p:cNvPr id="2013" name=""/>
            <p:cNvSpPr/>
            <p:nvPr/>
          </p:nvSpPr>
          <p:spPr>
            <a:xfrm>
              <a:off x="5562720" y="2825640"/>
              <a:ext cx="114120" cy="11376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3840" bIns="338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4" name=""/>
            <p:cNvSpPr/>
            <p:nvPr/>
          </p:nvSpPr>
          <p:spPr>
            <a:xfrm>
              <a:off x="570384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15" name=""/>
          <p:cNvGrpSpPr/>
          <p:nvPr/>
        </p:nvGrpSpPr>
        <p:grpSpPr>
          <a:xfrm>
            <a:off x="1371600" y="4191120"/>
            <a:ext cx="461880" cy="200520"/>
            <a:chOff x="1371600" y="4191120"/>
            <a:chExt cx="461880" cy="200520"/>
          </a:xfrm>
        </p:grpSpPr>
        <p:sp>
          <p:nvSpPr>
            <p:cNvPr id="2016" name=""/>
            <p:cNvSpPr/>
            <p:nvPr/>
          </p:nvSpPr>
          <p:spPr>
            <a:xfrm>
              <a:off x="1371600" y="42069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7" name=""/>
            <p:cNvSpPr/>
            <p:nvPr/>
          </p:nvSpPr>
          <p:spPr>
            <a:xfrm>
              <a:off x="149580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18" name=""/>
          <p:cNvGrpSpPr/>
          <p:nvPr/>
        </p:nvGrpSpPr>
        <p:grpSpPr>
          <a:xfrm>
            <a:off x="4724280" y="5105520"/>
            <a:ext cx="461520" cy="200520"/>
            <a:chOff x="4724280" y="5105520"/>
            <a:chExt cx="461520" cy="200520"/>
          </a:xfrm>
        </p:grpSpPr>
        <p:sp>
          <p:nvSpPr>
            <p:cNvPr id="2019" name=""/>
            <p:cNvSpPr/>
            <p:nvPr/>
          </p:nvSpPr>
          <p:spPr>
            <a:xfrm>
              <a:off x="4724280" y="5121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0" name=""/>
            <p:cNvSpPr/>
            <p:nvPr/>
          </p:nvSpPr>
          <p:spPr>
            <a:xfrm>
              <a:off x="484812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1" name=""/>
          <p:cNvGrpSpPr/>
          <p:nvPr/>
        </p:nvGrpSpPr>
        <p:grpSpPr>
          <a:xfrm>
            <a:off x="4714920" y="846000"/>
            <a:ext cx="468720" cy="200520"/>
            <a:chOff x="4714920" y="846000"/>
            <a:chExt cx="468720" cy="200520"/>
          </a:xfrm>
        </p:grpSpPr>
        <p:sp>
          <p:nvSpPr>
            <p:cNvPr id="2022" name=""/>
            <p:cNvSpPr/>
            <p:nvPr/>
          </p:nvSpPr>
          <p:spPr>
            <a:xfrm>
              <a:off x="4714920" y="861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3" name=""/>
            <p:cNvSpPr/>
            <p:nvPr/>
          </p:nvSpPr>
          <p:spPr>
            <a:xfrm>
              <a:off x="4845960" y="84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4" name=""/>
          <p:cNvGrpSpPr/>
          <p:nvPr/>
        </p:nvGrpSpPr>
        <p:grpSpPr>
          <a:xfrm>
            <a:off x="7467480" y="2438280"/>
            <a:ext cx="460080" cy="200520"/>
            <a:chOff x="7467480" y="2438280"/>
            <a:chExt cx="460080" cy="200520"/>
          </a:xfrm>
        </p:grpSpPr>
        <p:sp>
          <p:nvSpPr>
            <p:cNvPr id="2025" name=""/>
            <p:cNvSpPr/>
            <p:nvPr/>
          </p:nvSpPr>
          <p:spPr>
            <a:xfrm>
              <a:off x="7467480" y="24541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6" name=""/>
            <p:cNvSpPr/>
            <p:nvPr/>
          </p:nvSpPr>
          <p:spPr>
            <a:xfrm>
              <a:off x="758988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7" name=""/>
          <p:cNvGrpSpPr/>
          <p:nvPr/>
        </p:nvGrpSpPr>
        <p:grpSpPr>
          <a:xfrm>
            <a:off x="7086600" y="533520"/>
            <a:ext cx="461880" cy="200520"/>
            <a:chOff x="7086600" y="533520"/>
            <a:chExt cx="461880" cy="200520"/>
          </a:xfrm>
        </p:grpSpPr>
        <p:sp>
          <p:nvSpPr>
            <p:cNvPr id="2028" name=""/>
            <p:cNvSpPr/>
            <p:nvPr/>
          </p:nvSpPr>
          <p:spPr>
            <a:xfrm>
              <a:off x="7086600" y="549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9" name=""/>
            <p:cNvSpPr/>
            <p:nvPr/>
          </p:nvSpPr>
          <p:spPr>
            <a:xfrm>
              <a:off x="721080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30" name=""/>
          <p:cNvGrpSpPr/>
          <p:nvPr/>
        </p:nvGrpSpPr>
        <p:grpSpPr>
          <a:xfrm>
            <a:off x="5638680" y="5029200"/>
            <a:ext cx="461520" cy="200520"/>
            <a:chOff x="5638680" y="5029200"/>
            <a:chExt cx="461520" cy="200520"/>
          </a:xfrm>
        </p:grpSpPr>
        <p:sp>
          <p:nvSpPr>
            <p:cNvPr id="2031" name=""/>
            <p:cNvSpPr/>
            <p:nvPr/>
          </p:nvSpPr>
          <p:spPr>
            <a:xfrm>
              <a:off x="5638680" y="5043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2" name=""/>
            <p:cNvSpPr/>
            <p:nvPr/>
          </p:nvSpPr>
          <p:spPr>
            <a:xfrm>
              <a:off x="576252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33" name=""/>
          <p:cNvGrpSpPr/>
          <p:nvPr/>
        </p:nvGrpSpPr>
        <p:grpSpPr>
          <a:xfrm>
            <a:off x="2057400" y="5486400"/>
            <a:ext cx="461880" cy="200520"/>
            <a:chOff x="2057400" y="5486400"/>
            <a:chExt cx="461880" cy="200520"/>
          </a:xfrm>
        </p:grpSpPr>
        <p:sp>
          <p:nvSpPr>
            <p:cNvPr id="2034" name=""/>
            <p:cNvSpPr/>
            <p:nvPr/>
          </p:nvSpPr>
          <p:spPr>
            <a:xfrm>
              <a:off x="2057400" y="550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5" name=""/>
            <p:cNvSpPr/>
            <p:nvPr/>
          </p:nvSpPr>
          <p:spPr>
            <a:xfrm>
              <a:off x="218160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36" name=""/>
          <p:cNvGrpSpPr/>
          <p:nvPr/>
        </p:nvGrpSpPr>
        <p:grpSpPr>
          <a:xfrm>
            <a:off x="2455920" y="2854440"/>
            <a:ext cx="468720" cy="200520"/>
            <a:chOff x="2455920" y="2854440"/>
            <a:chExt cx="468720" cy="200520"/>
          </a:xfrm>
        </p:grpSpPr>
        <p:sp>
          <p:nvSpPr>
            <p:cNvPr id="2037" name=""/>
            <p:cNvSpPr/>
            <p:nvPr/>
          </p:nvSpPr>
          <p:spPr>
            <a:xfrm>
              <a:off x="2455920" y="2870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8" name=""/>
            <p:cNvSpPr/>
            <p:nvPr/>
          </p:nvSpPr>
          <p:spPr>
            <a:xfrm>
              <a:off x="2586960" y="2854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39" name=""/>
          <p:cNvGrpSpPr/>
          <p:nvPr/>
        </p:nvGrpSpPr>
        <p:grpSpPr>
          <a:xfrm>
            <a:off x="5562720" y="5791320"/>
            <a:ext cx="460080" cy="200520"/>
            <a:chOff x="5562720" y="5791320"/>
            <a:chExt cx="460080" cy="200520"/>
          </a:xfrm>
        </p:grpSpPr>
        <p:sp>
          <p:nvSpPr>
            <p:cNvPr id="2040" name=""/>
            <p:cNvSpPr/>
            <p:nvPr/>
          </p:nvSpPr>
          <p:spPr>
            <a:xfrm>
              <a:off x="5562720" y="58071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1" name=""/>
            <p:cNvSpPr/>
            <p:nvPr/>
          </p:nvSpPr>
          <p:spPr>
            <a:xfrm>
              <a:off x="568512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42" name=""/>
          <p:cNvGrpSpPr/>
          <p:nvPr/>
        </p:nvGrpSpPr>
        <p:grpSpPr>
          <a:xfrm>
            <a:off x="6934320" y="6053040"/>
            <a:ext cx="467280" cy="200520"/>
            <a:chOff x="6934320" y="6053040"/>
            <a:chExt cx="467280" cy="200520"/>
          </a:xfrm>
        </p:grpSpPr>
        <p:sp>
          <p:nvSpPr>
            <p:cNvPr id="2043" name=""/>
            <p:cNvSpPr/>
            <p:nvPr/>
          </p:nvSpPr>
          <p:spPr>
            <a:xfrm>
              <a:off x="6934320" y="60688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4" name=""/>
            <p:cNvSpPr/>
            <p:nvPr/>
          </p:nvSpPr>
          <p:spPr>
            <a:xfrm>
              <a:off x="7063920" y="6053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45" name=""/>
          <p:cNvGrpSpPr/>
          <p:nvPr/>
        </p:nvGrpSpPr>
        <p:grpSpPr>
          <a:xfrm>
            <a:off x="4191120" y="4114800"/>
            <a:ext cx="461520" cy="200520"/>
            <a:chOff x="4191120" y="4114800"/>
            <a:chExt cx="461520" cy="200520"/>
          </a:xfrm>
        </p:grpSpPr>
        <p:sp>
          <p:nvSpPr>
            <p:cNvPr id="2046" name=""/>
            <p:cNvSpPr/>
            <p:nvPr/>
          </p:nvSpPr>
          <p:spPr>
            <a:xfrm>
              <a:off x="4191120" y="41288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7" name=""/>
            <p:cNvSpPr/>
            <p:nvPr/>
          </p:nvSpPr>
          <p:spPr>
            <a:xfrm>
              <a:off x="431496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48" name=""/>
          <p:cNvGrpSpPr/>
          <p:nvPr/>
        </p:nvGrpSpPr>
        <p:grpSpPr>
          <a:xfrm>
            <a:off x="4699080" y="2028960"/>
            <a:ext cx="468720" cy="200520"/>
            <a:chOff x="4699080" y="2028960"/>
            <a:chExt cx="468720" cy="200520"/>
          </a:xfrm>
        </p:grpSpPr>
        <p:sp>
          <p:nvSpPr>
            <p:cNvPr id="2049" name=""/>
            <p:cNvSpPr/>
            <p:nvPr/>
          </p:nvSpPr>
          <p:spPr>
            <a:xfrm>
              <a:off x="4699080" y="2044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0" name=""/>
            <p:cNvSpPr/>
            <p:nvPr/>
          </p:nvSpPr>
          <p:spPr>
            <a:xfrm>
              <a:off x="4830120" y="2028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1" name=""/>
          <p:cNvGrpSpPr/>
          <p:nvPr/>
        </p:nvGrpSpPr>
        <p:grpSpPr>
          <a:xfrm>
            <a:off x="3200400" y="3581280"/>
            <a:ext cx="460080" cy="200520"/>
            <a:chOff x="3200400" y="3581280"/>
            <a:chExt cx="460080" cy="200520"/>
          </a:xfrm>
        </p:grpSpPr>
        <p:sp>
          <p:nvSpPr>
            <p:cNvPr id="2052" name=""/>
            <p:cNvSpPr/>
            <p:nvPr/>
          </p:nvSpPr>
          <p:spPr>
            <a:xfrm>
              <a:off x="3200400" y="35971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3" name=""/>
            <p:cNvSpPr/>
            <p:nvPr/>
          </p:nvSpPr>
          <p:spPr>
            <a:xfrm>
              <a:off x="332280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4" name=""/>
          <p:cNvGrpSpPr/>
          <p:nvPr/>
        </p:nvGrpSpPr>
        <p:grpSpPr>
          <a:xfrm>
            <a:off x="3560760" y="855720"/>
            <a:ext cx="468720" cy="200520"/>
            <a:chOff x="3560760" y="855720"/>
            <a:chExt cx="468720" cy="200520"/>
          </a:xfrm>
        </p:grpSpPr>
        <p:sp>
          <p:nvSpPr>
            <p:cNvPr id="2055" name=""/>
            <p:cNvSpPr/>
            <p:nvPr/>
          </p:nvSpPr>
          <p:spPr>
            <a:xfrm>
              <a:off x="3560760" y="870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6" name=""/>
            <p:cNvSpPr/>
            <p:nvPr/>
          </p:nvSpPr>
          <p:spPr>
            <a:xfrm>
              <a:off x="3691800" y="855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7" name=""/>
          <p:cNvGrpSpPr/>
          <p:nvPr/>
        </p:nvGrpSpPr>
        <p:grpSpPr>
          <a:xfrm>
            <a:off x="5181480" y="4343400"/>
            <a:ext cx="461880" cy="200520"/>
            <a:chOff x="5181480" y="4343400"/>
            <a:chExt cx="461880" cy="200520"/>
          </a:xfrm>
        </p:grpSpPr>
        <p:sp>
          <p:nvSpPr>
            <p:cNvPr id="2058" name=""/>
            <p:cNvSpPr/>
            <p:nvPr/>
          </p:nvSpPr>
          <p:spPr>
            <a:xfrm>
              <a:off x="5181480" y="4359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9" name=""/>
            <p:cNvSpPr/>
            <p:nvPr/>
          </p:nvSpPr>
          <p:spPr>
            <a:xfrm>
              <a:off x="530568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60" name=""/>
          <p:cNvGrpSpPr/>
          <p:nvPr/>
        </p:nvGrpSpPr>
        <p:grpSpPr>
          <a:xfrm>
            <a:off x="6966000" y="3629160"/>
            <a:ext cx="468720" cy="200520"/>
            <a:chOff x="6966000" y="3629160"/>
            <a:chExt cx="468720" cy="200520"/>
          </a:xfrm>
        </p:grpSpPr>
        <p:sp>
          <p:nvSpPr>
            <p:cNvPr id="2061" name=""/>
            <p:cNvSpPr/>
            <p:nvPr/>
          </p:nvSpPr>
          <p:spPr>
            <a:xfrm>
              <a:off x="6966000" y="3643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2" name=""/>
            <p:cNvSpPr/>
            <p:nvPr/>
          </p:nvSpPr>
          <p:spPr>
            <a:xfrm>
              <a:off x="7097040" y="3629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63" name=""/>
          <p:cNvGrpSpPr/>
          <p:nvPr/>
        </p:nvGrpSpPr>
        <p:grpSpPr>
          <a:xfrm>
            <a:off x="3962520" y="1676520"/>
            <a:ext cx="461160" cy="200520"/>
            <a:chOff x="3962520" y="1676520"/>
            <a:chExt cx="461160" cy="200520"/>
          </a:xfrm>
        </p:grpSpPr>
        <p:sp>
          <p:nvSpPr>
            <p:cNvPr id="2064" name=""/>
            <p:cNvSpPr/>
            <p:nvPr/>
          </p:nvSpPr>
          <p:spPr>
            <a:xfrm>
              <a:off x="3962520" y="169200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5" name=""/>
            <p:cNvSpPr/>
            <p:nvPr/>
          </p:nvSpPr>
          <p:spPr>
            <a:xfrm>
              <a:off x="4086000" y="16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66" name=""/>
          <p:cNvGrpSpPr/>
          <p:nvPr/>
        </p:nvGrpSpPr>
        <p:grpSpPr>
          <a:xfrm>
            <a:off x="6705720" y="4724280"/>
            <a:ext cx="461160" cy="200520"/>
            <a:chOff x="6705720" y="4724280"/>
            <a:chExt cx="461160" cy="200520"/>
          </a:xfrm>
        </p:grpSpPr>
        <p:sp>
          <p:nvSpPr>
            <p:cNvPr id="2067" name=""/>
            <p:cNvSpPr/>
            <p:nvPr/>
          </p:nvSpPr>
          <p:spPr>
            <a:xfrm>
              <a:off x="6705720" y="4738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8" name=""/>
            <p:cNvSpPr/>
            <p:nvPr/>
          </p:nvSpPr>
          <p:spPr>
            <a:xfrm>
              <a:off x="68292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69" name="Rounded Rectangle 2068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2070" name="Oval 2069"/>
          <p:cNvSpPr/>
          <p:nvPr/>
        </p:nvSpPr>
        <p:spPr>
          <a:xfrm>
            <a:off x="1328839" y="13349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Oval 2070"/>
          <p:cNvSpPr/>
          <p:nvPr/>
        </p:nvSpPr>
        <p:spPr>
          <a:xfrm>
            <a:off x="1358839" y="13649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072" name="Rounded Rectangle 2071"/>
          <p:cNvSpPr/>
          <p:nvPr/>
        </p:nvSpPr>
        <p:spPr>
          <a:xfrm>
            <a:off x="1528839" y="13499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073" name="Oval 2072"/>
          <p:cNvSpPr/>
          <p:nvPr/>
        </p:nvSpPr>
        <p:spPr>
          <a:xfrm>
            <a:off x="5519782" y="27825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Oval 2073"/>
          <p:cNvSpPr/>
          <p:nvPr/>
        </p:nvSpPr>
        <p:spPr>
          <a:xfrm>
            <a:off x="5549782" y="28125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075" name="Rounded Rectangle 2074"/>
          <p:cNvSpPr/>
          <p:nvPr/>
        </p:nvSpPr>
        <p:spPr>
          <a:xfrm>
            <a:off x="5719782" y="27975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076" name="Oval 2075"/>
          <p:cNvSpPr/>
          <p:nvPr/>
        </p:nvSpPr>
        <p:spPr>
          <a:xfrm>
            <a:off x="1320020" y="41551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Oval 2076"/>
          <p:cNvSpPr/>
          <p:nvPr/>
        </p:nvSpPr>
        <p:spPr>
          <a:xfrm>
            <a:off x="1350020" y="41851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078" name="Rounded Rectangle 2077"/>
          <p:cNvSpPr/>
          <p:nvPr/>
        </p:nvSpPr>
        <p:spPr>
          <a:xfrm>
            <a:off x="1520020" y="41701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079" name="Oval 2078"/>
          <p:cNvSpPr/>
          <p:nvPr/>
        </p:nvSpPr>
        <p:spPr>
          <a:xfrm>
            <a:off x="4672701" y="506977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Oval 2079"/>
          <p:cNvSpPr/>
          <p:nvPr/>
        </p:nvSpPr>
        <p:spPr>
          <a:xfrm>
            <a:off x="4702701" y="509977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081" name="Rounded Rectangle 2080"/>
          <p:cNvSpPr/>
          <p:nvPr/>
        </p:nvSpPr>
        <p:spPr>
          <a:xfrm>
            <a:off x="4872701" y="508477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082" name="Oval 2081"/>
          <p:cNvSpPr/>
          <p:nvPr/>
        </p:nvSpPr>
        <p:spPr>
          <a:xfrm>
            <a:off x="4663338" y="81025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Oval 2082"/>
          <p:cNvSpPr/>
          <p:nvPr/>
        </p:nvSpPr>
        <p:spPr>
          <a:xfrm>
            <a:off x="4693338" y="84025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084" name="Rounded Rectangle 2083"/>
          <p:cNvSpPr/>
          <p:nvPr/>
        </p:nvSpPr>
        <p:spPr>
          <a:xfrm>
            <a:off x="4863338" y="82525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085" name="Oval 2084"/>
          <p:cNvSpPr/>
          <p:nvPr/>
        </p:nvSpPr>
        <p:spPr>
          <a:xfrm>
            <a:off x="7414999" y="240181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Oval 2085"/>
          <p:cNvSpPr/>
          <p:nvPr/>
        </p:nvSpPr>
        <p:spPr>
          <a:xfrm>
            <a:off x="7444999" y="243181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087" name="Rounded Rectangle 2086"/>
          <p:cNvSpPr/>
          <p:nvPr/>
        </p:nvSpPr>
        <p:spPr>
          <a:xfrm>
            <a:off x="7614999" y="241681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088" name="Oval 2087"/>
          <p:cNvSpPr/>
          <p:nvPr/>
        </p:nvSpPr>
        <p:spPr>
          <a:xfrm>
            <a:off x="7035022" y="4977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Oval 2088"/>
          <p:cNvSpPr/>
          <p:nvPr/>
        </p:nvSpPr>
        <p:spPr>
          <a:xfrm>
            <a:off x="7065022" y="5277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090" name="Rounded Rectangle 2089"/>
          <p:cNvSpPr/>
          <p:nvPr/>
        </p:nvSpPr>
        <p:spPr>
          <a:xfrm>
            <a:off x="7235022" y="5127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091" name="Oval 2090"/>
          <p:cNvSpPr/>
          <p:nvPr/>
        </p:nvSpPr>
        <p:spPr>
          <a:xfrm>
            <a:off x="5587099" y="499165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Oval 2091"/>
          <p:cNvSpPr/>
          <p:nvPr/>
        </p:nvSpPr>
        <p:spPr>
          <a:xfrm>
            <a:off x="5617099" y="502165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093" name="Rounded Rectangle 2092"/>
          <p:cNvSpPr/>
          <p:nvPr/>
        </p:nvSpPr>
        <p:spPr>
          <a:xfrm>
            <a:off x="5787099" y="500665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094" name="Oval 2093"/>
          <p:cNvSpPr/>
          <p:nvPr/>
        </p:nvSpPr>
        <p:spPr>
          <a:xfrm>
            <a:off x="2005817" y="545065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Oval 2094"/>
          <p:cNvSpPr/>
          <p:nvPr/>
        </p:nvSpPr>
        <p:spPr>
          <a:xfrm>
            <a:off x="2035817" y="548065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096" name="Rounded Rectangle 2095"/>
          <p:cNvSpPr/>
          <p:nvPr/>
        </p:nvSpPr>
        <p:spPr>
          <a:xfrm>
            <a:off x="2205817" y="546565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097" name="Oval 2096"/>
          <p:cNvSpPr/>
          <p:nvPr/>
        </p:nvSpPr>
        <p:spPr>
          <a:xfrm>
            <a:off x="2404341" y="281869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Oval 2097"/>
          <p:cNvSpPr/>
          <p:nvPr/>
        </p:nvSpPr>
        <p:spPr>
          <a:xfrm>
            <a:off x="2434341" y="284869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099" name="Rounded Rectangle 2098"/>
          <p:cNvSpPr/>
          <p:nvPr/>
        </p:nvSpPr>
        <p:spPr>
          <a:xfrm>
            <a:off x="2604341" y="283369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100" name="Oval 2099"/>
          <p:cNvSpPr/>
          <p:nvPr/>
        </p:nvSpPr>
        <p:spPr>
          <a:xfrm>
            <a:off x="5510239" y="57555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Oval 2100"/>
          <p:cNvSpPr/>
          <p:nvPr/>
        </p:nvSpPr>
        <p:spPr>
          <a:xfrm>
            <a:off x="5540239" y="57855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102" name="Rounded Rectangle 2101"/>
          <p:cNvSpPr/>
          <p:nvPr/>
        </p:nvSpPr>
        <p:spPr>
          <a:xfrm>
            <a:off x="5710239" y="57705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103" name="Oval 2102"/>
          <p:cNvSpPr/>
          <p:nvPr/>
        </p:nvSpPr>
        <p:spPr>
          <a:xfrm>
            <a:off x="6881840" y="60172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Oval 2103"/>
          <p:cNvSpPr/>
          <p:nvPr/>
        </p:nvSpPr>
        <p:spPr>
          <a:xfrm>
            <a:off x="6911840" y="60472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105" name="Rounded Rectangle 2104"/>
          <p:cNvSpPr/>
          <p:nvPr/>
        </p:nvSpPr>
        <p:spPr>
          <a:xfrm>
            <a:off x="7081840" y="60322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106" name="Oval 2105"/>
          <p:cNvSpPr/>
          <p:nvPr/>
        </p:nvSpPr>
        <p:spPr>
          <a:xfrm>
            <a:off x="4139542" y="40770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Oval 2106"/>
          <p:cNvSpPr/>
          <p:nvPr/>
        </p:nvSpPr>
        <p:spPr>
          <a:xfrm>
            <a:off x="4169542" y="41070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108" name="Rounded Rectangle 2107"/>
          <p:cNvSpPr/>
          <p:nvPr/>
        </p:nvSpPr>
        <p:spPr>
          <a:xfrm>
            <a:off x="4339542" y="40920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109" name="Oval 2108"/>
          <p:cNvSpPr/>
          <p:nvPr/>
        </p:nvSpPr>
        <p:spPr>
          <a:xfrm>
            <a:off x="4647500" y="19932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Oval 2109"/>
          <p:cNvSpPr/>
          <p:nvPr/>
        </p:nvSpPr>
        <p:spPr>
          <a:xfrm>
            <a:off x="4677500" y="20232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111" name="Rounded Rectangle 2110"/>
          <p:cNvSpPr/>
          <p:nvPr/>
        </p:nvSpPr>
        <p:spPr>
          <a:xfrm>
            <a:off x="4847500" y="20082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112" name="Oval 2111"/>
          <p:cNvSpPr/>
          <p:nvPr/>
        </p:nvSpPr>
        <p:spPr>
          <a:xfrm>
            <a:off x="3147919" y="354481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Oval 2112"/>
          <p:cNvSpPr/>
          <p:nvPr/>
        </p:nvSpPr>
        <p:spPr>
          <a:xfrm>
            <a:off x="3177919" y="357481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114" name="Rounded Rectangle 2113"/>
          <p:cNvSpPr/>
          <p:nvPr/>
        </p:nvSpPr>
        <p:spPr>
          <a:xfrm>
            <a:off x="3347919" y="355981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115" name="Oval 2114"/>
          <p:cNvSpPr/>
          <p:nvPr/>
        </p:nvSpPr>
        <p:spPr>
          <a:xfrm>
            <a:off x="3509183" y="81853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Oval 2115"/>
          <p:cNvSpPr/>
          <p:nvPr/>
        </p:nvSpPr>
        <p:spPr>
          <a:xfrm>
            <a:off x="3539183" y="84853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117" name="Rounded Rectangle 2116"/>
          <p:cNvSpPr/>
          <p:nvPr/>
        </p:nvSpPr>
        <p:spPr>
          <a:xfrm>
            <a:off x="3709183" y="83353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118" name="Oval 2117"/>
          <p:cNvSpPr/>
          <p:nvPr/>
        </p:nvSpPr>
        <p:spPr>
          <a:xfrm>
            <a:off x="5129897" y="43074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Oval 2118"/>
          <p:cNvSpPr/>
          <p:nvPr/>
        </p:nvSpPr>
        <p:spPr>
          <a:xfrm>
            <a:off x="5159897" y="43374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120" name="Rounded Rectangle 2119"/>
          <p:cNvSpPr/>
          <p:nvPr/>
        </p:nvSpPr>
        <p:spPr>
          <a:xfrm>
            <a:off x="5329897" y="43224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121" name="Oval 2120"/>
          <p:cNvSpPr/>
          <p:nvPr/>
        </p:nvSpPr>
        <p:spPr>
          <a:xfrm>
            <a:off x="6914419" y="35916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Oval 2121"/>
          <p:cNvSpPr/>
          <p:nvPr/>
        </p:nvSpPr>
        <p:spPr>
          <a:xfrm>
            <a:off x="6944419" y="36216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123" name="Rounded Rectangle 2122"/>
          <p:cNvSpPr/>
          <p:nvPr/>
        </p:nvSpPr>
        <p:spPr>
          <a:xfrm>
            <a:off x="7114419" y="36066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124" name="Oval 2123"/>
          <p:cNvSpPr/>
          <p:nvPr/>
        </p:nvSpPr>
        <p:spPr>
          <a:xfrm>
            <a:off x="3910762" y="16395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Oval 2124"/>
          <p:cNvSpPr/>
          <p:nvPr/>
        </p:nvSpPr>
        <p:spPr>
          <a:xfrm>
            <a:off x="3940762" y="16695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126" name="Rounded Rectangle 2125"/>
          <p:cNvSpPr/>
          <p:nvPr/>
        </p:nvSpPr>
        <p:spPr>
          <a:xfrm>
            <a:off x="4110762" y="16545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127" name="Oval 2126"/>
          <p:cNvSpPr/>
          <p:nvPr/>
        </p:nvSpPr>
        <p:spPr>
          <a:xfrm>
            <a:off x="6653962" y="468709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Oval 2127"/>
          <p:cNvSpPr/>
          <p:nvPr/>
        </p:nvSpPr>
        <p:spPr>
          <a:xfrm>
            <a:off x="6683962" y="471709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129" name="Rounded Rectangle 2128"/>
          <p:cNvSpPr/>
          <p:nvPr/>
        </p:nvSpPr>
        <p:spPr>
          <a:xfrm>
            <a:off x="6853962" y="470209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"/>
          <p:cNvSpPr/>
          <p:nvPr/>
        </p:nvSpPr>
        <p:spPr>
          <a:xfrm>
            <a:off x="3114360" y="50760"/>
            <a:ext cx="29149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21: LTFJ | RWY 06 | STAR GELG1G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0" name=""/>
          <p:cNvSpPr/>
          <p:nvPr/>
        </p:nvSpPr>
        <p:spPr>
          <a:xfrm>
            <a:off x="1901880" y="3057480"/>
            <a:ext cx="1066680" cy="776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1" name=""/>
          <p:cNvSpPr/>
          <p:nvPr/>
        </p:nvSpPr>
        <p:spPr>
          <a:xfrm flipV="1">
            <a:off x="2968560" y="3611160"/>
            <a:ext cx="1144800" cy="222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2" name=""/>
          <p:cNvSpPr/>
          <p:nvPr/>
        </p:nvSpPr>
        <p:spPr>
          <a:xfrm flipV="1">
            <a:off x="4113360" y="3582720"/>
            <a:ext cx="1649160" cy="28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8360" bIns="-18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3" name=""/>
          <p:cNvSpPr/>
          <p:nvPr/>
        </p:nvSpPr>
        <p:spPr>
          <a:xfrm>
            <a:off x="5762520" y="3583080"/>
            <a:ext cx="279360" cy="465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4" name=""/>
          <p:cNvSpPr/>
          <p:nvPr/>
        </p:nvSpPr>
        <p:spPr>
          <a:xfrm flipV="1">
            <a:off x="6041880" y="3652920"/>
            <a:ext cx="657360" cy="395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5" name=""/>
          <p:cNvSpPr/>
          <p:nvPr/>
        </p:nvSpPr>
        <p:spPr>
          <a:xfrm flipV="1">
            <a:off x="6699240" y="3526920"/>
            <a:ext cx="216000" cy="125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6" name=""/>
          <p:cNvSpPr/>
          <p:nvPr/>
        </p:nvSpPr>
        <p:spPr>
          <a:xfrm flipV="1">
            <a:off x="6915240" y="3338640"/>
            <a:ext cx="326880" cy="188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7" name=""/>
          <p:cNvSpPr/>
          <p:nvPr/>
        </p:nvSpPr>
        <p:spPr>
          <a:xfrm flipH="1" flipV="1">
            <a:off x="7043400" y="2993760"/>
            <a:ext cx="198360" cy="344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8" name=""/>
          <p:cNvSpPr/>
          <p:nvPr/>
        </p:nvSpPr>
        <p:spPr>
          <a:xfrm flipH="1">
            <a:off x="6714720" y="2994120"/>
            <a:ext cx="328680" cy="188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9" name=""/>
          <p:cNvSpPr/>
          <p:nvPr/>
        </p:nvSpPr>
        <p:spPr>
          <a:xfrm flipH="1">
            <a:off x="6499080" y="3182760"/>
            <a:ext cx="216000" cy="125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0" name=""/>
          <p:cNvSpPr/>
          <p:nvPr/>
        </p:nvSpPr>
        <p:spPr>
          <a:xfrm flipH="1">
            <a:off x="6372360" y="3308400"/>
            <a:ext cx="126720" cy="76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1" name=""/>
          <p:cNvSpPr/>
          <p:nvPr/>
        </p:nvSpPr>
        <p:spPr>
          <a:xfrm flipV="1">
            <a:off x="6372360" y="3184560"/>
            <a:ext cx="0" cy="200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2" name=""/>
          <p:cNvSpPr/>
          <p:nvPr/>
        </p:nvSpPr>
        <p:spPr>
          <a:xfrm>
            <a:off x="6372360" y="3184560"/>
            <a:ext cx="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3" name=""/>
          <p:cNvSpPr/>
          <p:nvPr/>
        </p:nvSpPr>
        <p:spPr>
          <a:xfrm flipV="1">
            <a:off x="6372360" y="3144960"/>
            <a:ext cx="68040" cy="39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7200" bIns="-7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4" name=""/>
          <p:cNvSpPr/>
          <p:nvPr/>
        </p:nvSpPr>
        <p:spPr>
          <a:xfrm flipV="1">
            <a:off x="6440400" y="3067200"/>
            <a:ext cx="127080" cy="77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0960" bIns="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5" name=""/>
          <p:cNvSpPr/>
          <p:nvPr/>
        </p:nvSpPr>
        <p:spPr>
          <a:xfrm flipV="1">
            <a:off x="6567480" y="2962080"/>
            <a:ext cx="181080" cy="104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86" name=""/>
          <p:cNvGrpSpPr/>
          <p:nvPr/>
        </p:nvGrpSpPr>
        <p:grpSpPr>
          <a:xfrm>
            <a:off x="1838160" y="2994120"/>
            <a:ext cx="600840" cy="200520"/>
            <a:chOff x="1838160" y="2994120"/>
            <a:chExt cx="600840" cy="200520"/>
          </a:xfrm>
        </p:grpSpPr>
        <p:sp>
          <p:nvSpPr>
            <p:cNvPr id="2087" name=""/>
            <p:cNvSpPr/>
            <p:nvPr/>
          </p:nvSpPr>
          <p:spPr>
            <a:xfrm>
              <a:off x="1838160" y="299412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8" name=""/>
            <p:cNvSpPr/>
            <p:nvPr/>
          </p:nvSpPr>
          <p:spPr>
            <a:xfrm>
              <a:off x="1949040" y="299412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GELBU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89" name=""/>
          <p:cNvGrpSpPr/>
          <p:nvPr/>
        </p:nvGrpSpPr>
        <p:grpSpPr>
          <a:xfrm>
            <a:off x="2917800" y="3770280"/>
            <a:ext cx="575280" cy="200520"/>
            <a:chOff x="2917800" y="3770280"/>
            <a:chExt cx="575280" cy="200520"/>
          </a:xfrm>
        </p:grpSpPr>
        <p:sp>
          <p:nvSpPr>
            <p:cNvPr id="2090" name=""/>
            <p:cNvSpPr/>
            <p:nvPr/>
          </p:nvSpPr>
          <p:spPr>
            <a:xfrm>
              <a:off x="2917800" y="37828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1" name=""/>
            <p:cNvSpPr/>
            <p:nvPr/>
          </p:nvSpPr>
          <p:spPr>
            <a:xfrm>
              <a:off x="3003120" y="37702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TURKO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92" name=""/>
          <p:cNvGrpSpPr/>
          <p:nvPr/>
        </p:nvGrpSpPr>
        <p:grpSpPr>
          <a:xfrm>
            <a:off x="4062240" y="3548160"/>
            <a:ext cx="543600" cy="200520"/>
            <a:chOff x="4062240" y="3548160"/>
            <a:chExt cx="543600" cy="200520"/>
          </a:xfrm>
        </p:grpSpPr>
        <p:sp>
          <p:nvSpPr>
            <p:cNvPr id="2093" name=""/>
            <p:cNvSpPr/>
            <p:nvPr/>
          </p:nvSpPr>
          <p:spPr>
            <a:xfrm>
              <a:off x="4062240" y="35607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4" name=""/>
            <p:cNvSpPr/>
            <p:nvPr/>
          </p:nvSpPr>
          <p:spPr>
            <a:xfrm>
              <a:off x="4179600" y="35481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95" name=""/>
          <p:cNvGrpSpPr/>
          <p:nvPr/>
        </p:nvGrpSpPr>
        <p:grpSpPr>
          <a:xfrm>
            <a:off x="5711760" y="3519360"/>
            <a:ext cx="543600" cy="200520"/>
            <a:chOff x="5711760" y="3519360"/>
            <a:chExt cx="543600" cy="200520"/>
          </a:xfrm>
        </p:grpSpPr>
        <p:sp>
          <p:nvSpPr>
            <p:cNvPr id="2096" name=""/>
            <p:cNvSpPr/>
            <p:nvPr/>
          </p:nvSpPr>
          <p:spPr>
            <a:xfrm>
              <a:off x="5711760" y="3532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7" name=""/>
            <p:cNvSpPr/>
            <p:nvPr/>
          </p:nvSpPr>
          <p:spPr>
            <a:xfrm>
              <a:off x="5829120" y="35193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98" name=""/>
          <p:cNvGrpSpPr/>
          <p:nvPr/>
        </p:nvGrpSpPr>
        <p:grpSpPr>
          <a:xfrm>
            <a:off x="5991120" y="3984480"/>
            <a:ext cx="543600" cy="200520"/>
            <a:chOff x="5991120" y="3984480"/>
            <a:chExt cx="543600" cy="200520"/>
          </a:xfrm>
        </p:grpSpPr>
        <p:sp>
          <p:nvSpPr>
            <p:cNvPr id="2099" name=""/>
            <p:cNvSpPr/>
            <p:nvPr/>
          </p:nvSpPr>
          <p:spPr>
            <a:xfrm>
              <a:off x="5991120" y="39974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0" name=""/>
            <p:cNvSpPr/>
            <p:nvPr/>
          </p:nvSpPr>
          <p:spPr>
            <a:xfrm>
              <a:off x="6108480" y="39844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01" name=""/>
          <p:cNvGrpSpPr/>
          <p:nvPr/>
        </p:nvGrpSpPr>
        <p:grpSpPr>
          <a:xfrm>
            <a:off x="6648480" y="3589200"/>
            <a:ext cx="543600" cy="200520"/>
            <a:chOff x="6648480" y="3589200"/>
            <a:chExt cx="543600" cy="200520"/>
          </a:xfrm>
        </p:grpSpPr>
        <p:sp>
          <p:nvSpPr>
            <p:cNvPr id="2102" name=""/>
            <p:cNvSpPr/>
            <p:nvPr/>
          </p:nvSpPr>
          <p:spPr>
            <a:xfrm>
              <a:off x="6648480" y="36021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3" name=""/>
            <p:cNvSpPr/>
            <p:nvPr/>
          </p:nvSpPr>
          <p:spPr>
            <a:xfrm>
              <a:off x="6765840" y="35892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04" name=""/>
          <p:cNvGrpSpPr/>
          <p:nvPr/>
        </p:nvGrpSpPr>
        <p:grpSpPr>
          <a:xfrm>
            <a:off x="6864480" y="3463920"/>
            <a:ext cx="572040" cy="200520"/>
            <a:chOff x="6864480" y="3463920"/>
            <a:chExt cx="572040" cy="200520"/>
          </a:xfrm>
        </p:grpSpPr>
        <p:sp>
          <p:nvSpPr>
            <p:cNvPr id="2105" name=""/>
            <p:cNvSpPr/>
            <p:nvPr/>
          </p:nvSpPr>
          <p:spPr>
            <a:xfrm>
              <a:off x="6864480" y="34765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6" name=""/>
            <p:cNvSpPr/>
            <p:nvPr/>
          </p:nvSpPr>
          <p:spPr>
            <a:xfrm>
              <a:off x="6952680" y="346392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BUKED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07" name=""/>
          <p:cNvGrpSpPr/>
          <p:nvPr/>
        </p:nvGrpSpPr>
        <p:grpSpPr>
          <a:xfrm>
            <a:off x="7191360" y="3274920"/>
            <a:ext cx="543600" cy="200520"/>
            <a:chOff x="7191360" y="3274920"/>
            <a:chExt cx="543600" cy="200520"/>
          </a:xfrm>
        </p:grpSpPr>
        <p:sp>
          <p:nvSpPr>
            <p:cNvPr id="2108" name=""/>
            <p:cNvSpPr/>
            <p:nvPr/>
          </p:nvSpPr>
          <p:spPr>
            <a:xfrm>
              <a:off x="7191360" y="3287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9" name=""/>
            <p:cNvSpPr/>
            <p:nvPr/>
          </p:nvSpPr>
          <p:spPr>
            <a:xfrm>
              <a:off x="7308720" y="32749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10" name=""/>
          <p:cNvGrpSpPr/>
          <p:nvPr/>
        </p:nvGrpSpPr>
        <p:grpSpPr>
          <a:xfrm>
            <a:off x="7002360" y="2930400"/>
            <a:ext cx="523080" cy="200520"/>
            <a:chOff x="7002360" y="2930400"/>
            <a:chExt cx="523080" cy="200520"/>
          </a:xfrm>
        </p:grpSpPr>
        <p:sp>
          <p:nvSpPr>
            <p:cNvPr id="2111" name=""/>
            <p:cNvSpPr/>
            <p:nvPr/>
          </p:nvSpPr>
          <p:spPr>
            <a:xfrm>
              <a:off x="7002360" y="29527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2" name=""/>
            <p:cNvSpPr/>
            <p:nvPr/>
          </p:nvSpPr>
          <p:spPr>
            <a:xfrm>
              <a:off x="7099200" y="29304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13" name=""/>
          <p:cNvGrpSpPr/>
          <p:nvPr/>
        </p:nvGrpSpPr>
        <p:grpSpPr>
          <a:xfrm>
            <a:off x="6675480" y="3119400"/>
            <a:ext cx="522720" cy="200520"/>
            <a:chOff x="6675480" y="3119400"/>
            <a:chExt cx="522720" cy="200520"/>
          </a:xfrm>
        </p:grpSpPr>
        <p:sp>
          <p:nvSpPr>
            <p:cNvPr id="2114" name=""/>
            <p:cNvSpPr/>
            <p:nvPr/>
          </p:nvSpPr>
          <p:spPr>
            <a:xfrm>
              <a:off x="6675480" y="314172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5" name=""/>
            <p:cNvSpPr/>
            <p:nvPr/>
          </p:nvSpPr>
          <p:spPr>
            <a:xfrm>
              <a:off x="6771960" y="31194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16" name=""/>
          <p:cNvGrpSpPr/>
          <p:nvPr/>
        </p:nvGrpSpPr>
        <p:grpSpPr>
          <a:xfrm>
            <a:off x="6448320" y="3244680"/>
            <a:ext cx="543600" cy="200520"/>
            <a:chOff x="6448320" y="3244680"/>
            <a:chExt cx="543600" cy="200520"/>
          </a:xfrm>
        </p:grpSpPr>
        <p:sp>
          <p:nvSpPr>
            <p:cNvPr id="2117" name=""/>
            <p:cNvSpPr/>
            <p:nvPr/>
          </p:nvSpPr>
          <p:spPr>
            <a:xfrm>
              <a:off x="6448320" y="32576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8" name=""/>
            <p:cNvSpPr/>
            <p:nvPr/>
          </p:nvSpPr>
          <p:spPr>
            <a:xfrm>
              <a:off x="6565680" y="32446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19" name=""/>
          <p:cNvGrpSpPr/>
          <p:nvPr/>
        </p:nvGrpSpPr>
        <p:grpSpPr>
          <a:xfrm>
            <a:off x="6321600" y="3321000"/>
            <a:ext cx="543240" cy="200520"/>
            <a:chOff x="6321600" y="3321000"/>
            <a:chExt cx="543240" cy="200520"/>
          </a:xfrm>
        </p:grpSpPr>
        <p:sp>
          <p:nvSpPr>
            <p:cNvPr id="2120" name=""/>
            <p:cNvSpPr/>
            <p:nvPr/>
          </p:nvSpPr>
          <p:spPr>
            <a:xfrm>
              <a:off x="6321600" y="33336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1" name=""/>
            <p:cNvSpPr/>
            <p:nvPr/>
          </p:nvSpPr>
          <p:spPr>
            <a:xfrm>
              <a:off x="6438600" y="33210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2" name=""/>
          <p:cNvGrpSpPr/>
          <p:nvPr/>
        </p:nvGrpSpPr>
        <p:grpSpPr>
          <a:xfrm>
            <a:off x="6321600" y="3121200"/>
            <a:ext cx="500040" cy="200520"/>
            <a:chOff x="6321600" y="3121200"/>
            <a:chExt cx="500040" cy="200520"/>
          </a:xfrm>
        </p:grpSpPr>
        <p:sp>
          <p:nvSpPr>
            <p:cNvPr id="2123" name=""/>
            <p:cNvSpPr/>
            <p:nvPr/>
          </p:nvSpPr>
          <p:spPr>
            <a:xfrm>
              <a:off x="6321600" y="3133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4" name=""/>
            <p:cNvSpPr/>
            <p:nvPr/>
          </p:nvSpPr>
          <p:spPr>
            <a:xfrm>
              <a:off x="6430680" y="3121200"/>
              <a:ext cx="390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DISC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5" name=""/>
          <p:cNvGrpSpPr/>
          <p:nvPr/>
        </p:nvGrpSpPr>
        <p:grpSpPr>
          <a:xfrm>
            <a:off x="6330960" y="3121200"/>
            <a:ext cx="549360" cy="200520"/>
            <a:chOff x="6330960" y="3121200"/>
            <a:chExt cx="549360" cy="200520"/>
          </a:xfrm>
        </p:grpSpPr>
        <p:sp>
          <p:nvSpPr>
            <p:cNvPr id="2126" name=""/>
            <p:cNvSpPr/>
            <p:nvPr/>
          </p:nvSpPr>
          <p:spPr>
            <a:xfrm>
              <a:off x="6330960" y="31449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7" name=""/>
            <p:cNvSpPr/>
            <p:nvPr/>
          </p:nvSpPr>
          <p:spPr>
            <a:xfrm>
              <a:off x="6400800" y="312120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ASDEV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8" name=""/>
          <p:cNvGrpSpPr/>
          <p:nvPr/>
        </p:nvGrpSpPr>
        <p:grpSpPr>
          <a:xfrm>
            <a:off x="6399360" y="3081240"/>
            <a:ext cx="467280" cy="200520"/>
            <a:chOff x="6399360" y="3081240"/>
            <a:chExt cx="467280" cy="200520"/>
          </a:xfrm>
        </p:grpSpPr>
        <p:sp>
          <p:nvSpPr>
            <p:cNvPr id="2129" name=""/>
            <p:cNvSpPr/>
            <p:nvPr/>
          </p:nvSpPr>
          <p:spPr>
            <a:xfrm>
              <a:off x="6399360" y="310356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0" name=""/>
            <p:cNvSpPr/>
            <p:nvPr/>
          </p:nvSpPr>
          <p:spPr>
            <a:xfrm>
              <a:off x="6500160" y="308124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31" name=""/>
          <p:cNvGrpSpPr/>
          <p:nvPr/>
        </p:nvGrpSpPr>
        <p:grpSpPr>
          <a:xfrm>
            <a:off x="6527880" y="3003480"/>
            <a:ext cx="462960" cy="200520"/>
            <a:chOff x="6527880" y="3003480"/>
            <a:chExt cx="462960" cy="200520"/>
          </a:xfrm>
        </p:grpSpPr>
        <p:sp>
          <p:nvSpPr>
            <p:cNvPr id="2132" name=""/>
            <p:cNvSpPr/>
            <p:nvPr/>
          </p:nvSpPr>
          <p:spPr>
            <a:xfrm>
              <a:off x="6527880" y="30272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3" name=""/>
            <p:cNvSpPr/>
            <p:nvPr/>
          </p:nvSpPr>
          <p:spPr>
            <a:xfrm>
              <a:off x="6633360" y="300348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34" name=""/>
          <p:cNvGrpSpPr/>
          <p:nvPr/>
        </p:nvGrpSpPr>
        <p:grpSpPr>
          <a:xfrm>
            <a:off x="6684840" y="2898720"/>
            <a:ext cx="543600" cy="200520"/>
            <a:chOff x="6684840" y="2898720"/>
            <a:chExt cx="543600" cy="200520"/>
          </a:xfrm>
        </p:grpSpPr>
        <p:sp>
          <p:nvSpPr>
            <p:cNvPr id="2135" name=""/>
            <p:cNvSpPr/>
            <p:nvPr/>
          </p:nvSpPr>
          <p:spPr>
            <a:xfrm>
              <a:off x="6684840" y="289872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6" name=""/>
            <p:cNvSpPr/>
            <p:nvPr/>
          </p:nvSpPr>
          <p:spPr>
            <a:xfrm>
              <a:off x="6802200" y="28987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37" name=""/>
          <p:cNvGrpSpPr/>
          <p:nvPr/>
        </p:nvGrpSpPr>
        <p:grpSpPr>
          <a:xfrm>
            <a:off x="380880" y="5334120"/>
            <a:ext cx="479160" cy="200520"/>
            <a:chOff x="380880" y="5334120"/>
            <a:chExt cx="479160" cy="200520"/>
          </a:xfrm>
        </p:grpSpPr>
        <p:sp>
          <p:nvSpPr>
            <p:cNvPr id="2138" name=""/>
            <p:cNvSpPr/>
            <p:nvPr/>
          </p:nvSpPr>
          <p:spPr>
            <a:xfrm>
              <a:off x="380880" y="53402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9" name=""/>
            <p:cNvSpPr/>
            <p:nvPr/>
          </p:nvSpPr>
          <p:spPr>
            <a:xfrm>
              <a:off x="52236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0" name=""/>
          <p:cNvGrpSpPr/>
          <p:nvPr/>
        </p:nvGrpSpPr>
        <p:grpSpPr>
          <a:xfrm>
            <a:off x="6172200" y="3657600"/>
            <a:ext cx="479160" cy="200520"/>
            <a:chOff x="6172200" y="3657600"/>
            <a:chExt cx="479160" cy="200520"/>
          </a:xfrm>
        </p:grpSpPr>
        <p:sp>
          <p:nvSpPr>
            <p:cNvPr id="2141" name=""/>
            <p:cNvSpPr/>
            <p:nvPr/>
          </p:nvSpPr>
          <p:spPr>
            <a:xfrm>
              <a:off x="6172200" y="36637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2" name=""/>
            <p:cNvSpPr/>
            <p:nvPr/>
          </p:nvSpPr>
          <p:spPr>
            <a:xfrm>
              <a:off x="631368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3" name=""/>
          <p:cNvGrpSpPr/>
          <p:nvPr/>
        </p:nvGrpSpPr>
        <p:grpSpPr>
          <a:xfrm>
            <a:off x="8229600" y="914400"/>
            <a:ext cx="461880" cy="200520"/>
            <a:chOff x="8229600" y="914400"/>
            <a:chExt cx="461880" cy="200520"/>
          </a:xfrm>
        </p:grpSpPr>
        <p:sp>
          <p:nvSpPr>
            <p:cNvPr id="2144" name=""/>
            <p:cNvSpPr/>
            <p:nvPr/>
          </p:nvSpPr>
          <p:spPr>
            <a:xfrm>
              <a:off x="8229600" y="930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5" name=""/>
            <p:cNvSpPr/>
            <p:nvPr/>
          </p:nvSpPr>
          <p:spPr>
            <a:xfrm>
              <a:off x="8353800" y="914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6" name=""/>
          <p:cNvGrpSpPr/>
          <p:nvPr/>
        </p:nvGrpSpPr>
        <p:grpSpPr>
          <a:xfrm>
            <a:off x="304920" y="2743200"/>
            <a:ext cx="461520" cy="200520"/>
            <a:chOff x="304920" y="2743200"/>
            <a:chExt cx="461520" cy="200520"/>
          </a:xfrm>
        </p:grpSpPr>
        <p:sp>
          <p:nvSpPr>
            <p:cNvPr id="2147" name=""/>
            <p:cNvSpPr/>
            <p:nvPr/>
          </p:nvSpPr>
          <p:spPr>
            <a:xfrm>
              <a:off x="304920" y="2759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8" name=""/>
            <p:cNvSpPr/>
            <p:nvPr/>
          </p:nvSpPr>
          <p:spPr>
            <a:xfrm>
              <a:off x="42876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9" name=""/>
          <p:cNvGrpSpPr/>
          <p:nvPr/>
        </p:nvGrpSpPr>
        <p:grpSpPr>
          <a:xfrm>
            <a:off x="4724280" y="2438280"/>
            <a:ext cx="461520" cy="200520"/>
            <a:chOff x="4724280" y="2438280"/>
            <a:chExt cx="461520" cy="200520"/>
          </a:xfrm>
        </p:grpSpPr>
        <p:sp>
          <p:nvSpPr>
            <p:cNvPr id="2150" name=""/>
            <p:cNvSpPr/>
            <p:nvPr/>
          </p:nvSpPr>
          <p:spPr>
            <a:xfrm>
              <a:off x="4724280" y="2452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1" name=""/>
            <p:cNvSpPr/>
            <p:nvPr/>
          </p:nvSpPr>
          <p:spPr>
            <a:xfrm>
              <a:off x="484812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52" name=""/>
          <p:cNvGrpSpPr/>
          <p:nvPr/>
        </p:nvGrpSpPr>
        <p:grpSpPr>
          <a:xfrm>
            <a:off x="3505320" y="2743200"/>
            <a:ext cx="460080" cy="200520"/>
            <a:chOff x="3505320" y="2743200"/>
            <a:chExt cx="460080" cy="200520"/>
          </a:xfrm>
        </p:grpSpPr>
        <p:sp>
          <p:nvSpPr>
            <p:cNvPr id="2153" name=""/>
            <p:cNvSpPr/>
            <p:nvPr/>
          </p:nvSpPr>
          <p:spPr>
            <a:xfrm>
              <a:off x="3505320" y="2759040"/>
              <a:ext cx="950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4" name=""/>
            <p:cNvSpPr/>
            <p:nvPr/>
          </p:nvSpPr>
          <p:spPr>
            <a:xfrm>
              <a:off x="362772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55" name=""/>
          <p:cNvGrpSpPr/>
          <p:nvPr/>
        </p:nvGrpSpPr>
        <p:grpSpPr>
          <a:xfrm>
            <a:off x="2133720" y="4191120"/>
            <a:ext cx="459720" cy="200520"/>
            <a:chOff x="2133720" y="4191120"/>
            <a:chExt cx="459720" cy="200520"/>
          </a:xfrm>
        </p:grpSpPr>
        <p:sp>
          <p:nvSpPr>
            <p:cNvPr id="2156" name=""/>
            <p:cNvSpPr/>
            <p:nvPr/>
          </p:nvSpPr>
          <p:spPr>
            <a:xfrm>
              <a:off x="2133720" y="42055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7" name=""/>
            <p:cNvSpPr/>
            <p:nvPr/>
          </p:nvSpPr>
          <p:spPr>
            <a:xfrm>
              <a:off x="225576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58" name=""/>
          <p:cNvGrpSpPr/>
          <p:nvPr/>
        </p:nvGrpSpPr>
        <p:grpSpPr>
          <a:xfrm>
            <a:off x="5105520" y="4572000"/>
            <a:ext cx="461160" cy="200520"/>
            <a:chOff x="5105520" y="4572000"/>
            <a:chExt cx="461160" cy="200520"/>
          </a:xfrm>
        </p:grpSpPr>
        <p:sp>
          <p:nvSpPr>
            <p:cNvPr id="2159" name=""/>
            <p:cNvSpPr/>
            <p:nvPr/>
          </p:nvSpPr>
          <p:spPr>
            <a:xfrm>
              <a:off x="5105520" y="458784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0" name=""/>
            <p:cNvSpPr/>
            <p:nvPr/>
          </p:nvSpPr>
          <p:spPr>
            <a:xfrm>
              <a:off x="52290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61" name=""/>
          <p:cNvGrpSpPr/>
          <p:nvPr/>
        </p:nvGrpSpPr>
        <p:grpSpPr>
          <a:xfrm>
            <a:off x="7010280" y="3962520"/>
            <a:ext cx="460080" cy="200520"/>
            <a:chOff x="7010280" y="3962520"/>
            <a:chExt cx="460080" cy="200520"/>
          </a:xfrm>
        </p:grpSpPr>
        <p:sp>
          <p:nvSpPr>
            <p:cNvPr id="2162" name=""/>
            <p:cNvSpPr/>
            <p:nvPr/>
          </p:nvSpPr>
          <p:spPr>
            <a:xfrm>
              <a:off x="7010280" y="39765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3" name=""/>
            <p:cNvSpPr/>
            <p:nvPr/>
          </p:nvSpPr>
          <p:spPr>
            <a:xfrm>
              <a:off x="713268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64" name=""/>
          <p:cNvGrpSpPr/>
          <p:nvPr/>
        </p:nvGrpSpPr>
        <p:grpSpPr>
          <a:xfrm>
            <a:off x="990720" y="3809880"/>
            <a:ext cx="461520" cy="200520"/>
            <a:chOff x="990720" y="3809880"/>
            <a:chExt cx="461520" cy="200520"/>
          </a:xfrm>
        </p:grpSpPr>
        <p:sp>
          <p:nvSpPr>
            <p:cNvPr id="2165" name=""/>
            <p:cNvSpPr/>
            <p:nvPr/>
          </p:nvSpPr>
          <p:spPr>
            <a:xfrm>
              <a:off x="990720" y="3823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6" name=""/>
            <p:cNvSpPr/>
            <p:nvPr/>
          </p:nvSpPr>
          <p:spPr>
            <a:xfrm>
              <a:off x="111456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67" name=""/>
          <p:cNvGrpSpPr/>
          <p:nvPr/>
        </p:nvGrpSpPr>
        <p:grpSpPr>
          <a:xfrm>
            <a:off x="3886200" y="1371600"/>
            <a:ext cx="461520" cy="200520"/>
            <a:chOff x="3886200" y="1371600"/>
            <a:chExt cx="461520" cy="200520"/>
          </a:xfrm>
        </p:grpSpPr>
        <p:sp>
          <p:nvSpPr>
            <p:cNvPr id="2168" name=""/>
            <p:cNvSpPr/>
            <p:nvPr/>
          </p:nvSpPr>
          <p:spPr>
            <a:xfrm>
              <a:off x="3886200" y="138708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9" name=""/>
            <p:cNvSpPr/>
            <p:nvPr/>
          </p:nvSpPr>
          <p:spPr>
            <a:xfrm>
              <a:off x="401004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0" name=""/>
          <p:cNvGrpSpPr/>
          <p:nvPr/>
        </p:nvGrpSpPr>
        <p:grpSpPr>
          <a:xfrm>
            <a:off x="8120160" y="3433680"/>
            <a:ext cx="468720" cy="200520"/>
            <a:chOff x="8120160" y="3433680"/>
            <a:chExt cx="468720" cy="200520"/>
          </a:xfrm>
        </p:grpSpPr>
        <p:sp>
          <p:nvSpPr>
            <p:cNvPr id="2171" name=""/>
            <p:cNvSpPr/>
            <p:nvPr/>
          </p:nvSpPr>
          <p:spPr>
            <a:xfrm>
              <a:off x="8120160" y="3449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2" name=""/>
            <p:cNvSpPr/>
            <p:nvPr/>
          </p:nvSpPr>
          <p:spPr>
            <a:xfrm>
              <a:off x="8251200" y="3433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3" name=""/>
          <p:cNvGrpSpPr/>
          <p:nvPr/>
        </p:nvGrpSpPr>
        <p:grpSpPr>
          <a:xfrm>
            <a:off x="3733920" y="4267080"/>
            <a:ext cx="461520" cy="200520"/>
            <a:chOff x="3733920" y="4267080"/>
            <a:chExt cx="461520" cy="200520"/>
          </a:xfrm>
        </p:grpSpPr>
        <p:sp>
          <p:nvSpPr>
            <p:cNvPr id="2174" name=""/>
            <p:cNvSpPr/>
            <p:nvPr/>
          </p:nvSpPr>
          <p:spPr>
            <a:xfrm>
              <a:off x="3733920" y="4281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5" name=""/>
            <p:cNvSpPr/>
            <p:nvPr/>
          </p:nvSpPr>
          <p:spPr>
            <a:xfrm>
              <a:off x="3857760" y="426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6" name=""/>
          <p:cNvGrpSpPr/>
          <p:nvPr/>
        </p:nvGrpSpPr>
        <p:grpSpPr>
          <a:xfrm>
            <a:off x="2619360" y="3057480"/>
            <a:ext cx="468720" cy="200520"/>
            <a:chOff x="2619360" y="3057480"/>
            <a:chExt cx="468720" cy="200520"/>
          </a:xfrm>
        </p:grpSpPr>
        <p:sp>
          <p:nvSpPr>
            <p:cNvPr id="2177" name=""/>
            <p:cNvSpPr/>
            <p:nvPr/>
          </p:nvSpPr>
          <p:spPr>
            <a:xfrm>
              <a:off x="2619360" y="3073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8" name=""/>
            <p:cNvSpPr/>
            <p:nvPr/>
          </p:nvSpPr>
          <p:spPr>
            <a:xfrm>
              <a:off x="2750400" y="3057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9" name=""/>
          <p:cNvGrpSpPr/>
          <p:nvPr/>
        </p:nvGrpSpPr>
        <p:grpSpPr>
          <a:xfrm>
            <a:off x="5710320" y="3002040"/>
            <a:ext cx="460080" cy="200520"/>
            <a:chOff x="5710320" y="3002040"/>
            <a:chExt cx="460080" cy="200520"/>
          </a:xfrm>
        </p:grpSpPr>
        <p:sp>
          <p:nvSpPr>
            <p:cNvPr id="2180" name=""/>
            <p:cNvSpPr/>
            <p:nvPr/>
          </p:nvSpPr>
          <p:spPr>
            <a:xfrm>
              <a:off x="5710320" y="3016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1" name=""/>
            <p:cNvSpPr/>
            <p:nvPr/>
          </p:nvSpPr>
          <p:spPr>
            <a:xfrm>
              <a:off x="5832720" y="3002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82" name=""/>
          <p:cNvGrpSpPr/>
          <p:nvPr/>
        </p:nvGrpSpPr>
        <p:grpSpPr>
          <a:xfrm>
            <a:off x="4038480" y="6553080"/>
            <a:ext cx="461880" cy="200520"/>
            <a:chOff x="4038480" y="6553080"/>
            <a:chExt cx="461880" cy="200520"/>
          </a:xfrm>
        </p:grpSpPr>
        <p:sp>
          <p:nvSpPr>
            <p:cNvPr id="2183" name=""/>
            <p:cNvSpPr/>
            <p:nvPr/>
          </p:nvSpPr>
          <p:spPr>
            <a:xfrm>
              <a:off x="4038480" y="65689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4" name=""/>
            <p:cNvSpPr/>
            <p:nvPr/>
          </p:nvSpPr>
          <p:spPr>
            <a:xfrm>
              <a:off x="4162680" y="6553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85" name=""/>
          <p:cNvGrpSpPr/>
          <p:nvPr/>
        </p:nvGrpSpPr>
        <p:grpSpPr>
          <a:xfrm>
            <a:off x="7608960" y="2762280"/>
            <a:ext cx="468720" cy="200520"/>
            <a:chOff x="7608960" y="2762280"/>
            <a:chExt cx="468720" cy="200520"/>
          </a:xfrm>
        </p:grpSpPr>
        <p:sp>
          <p:nvSpPr>
            <p:cNvPr id="2186" name=""/>
            <p:cNvSpPr/>
            <p:nvPr/>
          </p:nvSpPr>
          <p:spPr>
            <a:xfrm>
              <a:off x="7608960" y="2776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7" name=""/>
            <p:cNvSpPr/>
            <p:nvPr/>
          </p:nvSpPr>
          <p:spPr>
            <a:xfrm>
              <a:off x="7740000" y="2762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88" name=""/>
          <p:cNvGrpSpPr/>
          <p:nvPr/>
        </p:nvGrpSpPr>
        <p:grpSpPr>
          <a:xfrm>
            <a:off x="990720" y="6095880"/>
            <a:ext cx="461160" cy="200520"/>
            <a:chOff x="990720" y="6095880"/>
            <a:chExt cx="461160" cy="200520"/>
          </a:xfrm>
        </p:grpSpPr>
        <p:sp>
          <p:nvSpPr>
            <p:cNvPr id="2189" name=""/>
            <p:cNvSpPr/>
            <p:nvPr/>
          </p:nvSpPr>
          <p:spPr>
            <a:xfrm>
              <a:off x="990720" y="611172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0" name=""/>
            <p:cNvSpPr/>
            <p:nvPr/>
          </p:nvSpPr>
          <p:spPr>
            <a:xfrm>
              <a:off x="111420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91" name=""/>
          <p:cNvGrpSpPr/>
          <p:nvPr/>
        </p:nvGrpSpPr>
        <p:grpSpPr>
          <a:xfrm>
            <a:off x="1752480" y="1905120"/>
            <a:ext cx="461520" cy="200520"/>
            <a:chOff x="1752480" y="1905120"/>
            <a:chExt cx="461520" cy="200520"/>
          </a:xfrm>
        </p:grpSpPr>
        <p:sp>
          <p:nvSpPr>
            <p:cNvPr id="2192" name=""/>
            <p:cNvSpPr/>
            <p:nvPr/>
          </p:nvSpPr>
          <p:spPr>
            <a:xfrm>
              <a:off x="1752480" y="1920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3" name=""/>
            <p:cNvSpPr/>
            <p:nvPr/>
          </p:nvSpPr>
          <p:spPr>
            <a:xfrm>
              <a:off x="187632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94" name=""/>
          <p:cNvGrpSpPr/>
          <p:nvPr/>
        </p:nvGrpSpPr>
        <p:grpSpPr>
          <a:xfrm>
            <a:off x="6629400" y="5715000"/>
            <a:ext cx="461880" cy="200520"/>
            <a:chOff x="6629400" y="5715000"/>
            <a:chExt cx="461880" cy="200520"/>
          </a:xfrm>
        </p:grpSpPr>
        <p:sp>
          <p:nvSpPr>
            <p:cNvPr id="2195" name=""/>
            <p:cNvSpPr/>
            <p:nvPr/>
          </p:nvSpPr>
          <p:spPr>
            <a:xfrm>
              <a:off x="6629400" y="57308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6" name=""/>
            <p:cNvSpPr/>
            <p:nvPr/>
          </p:nvSpPr>
          <p:spPr>
            <a:xfrm>
              <a:off x="675360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97" name="Rounded Rectangle 2196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2198" name="Oval 2197"/>
          <p:cNvSpPr/>
          <p:nvPr/>
        </p:nvSpPr>
        <p:spPr>
          <a:xfrm>
            <a:off x="337942" y="52974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Oval 2198"/>
          <p:cNvSpPr/>
          <p:nvPr/>
        </p:nvSpPr>
        <p:spPr>
          <a:xfrm>
            <a:off x="367942" y="53274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200" name="Rounded Rectangle 2199"/>
          <p:cNvSpPr/>
          <p:nvPr/>
        </p:nvSpPr>
        <p:spPr>
          <a:xfrm>
            <a:off x="537942" y="53124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201" name="Oval 2200"/>
          <p:cNvSpPr/>
          <p:nvPr/>
        </p:nvSpPr>
        <p:spPr>
          <a:xfrm>
            <a:off x="6129440" y="36209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Oval 2201"/>
          <p:cNvSpPr/>
          <p:nvPr/>
        </p:nvSpPr>
        <p:spPr>
          <a:xfrm>
            <a:off x="6159440" y="36509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203" name="Rounded Rectangle 2202"/>
          <p:cNvSpPr/>
          <p:nvPr/>
        </p:nvSpPr>
        <p:spPr>
          <a:xfrm>
            <a:off x="6329440" y="36359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204" name="Oval 2203"/>
          <p:cNvSpPr/>
          <p:nvPr/>
        </p:nvSpPr>
        <p:spPr>
          <a:xfrm>
            <a:off x="8178021" y="8786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Oval 2204"/>
          <p:cNvSpPr/>
          <p:nvPr/>
        </p:nvSpPr>
        <p:spPr>
          <a:xfrm>
            <a:off x="8208021" y="9086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206" name="Rounded Rectangle 2205"/>
          <p:cNvSpPr/>
          <p:nvPr/>
        </p:nvSpPr>
        <p:spPr>
          <a:xfrm>
            <a:off x="8378021" y="8936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207" name="Oval 2206"/>
          <p:cNvSpPr/>
          <p:nvPr/>
        </p:nvSpPr>
        <p:spPr>
          <a:xfrm>
            <a:off x="253341" y="27074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Oval 2207"/>
          <p:cNvSpPr/>
          <p:nvPr/>
        </p:nvSpPr>
        <p:spPr>
          <a:xfrm>
            <a:off x="283341" y="27374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209" name="Rounded Rectangle 2208"/>
          <p:cNvSpPr/>
          <p:nvPr/>
        </p:nvSpPr>
        <p:spPr>
          <a:xfrm>
            <a:off x="453341" y="27224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210" name="Oval 2209"/>
          <p:cNvSpPr/>
          <p:nvPr/>
        </p:nvSpPr>
        <p:spPr>
          <a:xfrm>
            <a:off x="4672519" y="24010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Oval 2210"/>
          <p:cNvSpPr/>
          <p:nvPr/>
        </p:nvSpPr>
        <p:spPr>
          <a:xfrm>
            <a:off x="4702519" y="24310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212" name="Rounded Rectangle 2211"/>
          <p:cNvSpPr/>
          <p:nvPr/>
        </p:nvSpPr>
        <p:spPr>
          <a:xfrm>
            <a:off x="4872519" y="24160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213" name="Oval 2212"/>
          <p:cNvSpPr/>
          <p:nvPr/>
        </p:nvSpPr>
        <p:spPr>
          <a:xfrm>
            <a:off x="3452842" y="270655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Oval 2213"/>
          <p:cNvSpPr/>
          <p:nvPr/>
        </p:nvSpPr>
        <p:spPr>
          <a:xfrm>
            <a:off x="3482842" y="273655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215" name="Rounded Rectangle 2214"/>
          <p:cNvSpPr/>
          <p:nvPr/>
        </p:nvSpPr>
        <p:spPr>
          <a:xfrm>
            <a:off x="3652842" y="272155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216" name="Oval 2215"/>
          <p:cNvSpPr/>
          <p:nvPr/>
        </p:nvSpPr>
        <p:spPr>
          <a:xfrm>
            <a:off x="2081239" y="41539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Oval 2216"/>
          <p:cNvSpPr/>
          <p:nvPr/>
        </p:nvSpPr>
        <p:spPr>
          <a:xfrm>
            <a:off x="2111239" y="41839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218" name="Rounded Rectangle 2217"/>
          <p:cNvSpPr/>
          <p:nvPr/>
        </p:nvSpPr>
        <p:spPr>
          <a:xfrm>
            <a:off x="2281239" y="41689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219" name="Oval 2218"/>
          <p:cNvSpPr/>
          <p:nvPr/>
        </p:nvSpPr>
        <p:spPr>
          <a:xfrm>
            <a:off x="5053761" y="45355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Oval 2219"/>
          <p:cNvSpPr/>
          <p:nvPr/>
        </p:nvSpPr>
        <p:spPr>
          <a:xfrm>
            <a:off x="5083761" y="45655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221" name="Rounded Rectangle 2220"/>
          <p:cNvSpPr/>
          <p:nvPr/>
        </p:nvSpPr>
        <p:spPr>
          <a:xfrm>
            <a:off x="5253761" y="45505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222" name="Oval 2221"/>
          <p:cNvSpPr/>
          <p:nvPr/>
        </p:nvSpPr>
        <p:spPr>
          <a:xfrm>
            <a:off x="6957981" y="39249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Oval 2222"/>
          <p:cNvSpPr/>
          <p:nvPr/>
        </p:nvSpPr>
        <p:spPr>
          <a:xfrm>
            <a:off x="6987981" y="39549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224" name="Rounded Rectangle 2223"/>
          <p:cNvSpPr/>
          <p:nvPr/>
        </p:nvSpPr>
        <p:spPr>
          <a:xfrm>
            <a:off x="7157981" y="39399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225" name="Oval 2224"/>
          <p:cNvSpPr/>
          <p:nvPr/>
        </p:nvSpPr>
        <p:spPr>
          <a:xfrm>
            <a:off x="939140" y="37723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Oval 2225"/>
          <p:cNvSpPr/>
          <p:nvPr/>
        </p:nvSpPr>
        <p:spPr>
          <a:xfrm>
            <a:off x="969140" y="38023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227" name="Rounded Rectangle 2226"/>
          <p:cNvSpPr/>
          <p:nvPr/>
        </p:nvSpPr>
        <p:spPr>
          <a:xfrm>
            <a:off x="1139140" y="37873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228" name="Oval 2227"/>
          <p:cNvSpPr/>
          <p:nvPr/>
        </p:nvSpPr>
        <p:spPr>
          <a:xfrm>
            <a:off x="3834618" y="13345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Oval 2228"/>
          <p:cNvSpPr/>
          <p:nvPr/>
        </p:nvSpPr>
        <p:spPr>
          <a:xfrm>
            <a:off x="3864618" y="13645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230" name="Rounded Rectangle 2229"/>
          <p:cNvSpPr/>
          <p:nvPr/>
        </p:nvSpPr>
        <p:spPr>
          <a:xfrm>
            <a:off x="4034618" y="13495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231" name="Oval 2230"/>
          <p:cNvSpPr/>
          <p:nvPr/>
        </p:nvSpPr>
        <p:spPr>
          <a:xfrm>
            <a:off x="8068579" y="33979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Oval 2231"/>
          <p:cNvSpPr/>
          <p:nvPr/>
        </p:nvSpPr>
        <p:spPr>
          <a:xfrm>
            <a:off x="8098579" y="34279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233" name="Rounded Rectangle 2232"/>
          <p:cNvSpPr/>
          <p:nvPr/>
        </p:nvSpPr>
        <p:spPr>
          <a:xfrm>
            <a:off x="8268579" y="34129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234" name="Oval 2233"/>
          <p:cNvSpPr/>
          <p:nvPr/>
        </p:nvSpPr>
        <p:spPr>
          <a:xfrm>
            <a:off x="3682342" y="422989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Oval 2234"/>
          <p:cNvSpPr/>
          <p:nvPr/>
        </p:nvSpPr>
        <p:spPr>
          <a:xfrm>
            <a:off x="3712342" y="425989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236" name="Rounded Rectangle 2235"/>
          <p:cNvSpPr/>
          <p:nvPr/>
        </p:nvSpPr>
        <p:spPr>
          <a:xfrm>
            <a:off x="3882342" y="424489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237" name="Oval 2236"/>
          <p:cNvSpPr/>
          <p:nvPr/>
        </p:nvSpPr>
        <p:spPr>
          <a:xfrm>
            <a:off x="2567779" y="30217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Oval 2237"/>
          <p:cNvSpPr/>
          <p:nvPr/>
        </p:nvSpPr>
        <p:spPr>
          <a:xfrm>
            <a:off x="2597779" y="30517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239" name="Rounded Rectangle 2238"/>
          <p:cNvSpPr/>
          <p:nvPr/>
        </p:nvSpPr>
        <p:spPr>
          <a:xfrm>
            <a:off x="2767779" y="30367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240" name="Oval 2239"/>
          <p:cNvSpPr/>
          <p:nvPr/>
        </p:nvSpPr>
        <p:spPr>
          <a:xfrm>
            <a:off x="5657839" y="29648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Oval 2240"/>
          <p:cNvSpPr/>
          <p:nvPr/>
        </p:nvSpPr>
        <p:spPr>
          <a:xfrm>
            <a:off x="5687839" y="29948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242" name="Rounded Rectangle 2241"/>
          <p:cNvSpPr/>
          <p:nvPr/>
        </p:nvSpPr>
        <p:spPr>
          <a:xfrm>
            <a:off x="5857839" y="29798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243" name="Oval 2242"/>
          <p:cNvSpPr/>
          <p:nvPr/>
        </p:nvSpPr>
        <p:spPr>
          <a:xfrm>
            <a:off x="3986899" y="64080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Oval 2243"/>
          <p:cNvSpPr/>
          <p:nvPr/>
        </p:nvSpPr>
        <p:spPr>
          <a:xfrm>
            <a:off x="4016899" y="64380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245" name="Rounded Rectangle 2244"/>
          <p:cNvSpPr/>
          <p:nvPr/>
        </p:nvSpPr>
        <p:spPr>
          <a:xfrm>
            <a:off x="4186899" y="64230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246" name="Oval 2245"/>
          <p:cNvSpPr/>
          <p:nvPr/>
        </p:nvSpPr>
        <p:spPr>
          <a:xfrm>
            <a:off x="7557381" y="272509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Oval 2246"/>
          <p:cNvSpPr/>
          <p:nvPr/>
        </p:nvSpPr>
        <p:spPr>
          <a:xfrm>
            <a:off x="7587381" y="275509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248" name="Rounded Rectangle 2247"/>
          <p:cNvSpPr/>
          <p:nvPr/>
        </p:nvSpPr>
        <p:spPr>
          <a:xfrm>
            <a:off x="7757381" y="274009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249" name="Oval 2248"/>
          <p:cNvSpPr/>
          <p:nvPr/>
        </p:nvSpPr>
        <p:spPr>
          <a:xfrm>
            <a:off x="938961" y="60594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Oval 2249"/>
          <p:cNvSpPr/>
          <p:nvPr/>
        </p:nvSpPr>
        <p:spPr>
          <a:xfrm>
            <a:off x="968961" y="60894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251" name="Rounded Rectangle 2250"/>
          <p:cNvSpPr/>
          <p:nvPr/>
        </p:nvSpPr>
        <p:spPr>
          <a:xfrm>
            <a:off x="1138961" y="60744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252" name="Oval 2251"/>
          <p:cNvSpPr/>
          <p:nvPr/>
        </p:nvSpPr>
        <p:spPr>
          <a:xfrm>
            <a:off x="1700898" y="18693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Oval 2252"/>
          <p:cNvSpPr/>
          <p:nvPr/>
        </p:nvSpPr>
        <p:spPr>
          <a:xfrm>
            <a:off x="1730898" y="18993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254" name="Rounded Rectangle 2253"/>
          <p:cNvSpPr/>
          <p:nvPr/>
        </p:nvSpPr>
        <p:spPr>
          <a:xfrm>
            <a:off x="1900898" y="18843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255" name="Oval 2254"/>
          <p:cNvSpPr/>
          <p:nvPr/>
        </p:nvSpPr>
        <p:spPr>
          <a:xfrm>
            <a:off x="6577820" y="567853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Oval 2255"/>
          <p:cNvSpPr/>
          <p:nvPr/>
        </p:nvSpPr>
        <p:spPr>
          <a:xfrm>
            <a:off x="6607820" y="570853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257" name="Rounded Rectangle 2256"/>
          <p:cNvSpPr/>
          <p:nvPr/>
        </p:nvSpPr>
        <p:spPr>
          <a:xfrm>
            <a:off x="6777820" y="569353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"/>
          <p:cNvSpPr/>
          <p:nvPr/>
        </p:nvSpPr>
        <p:spPr>
          <a:xfrm>
            <a:off x="3137400" y="50760"/>
            <a:ext cx="2869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22: LTFJ | RWY 24 | STAR TETS1H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8" name=""/>
          <p:cNvSpPr/>
          <p:nvPr/>
        </p:nvSpPr>
        <p:spPr>
          <a:xfrm>
            <a:off x="2592360" y="1639800"/>
            <a:ext cx="2487600" cy="954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9" name=""/>
          <p:cNvSpPr/>
          <p:nvPr/>
        </p:nvSpPr>
        <p:spPr>
          <a:xfrm>
            <a:off x="5079960" y="2593800"/>
            <a:ext cx="1471680" cy="595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0" name=""/>
          <p:cNvSpPr/>
          <p:nvPr/>
        </p:nvSpPr>
        <p:spPr>
          <a:xfrm flipH="1">
            <a:off x="6157800" y="3189240"/>
            <a:ext cx="393840" cy="1851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1" name=""/>
          <p:cNvSpPr/>
          <p:nvPr/>
        </p:nvSpPr>
        <p:spPr>
          <a:xfrm flipH="1">
            <a:off x="5586120" y="5040360"/>
            <a:ext cx="571320" cy="330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2" name=""/>
          <p:cNvSpPr/>
          <p:nvPr/>
        </p:nvSpPr>
        <p:spPr>
          <a:xfrm flipH="1" flipV="1">
            <a:off x="5376960" y="5009760"/>
            <a:ext cx="209520" cy="360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3" name=""/>
          <p:cNvSpPr/>
          <p:nvPr/>
        </p:nvSpPr>
        <p:spPr>
          <a:xfrm flipV="1">
            <a:off x="5376960" y="4905000"/>
            <a:ext cx="180720" cy="104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4" name=""/>
          <p:cNvSpPr/>
          <p:nvPr/>
        </p:nvSpPr>
        <p:spPr>
          <a:xfrm flipV="1">
            <a:off x="5557680" y="4800240"/>
            <a:ext cx="181080" cy="104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5" name=""/>
          <p:cNvSpPr/>
          <p:nvPr/>
        </p:nvSpPr>
        <p:spPr>
          <a:xfrm flipV="1">
            <a:off x="5738760" y="4695480"/>
            <a:ext cx="181080" cy="104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6" name=""/>
          <p:cNvSpPr/>
          <p:nvPr/>
        </p:nvSpPr>
        <p:spPr>
          <a:xfrm>
            <a:off x="5919840" y="4695840"/>
            <a:ext cx="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7" name=""/>
          <p:cNvSpPr/>
          <p:nvPr/>
        </p:nvSpPr>
        <p:spPr>
          <a:xfrm flipH="1">
            <a:off x="5292720" y="4695840"/>
            <a:ext cx="62712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8" name=""/>
          <p:cNvSpPr/>
          <p:nvPr/>
        </p:nvSpPr>
        <p:spPr>
          <a:xfrm flipH="1">
            <a:off x="5214960" y="4695840"/>
            <a:ext cx="77760" cy="46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720" bIns="-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9" name=""/>
          <p:cNvSpPr/>
          <p:nvPr/>
        </p:nvSpPr>
        <p:spPr>
          <a:xfrm flipH="1">
            <a:off x="4943520" y="4741920"/>
            <a:ext cx="271440" cy="156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0" name=""/>
          <p:cNvSpPr/>
          <p:nvPr/>
        </p:nvSpPr>
        <p:spPr>
          <a:xfrm flipH="1">
            <a:off x="4702320" y="4898880"/>
            <a:ext cx="241200" cy="138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11" name=""/>
          <p:cNvGrpSpPr/>
          <p:nvPr/>
        </p:nvGrpSpPr>
        <p:grpSpPr>
          <a:xfrm>
            <a:off x="2529000" y="1576440"/>
            <a:ext cx="590760" cy="200520"/>
            <a:chOff x="2529000" y="1576440"/>
            <a:chExt cx="590760" cy="200520"/>
          </a:xfrm>
        </p:grpSpPr>
        <p:sp>
          <p:nvSpPr>
            <p:cNvPr id="2212" name=""/>
            <p:cNvSpPr/>
            <p:nvPr/>
          </p:nvSpPr>
          <p:spPr>
            <a:xfrm>
              <a:off x="2529000" y="1576440"/>
              <a:ext cx="12672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3" name=""/>
            <p:cNvSpPr/>
            <p:nvPr/>
          </p:nvSpPr>
          <p:spPr>
            <a:xfrm>
              <a:off x="2649600" y="157644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TETSA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14" name=""/>
          <p:cNvGrpSpPr/>
          <p:nvPr/>
        </p:nvGrpSpPr>
        <p:grpSpPr>
          <a:xfrm>
            <a:off x="5029200" y="2530440"/>
            <a:ext cx="575280" cy="200520"/>
            <a:chOff x="5029200" y="2530440"/>
            <a:chExt cx="575280" cy="200520"/>
          </a:xfrm>
        </p:grpSpPr>
        <p:sp>
          <p:nvSpPr>
            <p:cNvPr id="2215" name=""/>
            <p:cNvSpPr/>
            <p:nvPr/>
          </p:nvSpPr>
          <p:spPr>
            <a:xfrm>
              <a:off x="5029200" y="25430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6" name=""/>
            <p:cNvSpPr/>
            <p:nvPr/>
          </p:nvSpPr>
          <p:spPr>
            <a:xfrm>
              <a:off x="5114520" y="253044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PABDO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17" name=""/>
          <p:cNvGrpSpPr/>
          <p:nvPr/>
        </p:nvGrpSpPr>
        <p:grpSpPr>
          <a:xfrm>
            <a:off x="6500880" y="3125880"/>
            <a:ext cx="567720" cy="200520"/>
            <a:chOff x="6500880" y="3125880"/>
            <a:chExt cx="567720" cy="200520"/>
          </a:xfrm>
        </p:grpSpPr>
        <p:sp>
          <p:nvSpPr>
            <p:cNvPr id="2218" name=""/>
            <p:cNvSpPr/>
            <p:nvPr/>
          </p:nvSpPr>
          <p:spPr>
            <a:xfrm>
              <a:off x="6500880" y="31384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9" name=""/>
            <p:cNvSpPr/>
            <p:nvPr/>
          </p:nvSpPr>
          <p:spPr>
            <a:xfrm>
              <a:off x="6593760" y="312588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PAZAR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20" name=""/>
          <p:cNvGrpSpPr/>
          <p:nvPr/>
        </p:nvGrpSpPr>
        <p:grpSpPr>
          <a:xfrm>
            <a:off x="6118200" y="4976640"/>
            <a:ext cx="559440" cy="200520"/>
            <a:chOff x="6118200" y="4976640"/>
            <a:chExt cx="559440" cy="200520"/>
          </a:xfrm>
        </p:grpSpPr>
        <p:sp>
          <p:nvSpPr>
            <p:cNvPr id="2221" name=""/>
            <p:cNvSpPr/>
            <p:nvPr/>
          </p:nvSpPr>
          <p:spPr>
            <a:xfrm>
              <a:off x="6118200" y="50007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2" name=""/>
            <p:cNvSpPr/>
            <p:nvPr/>
          </p:nvSpPr>
          <p:spPr>
            <a:xfrm>
              <a:off x="6178320" y="497664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MEBOV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23" name=""/>
          <p:cNvGrpSpPr/>
          <p:nvPr/>
        </p:nvGrpSpPr>
        <p:grpSpPr>
          <a:xfrm>
            <a:off x="5535720" y="5307120"/>
            <a:ext cx="543240" cy="200520"/>
            <a:chOff x="5535720" y="5307120"/>
            <a:chExt cx="543240" cy="200520"/>
          </a:xfrm>
        </p:grpSpPr>
        <p:sp>
          <p:nvSpPr>
            <p:cNvPr id="2224" name=""/>
            <p:cNvSpPr/>
            <p:nvPr/>
          </p:nvSpPr>
          <p:spPr>
            <a:xfrm>
              <a:off x="553572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5" name=""/>
            <p:cNvSpPr/>
            <p:nvPr/>
          </p:nvSpPr>
          <p:spPr>
            <a:xfrm>
              <a:off x="5652720" y="53071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FJ931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26" name=""/>
          <p:cNvGrpSpPr/>
          <p:nvPr/>
        </p:nvGrpSpPr>
        <p:grpSpPr>
          <a:xfrm>
            <a:off x="5326200" y="4946760"/>
            <a:ext cx="543240" cy="200520"/>
            <a:chOff x="5326200" y="4946760"/>
            <a:chExt cx="543240" cy="200520"/>
          </a:xfrm>
        </p:grpSpPr>
        <p:sp>
          <p:nvSpPr>
            <p:cNvPr id="2227" name=""/>
            <p:cNvSpPr/>
            <p:nvPr/>
          </p:nvSpPr>
          <p:spPr>
            <a:xfrm>
              <a:off x="5326200" y="4959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8" name=""/>
            <p:cNvSpPr/>
            <p:nvPr/>
          </p:nvSpPr>
          <p:spPr>
            <a:xfrm>
              <a:off x="5443200" y="49467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FJ932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29" name=""/>
          <p:cNvGrpSpPr/>
          <p:nvPr/>
        </p:nvGrpSpPr>
        <p:grpSpPr>
          <a:xfrm>
            <a:off x="5506920" y="4842000"/>
            <a:ext cx="543600" cy="200520"/>
            <a:chOff x="5506920" y="4842000"/>
            <a:chExt cx="543600" cy="200520"/>
          </a:xfrm>
        </p:grpSpPr>
        <p:sp>
          <p:nvSpPr>
            <p:cNvPr id="2230" name=""/>
            <p:cNvSpPr/>
            <p:nvPr/>
          </p:nvSpPr>
          <p:spPr>
            <a:xfrm>
              <a:off x="5506920" y="48546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1" name=""/>
            <p:cNvSpPr/>
            <p:nvPr/>
          </p:nvSpPr>
          <p:spPr>
            <a:xfrm>
              <a:off x="5624280" y="48420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FJ933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32" name=""/>
          <p:cNvGrpSpPr/>
          <p:nvPr/>
        </p:nvGrpSpPr>
        <p:grpSpPr>
          <a:xfrm>
            <a:off x="5688000" y="4737240"/>
            <a:ext cx="543600" cy="200520"/>
            <a:chOff x="5688000" y="4737240"/>
            <a:chExt cx="543600" cy="200520"/>
          </a:xfrm>
        </p:grpSpPr>
        <p:sp>
          <p:nvSpPr>
            <p:cNvPr id="2233" name=""/>
            <p:cNvSpPr/>
            <p:nvPr/>
          </p:nvSpPr>
          <p:spPr>
            <a:xfrm>
              <a:off x="5688000" y="47498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4" name=""/>
            <p:cNvSpPr/>
            <p:nvPr/>
          </p:nvSpPr>
          <p:spPr>
            <a:xfrm>
              <a:off x="5805360" y="47372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FJ934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35" name=""/>
          <p:cNvGrpSpPr/>
          <p:nvPr/>
        </p:nvGrpSpPr>
        <p:grpSpPr>
          <a:xfrm>
            <a:off x="5869080" y="4632480"/>
            <a:ext cx="543240" cy="200520"/>
            <a:chOff x="5869080" y="4632480"/>
            <a:chExt cx="543240" cy="200520"/>
          </a:xfrm>
        </p:grpSpPr>
        <p:sp>
          <p:nvSpPr>
            <p:cNvPr id="2236" name=""/>
            <p:cNvSpPr/>
            <p:nvPr/>
          </p:nvSpPr>
          <p:spPr>
            <a:xfrm>
              <a:off x="5869080" y="46450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7" name=""/>
            <p:cNvSpPr/>
            <p:nvPr/>
          </p:nvSpPr>
          <p:spPr>
            <a:xfrm>
              <a:off x="5986080" y="46324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FJ935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38" name=""/>
          <p:cNvGrpSpPr/>
          <p:nvPr/>
        </p:nvGrpSpPr>
        <p:grpSpPr>
          <a:xfrm>
            <a:off x="5878440" y="4632480"/>
            <a:ext cx="479880" cy="200520"/>
            <a:chOff x="5878440" y="4632480"/>
            <a:chExt cx="479880" cy="200520"/>
          </a:xfrm>
        </p:grpSpPr>
        <p:sp>
          <p:nvSpPr>
            <p:cNvPr id="2239" name=""/>
            <p:cNvSpPr/>
            <p:nvPr/>
          </p:nvSpPr>
          <p:spPr>
            <a:xfrm>
              <a:off x="5878440" y="46562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0" name=""/>
            <p:cNvSpPr/>
            <p:nvPr/>
          </p:nvSpPr>
          <p:spPr>
            <a:xfrm>
              <a:off x="5967360" y="4632480"/>
              <a:ext cx="390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DISC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41" name=""/>
          <p:cNvGrpSpPr/>
          <p:nvPr/>
        </p:nvGrpSpPr>
        <p:grpSpPr>
          <a:xfrm>
            <a:off x="5253120" y="4632480"/>
            <a:ext cx="554400" cy="200520"/>
            <a:chOff x="5253120" y="4632480"/>
            <a:chExt cx="554400" cy="200520"/>
          </a:xfrm>
        </p:grpSpPr>
        <p:sp>
          <p:nvSpPr>
            <p:cNvPr id="2242" name=""/>
            <p:cNvSpPr/>
            <p:nvPr/>
          </p:nvSpPr>
          <p:spPr>
            <a:xfrm>
              <a:off x="5253120" y="46562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3" name=""/>
            <p:cNvSpPr/>
            <p:nvPr/>
          </p:nvSpPr>
          <p:spPr>
            <a:xfrm>
              <a:off x="5317560" y="46324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BEMKA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44" name=""/>
          <p:cNvGrpSpPr/>
          <p:nvPr/>
        </p:nvGrpSpPr>
        <p:grpSpPr>
          <a:xfrm>
            <a:off x="5173560" y="4678200"/>
            <a:ext cx="467640" cy="200520"/>
            <a:chOff x="5173560" y="4678200"/>
            <a:chExt cx="467640" cy="200520"/>
          </a:xfrm>
        </p:grpSpPr>
        <p:sp>
          <p:nvSpPr>
            <p:cNvPr id="2245" name=""/>
            <p:cNvSpPr/>
            <p:nvPr/>
          </p:nvSpPr>
          <p:spPr>
            <a:xfrm>
              <a:off x="5173560" y="47005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6" name=""/>
            <p:cNvSpPr/>
            <p:nvPr/>
          </p:nvSpPr>
          <p:spPr>
            <a:xfrm>
              <a:off x="5274720" y="467820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47" name=""/>
          <p:cNvGrpSpPr/>
          <p:nvPr/>
        </p:nvGrpSpPr>
        <p:grpSpPr>
          <a:xfrm>
            <a:off x="4902120" y="4835520"/>
            <a:ext cx="464760" cy="200520"/>
            <a:chOff x="4902120" y="4835520"/>
            <a:chExt cx="464760" cy="200520"/>
          </a:xfrm>
        </p:grpSpPr>
        <p:sp>
          <p:nvSpPr>
            <p:cNvPr id="2248" name=""/>
            <p:cNvSpPr/>
            <p:nvPr/>
          </p:nvSpPr>
          <p:spPr>
            <a:xfrm>
              <a:off x="4902120" y="4857840"/>
              <a:ext cx="828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9" name=""/>
            <p:cNvSpPr/>
            <p:nvPr/>
          </p:nvSpPr>
          <p:spPr>
            <a:xfrm>
              <a:off x="5009400" y="483552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50" name=""/>
          <p:cNvGrpSpPr/>
          <p:nvPr/>
        </p:nvGrpSpPr>
        <p:grpSpPr>
          <a:xfrm>
            <a:off x="4638600" y="4973760"/>
            <a:ext cx="543600" cy="200520"/>
            <a:chOff x="4638600" y="4973760"/>
            <a:chExt cx="543600" cy="200520"/>
          </a:xfrm>
        </p:grpSpPr>
        <p:sp>
          <p:nvSpPr>
            <p:cNvPr id="2251" name=""/>
            <p:cNvSpPr/>
            <p:nvPr/>
          </p:nvSpPr>
          <p:spPr>
            <a:xfrm>
              <a:off x="4638600" y="497376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2" name=""/>
            <p:cNvSpPr/>
            <p:nvPr/>
          </p:nvSpPr>
          <p:spPr>
            <a:xfrm>
              <a:off x="4755960" y="49737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53" name=""/>
          <p:cNvGrpSpPr/>
          <p:nvPr/>
        </p:nvGrpSpPr>
        <p:grpSpPr>
          <a:xfrm>
            <a:off x="4800600" y="5486400"/>
            <a:ext cx="479160" cy="200520"/>
            <a:chOff x="4800600" y="5486400"/>
            <a:chExt cx="479160" cy="200520"/>
          </a:xfrm>
        </p:grpSpPr>
        <p:sp>
          <p:nvSpPr>
            <p:cNvPr id="2254" name=""/>
            <p:cNvSpPr/>
            <p:nvPr/>
          </p:nvSpPr>
          <p:spPr>
            <a:xfrm>
              <a:off x="4800600" y="54925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5" name=""/>
            <p:cNvSpPr/>
            <p:nvPr/>
          </p:nvSpPr>
          <p:spPr>
            <a:xfrm>
              <a:off x="494208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56" name=""/>
          <p:cNvGrpSpPr/>
          <p:nvPr/>
        </p:nvGrpSpPr>
        <p:grpSpPr>
          <a:xfrm>
            <a:off x="8458200" y="3352680"/>
            <a:ext cx="461880" cy="200520"/>
            <a:chOff x="8458200" y="3352680"/>
            <a:chExt cx="461880" cy="200520"/>
          </a:xfrm>
        </p:grpSpPr>
        <p:sp>
          <p:nvSpPr>
            <p:cNvPr id="2257" name=""/>
            <p:cNvSpPr/>
            <p:nvPr/>
          </p:nvSpPr>
          <p:spPr>
            <a:xfrm>
              <a:off x="8458200" y="3368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8" name=""/>
            <p:cNvSpPr/>
            <p:nvPr/>
          </p:nvSpPr>
          <p:spPr>
            <a:xfrm>
              <a:off x="8582400" y="3352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59" name=""/>
          <p:cNvGrpSpPr/>
          <p:nvPr/>
        </p:nvGrpSpPr>
        <p:grpSpPr>
          <a:xfrm>
            <a:off x="2514600" y="3124080"/>
            <a:ext cx="461880" cy="200520"/>
            <a:chOff x="2514600" y="3124080"/>
            <a:chExt cx="461880" cy="200520"/>
          </a:xfrm>
        </p:grpSpPr>
        <p:sp>
          <p:nvSpPr>
            <p:cNvPr id="2260" name=""/>
            <p:cNvSpPr/>
            <p:nvPr/>
          </p:nvSpPr>
          <p:spPr>
            <a:xfrm>
              <a:off x="2514600" y="31399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1" name=""/>
            <p:cNvSpPr/>
            <p:nvPr/>
          </p:nvSpPr>
          <p:spPr>
            <a:xfrm>
              <a:off x="26388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62" name=""/>
          <p:cNvGrpSpPr/>
          <p:nvPr/>
        </p:nvGrpSpPr>
        <p:grpSpPr>
          <a:xfrm>
            <a:off x="152280" y="1676520"/>
            <a:ext cx="461880" cy="200520"/>
            <a:chOff x="152280" y="1676520"/>
            <a:chExt cx="461880" cy="200520"/>
          </a:xfrm>
        </p:grpSpPr>
        <p:sp>
          <p:nvSpPr>
            <p:cNvPr id="2263" name=""/>
            <p:cNvSpPr/>
            <p:nvPr/>
          </p:nvSpPr>
          <p:spPr>
            <a:xfrm>
              <a:off x="152280" y="16923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4" name=""/>
            <p:cNvSpPr/>
            <p:nvPr/>
          </p:nvSpPr>
          <p:spPr>
            <a:xfrm>
              <a:off x="276480" y="16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65" name=""/>
          <p:cNvGrpSpPr/>
          <p:nvPr/>
        </p:nvGrpSpPr>
        <p:grpSpPr>
          <a:xfrm>
            <a:off x="5562720" y="4038480"/>
            <a:ext cx="460080" cy="200520"/>
            <a:chOff x="5562720" y="4038480"/>
            <a:chExt cx="460080" cy="200520"/>
          </a:xfrm>
        </p:grpSpPr>
        <p:sp>
          <p:nvSpPr>
            <p:cNvPr id="2266" name=""/>
            <p:cNvSpPr/>
            <p:nvPr/>
          </p:nvSpPr>
          <p:spPr>
            <a:xfrm>
              <a:off x="5562720" y="405432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7" name=""/>
            <p:cNvSpPr/>
            <p:nvPr/>
          </p:nvSpPr>
          <p:spPr>
            <a:xfrm>
              <a:off x="568512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68" name=""/>
          <p:cNvGrpSpPr/>
          <p:nvPr/>
        </p:nvGrpSpPr>
        <p:grpSpPr>
          <a:xfrm>
            <a:off x="7010280" y="5638680"/>
            <a:ext cx="461880" cy="200520"/>
            <a:chOff x="7010280" y="5638680"/>
            <a:chExt cx="461880" cy="200520"/>
          </a:xfrm>
        </p:grpSpPr>
        <p:sp>
          <p:nvSpPr>
            <p:cNvPr id="2269" name=""/>
            <p:cNvSpPr/>
            <p:nvPr/>
          </p:nvSpPr>
          <p:spPr>
            <a:xfrm>
              <a:off x="7010280" y="5654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0" name=""/>
            <p:cNvSpPr/>
            <p:nvPr/>
          </p:nvSpPr>
          <p:spPr>
            <a:xfrm>
              <a:off x="713448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71" name=""/>
          <p:cNvGrpSpPr/>
          <p:nvPr/>
        </p:nvGrpSpPr>
        <p:grpSpPr>
          <a:xfrm>
            <a:off x="5105520" y="3505320"/>
            <a:ext cx="461520" cy="200520"/>
            <a:chOff x="5105520" y="3505320"/>
            <a:chExt cx="461520" cy="200520"/>
          </a:xfrm>
        </p:grpSpPr>
        <p:sp>
          <p:nvSpPr>
            <p:cNvPr id="2272" name=""/>
            <p:cNvSpPr/>
            <p:nvPr/>
          </p:nvSpPr>
          <p:spPr>
            <a:xfrm>
              <a:off x="5105520" y="35211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3" name=""/>
            <p:cNvSpPr/>
            <p:nvPr/>
          </p:nvSpPr>
          <p:spPr>
            <a:xfrm>
              <a:off x="522936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74" name=""/>
          <p:cNvGrpSpPr/>
          <p:nvPr/>
        </p:nvGrpSpPr>
        <p:grpSpPr>
          <a:xfrm>
            <a:off x="6119640" y="1714680"/>
            <a:ext cx="469080" cy="200520"/>
            <a:chOff x="6119640" y="1714680"/>
            <a:chExt cx="469080" cy="200520"/>
          </a:xfrm>
        </p:grpSpPr>
        <p:sp>
          <p:nvSpPr>
            <p:cNvPr id="2275" name=""/>
            <p:cNvSpPr/>
            <p:nvPr/>
          </p:nvSpPr>
          <p:spPr>
            <a:xfrm>
              <a:off x="6119640" y="1730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6" name=""/>
            <p:cNvSpPr/>
            <p:nvPr/>
          </p:nvSpPr>
          <p:spPr>
            <a:xfrm>
              <a:off x="6251040" y="1714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77" name=""/>
          <p:cNvGrpSpPr/>
          <p:nvPr/>
        </p:nvGrpSpPr>
        <p:grpSpPr>
          <a:xfrm>
            <a:off x="3719520" y="3006720"/>
            <a:ext cx="468720" cy="200520"/>
            <a:chOff x="3719520" y="3006720"/>
            <a:chExt cx="468720" cy="200520"/>
          </a:xfrm>
        </p:grpSpPr>
        <p:sp>
          <p:nvSpPr>
            <p:cNvPr id="2278" name=""/>
            <p:cNvSpPr/>
            <p:nvPr/>
          </p:nvSpPr>
          <p:spPr>
            <a:xfrm>
              <a:off x="3719520" y="3021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9" name=""/>
            <p:cNvSpPr/>
            <p:nvPr/>
          </p:nvSpPr>
          <p:spPr>
            <a:xfrm>
              <a:off x="3850560" y="300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0" name=""/>
          <p:cNvGrpSpPr/>
          <p:nvPr/>
        </p:nvGrpSpPr>
        <p:grpSpPr>
          <a:xfrm>
            <a:off x="7308720" y="4316400"/>
            <a:ext cx="469080" cy="200520"/>
            <a:chOff x="7308720" y="4316400"/>
            <a:chExt cx="469080" cy="200520"/>
          </a:xfrm>
        </p:grpSpPr>
        <p:sp>
          <p:nvSpPr>
            <p:cNvPr id="2281" name=""/>
            <p:cNvSpPr/>
            <p:nvPr/>
          </p:nvSpPr>
          <p:spPr>
            <a:xfrm>
              <a:off x="7308720" y="433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2" name=""/>
            <p:cNvSpPr/>
            <p:nvPr/>
          </p:nvSpPr>
          <p:spPr>
            <a:xfrm>
              <a:off x="7440120" y="431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3" name=""/>
          <p:cNvGrpSpPr/>
          <p:nvPr/>
        </p:nvGrpSpPr>
        <p:grpSpPr>
          <a:xfrm>
            <a:off x="1747800" y="2576520"/>
            <a:ext cx="468720" cy="200520"/>
            <a:chOff x="1747800" y="2576520"/>
            <a:chExt cx="468720" cy="200520"/>
          </a:xfrm>
        </p:grpSpPr>
        <p:sp>
          <p:nvSpPr>
            <p:cNvPr id="2284" name=""/>
            <p:cNvSpPr/>
            <p:nvPr/>
          </p:nvSpPr>
          <p:spPr>
            <a:xfrm>
              <a:off x="1747800" y="2590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5" name=""/>
            <p:cNvSpPr/>
            <p:nvPr/>
          </p:nvSpPr>
          <p:spPr>
            <a:xfrm>
              <a:off x="1878840" y="25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6" name=""/>
          <p:cNvGrpSpPr/>
          <p:nvPr/>
        </p:nvGrpSpPr>
        <p:grpSpPr>
          <a:xfrm>
            <a:off x="7238880" y="2590920"/>
            <a:ext cx="461880" cy="200520"/>
            <a:chOff x="7238880" y="2590920"/>
            <a:chExt cx="461880" cy="200520"/>
          </a:xfrm>
        </p:grpSpPr>
        <p:sp>
          <p:nvSpPr>
            <p:cNvPr id="2287" name=""/>
            <p:cNvSpPr/>
            <p:nvPr/>
          </p:nvSpPr>
          <p:spPr>
            <a:xfrm>
              <a:off x="7238880" y="2605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8" name=""/>
            <p:cNvSpPr/>
            <p:nvPr/>
          </p:nvSpPr>
          <p:spPr>
            <a:xfrm>
              <a:off x="73630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9" name=""/>
          <p:cNvGrpSpPr/>
          <p:nvPr/>
        </p:nvGrpSpPr>
        <p:grpSpPr>
          <a:xfrm>
            <a:off x="3962520" y="4114800"/>
            <a:ext cx="461160" cy="200520"/>
            <a:chOff x="3962520" y="4114800"/>
            <a:chExt cx="461160" cy="200520"/>
          </a:xfrm>
        </p:grpSpPr>
        <p:sp>
          <p:nvSpPr>
            <p:cNvPr id="2290" name=""/>
            <p:cNvSpPr/>
            <p:nvPr/>
          </p:nvSpPr>
          <p:spPr>
            <a:xfrm>
              <a:off x="3962520" y="413064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1" name=""/>
            <p:cNvSpPr/>
            <p:nvPr/>
          </p:nvSpPr>
          <p:spPr>
            <a:xfrm>
              <a:off x="408600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2" name=""/>
          <p:cNvGrpSpPr/>
          <p:nvPr/>
        </p:nvGrpSpPr>
        <p:grpSpPr>
          <a:xfrm>
            <a:off x="1730520" y="835200"/>
            <a:ext cx="468720" cy="200520"/>
            <a:chOff x="1730520" y="835200"/>
            <a:chExt cx="468720" cy="200520"/>
          </a:xfrm>
        </p:grpSpPr>
        <p:sp>
          <p:nvSpPr>
            <p:cNvPr id="2293" name=""/>
            <p:cNvSpPr/>
            <p:nvPr/>
          </p:nvSpPr>
          <p:spPr>
            <a:xfrm>
              <a:off x="1730520" y="8510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4" name=""/>
            <p:cNvSpPr/>
            <p:nvPr/>
          </p:nvSpPr>
          <p:spPr>
            <a:xfrm>
              <a:off x="1861560" y="835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5" name=""/>
          <p:cNvGrpSpPr/>
          <p:nvPr/>
        </p:nvGrpSpPr>
        <p:grpSpPr>
          <a:xfrm>
            <a:off x="5937120" y="4495680"/>
            <a:ext cx="461520" cy="200520"/>
            <a:chOff x="5937120" y="4495680"/>
            <a:chExt cx="461520" cy="200520"/>
          </a:xfrm>
        </p:grpSpPr>
        <p:sp>
          <p:nvSpPr>
            <p:cNvPr id="2296" name=""/>
            <p:cNvSpPr/>
            <p:nvPr/>
          </p:nvSpPr>
          <p:spPr>
            <a:xfrm>
              <a:off x="5937120" y="4511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7" name=""/>
            <p:cNvSpPr/>
            <p:nvPr/>
          </p:nvSpPr>
          <p:spPr>
            <a:xfrm>
              <a:off x="606096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8" name=""/>
          <p:cNvGrpSpPr/>
          <p:nvPr/>
        </p:nvGrpSpPr>
        <p:grpSpPr>
          <a:xfrm>
            <a:off x="3124080" y="6324480"/>
            <a:ext cx="461520" cy="200520"/>
            <a:chOff x="3124080" y="6324480"/>
            <a:chExt cx="461520" cy="200520"/>
          </a:xfrm>
        </p:grpSpPr>
        <p:sp>
          <p:nvSpPr>
            <p:cNvPr id="2299" name=""/>
            <p:cNvSpPr/>
            <p:nvPr/>
          </p:nvSpPr>
          <p:spPr>
            <a:xfrm>
              <a:off x="3124080" y="6340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0" name=""/>
            <p:cNvSpPr/>
            <p:nvPr/>
          </p:nvSpPr>
          <p:spPr>
            <a:xfrm>
              <a:off x="324792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01" name=""/>
          <p:cNvGrpSpPr/>
          <p:nvPr/>
        </p:nvGrpSpPr>
        <p:grpSpPr>
          <a:xfrm>
            <a:off x="3340080" y="844560"/>
            <a:ext cx="468720" cy="200520"/>
            <a:chOff x="3340080" y="844560"/>
            <a:chExt cx="468720" cy="200520"/>
          </a:xfrm>
        </p:grpSpPr>
        <p:sp>
          <p:nvSpPr>
            <p:cNvPr id="2302" name=""/>
            <p:cNvSpPr/>
            <p:nvPr/>
          </p:nvSpPr>
          <p:spPr>
            <a:xfrm>
              <a:off x="3340080" y="858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3" name=""/>
            <p:cNvSpPr/>
            <p:nvPr/>
          </p:nvSpPr>
          <p:spPr>
            <a:xfrm>
              <a:off x="3471120" y="844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04" name=""/>
          <p:cNvGrpSpPr/>
          <p:nvPr/>
        </p:nvGrpSpPr>
        <p:grpSpPr>
          <a:xfrm>
            <a:off x="1447920" y="5105520"/>
            <a:ext cx="461520" cy="200520"/>
            <a:chOff x="1447920" y="5105520"/>
            <a:chExt cx="461520" cy="200520"/>
          </a:xfrm>
        </p:grpSpPr>
        <p:sp>
          <p:nvSpPr>
            <p:cNvPr id="2305" name=""/>
            <p:cNvSpPr/>
            <p:nvPr/>
          </p:nvSpPr>
          <p:spPr>
            <a:xfrm>
              <a:off x="1447920" y="5119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6" name=""/>
            <p:cNvSpPr/>
            <p:nvPr/>
          </p:nvSpPr>
          <p:spPr>
            <a:xfrm>
              <a:off x="157176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07" name=""/>
          <p:cNvGrpSpPr/>
          <p:nvPr/>
        </p:nvGrpSpPr>
        <p:grpSpPr>
          <a:xfrm>
            <a:off x="5562720" y="609480"/>
            <a:ext cx="461160" cy="200520"/>
            <a:chOff x="5562720" y="609480"/>
            <a:chExt cx="461160" cy="200520"/>
          </a:xfrm>
        </p:grpSpPr>
        <p:sp>
          <p:nvSpPr>
            <p:cNvPr id="2308" name=""/>
            <p:cNvSpPr/>
            <p:nvPr/>
          </p:nvSpPr>
          <p:spPr>
            <a:xfrm>
              <a:off x="5562720" y="6238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9" name=""/>
            <p:cNvSpPr/>
            <p:nvPr/>
          </p:nvSpPr>
          <p:spPr>
            <a:xfrm>
              <a:off x="568620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10" name=""/>
          <p:cNvGrpSpPr/>
          <p:nvPr/>
        </p:nvGrpSpPr>
        <p:grpSpPr>
          <a:xfrm>
            <a:off x="4267080" y="1371600"/>
            <a:ext cx="460080" cy="200520"/>
            <a:chOff x="4267080" y="1371600"/>
            <a:chExt cx="460080" cy="200520"/>
          </a:xfrm>
        </p:grpSpPr>
        <p:sp>
          <p:nvSpPr>
            <p:cNvPr id="2311" name=""/>
            <p:cNvSpPr/>
            <p:nvPr/>
          </p:nvSpPr>
          <p:spPr>
            <a:xfrm>
              <a:off x="4267080" y="1385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2" name=""/>
            <p:cNvSpPr/>
            <p:nvPr/>
          </p:nvSpPr>
          <p:spPr>
            <a:xfrm>
              <a:off x="438948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13" name="Rounded Rectangle 2312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2314" name="Oval 2313"/>
          <p:cNvSpPr/>
          <p:nvPr/>
        </p:nvSpPr>
        <p:spPr>
          <a:xfrm>
            <a:off x="4757840" y="54497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Oval 2314"/>
          <p:cNvSpPr/>
          <p:nvPr/>
        </p:nvSpPr>
        <p:spPr>
          <a:xfrm>
            <a:off x="4787840" y="54797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316" name="Rounded Rectangle 2315"/>
          <p:cNvSpPr/>
          <p:nvPr/>
        </p:nvSpPr>
        <p:spPr>
          <a:xfrm>
            <a:off x="4957840" y="54647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317" name="Oval 2316"/>
          <p:cNvSpPr/>
          <p:nvPr/>
        </p:nvSpPr>
        <p:spPr>
          <a:xfrm>
            <a:off x="8406621" y="33160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Oval 2317"/>
          <p:cNvSpPr/>
          <p:nvPr/>
        </p:nvSpPr>
        <p:spPr>
          <a:xfrm>
            <a:off x="8436621" y="33460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319" name="Rounded Rectangle 2318"/>
          <p:cNvSpPr/>
          <p:nvPr/>
        </p:nvSpPr>
        <p:spPr>
          <a:xfrm>
            <a:off x="8606621" y="33310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320" name="Oval 2319"/>
          <p:cNvSpPr/>
          <p:nvPr/>
        </p:nvSpPr>
        <p:spPr>
          <a:xfrm>
            <a:off x="2463023" y="30876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Oval 2320"/>
          <p:cNvSpPr/>
          <p:nvPr/>
        </p:nvSpPr>
        <p:spPr>
          <a:xfrm>
            <a:off x="2493023" y="31176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322" name="Rounded Rectangle 2321"/>
          <p:cNvSpPr/>
          <p:nvPr/>
        </p:nvSpPr>
        <p:spPr>
          <a:xfrm>
            <a:off x="2663023" y="31026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323" name="Oval 2322"/>
          <p:cNvSpPr/>
          <p:nvPr/>
        </p:nvSpPr>
        <p:spPr>
          <a:xfrm>
            <a:off x="100700" y="16398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Oval 2323"/>
          <p:cNvSpPr/>
          <p:nvPr/>
        </p:nvSpPr>
        <p:spPr>
          <a:xfrm>
            <a:off x="130700" y="16698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325" name="Rounded Rectangle 2324"/>
          <p:cNvSpPr/>
          <p:nvPr/>
        </p:nvSpPr>
        <p:spPr>
          <a:xfrm>
            <a:off x="300700" y="16548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326" name="Oval 2325"/>
          <p:cNvSpPr/>
          <p:nvPr/>
        </p:nvSpPr>
        <p:spPr>
          <a:xfrm>
            <a:off x="5510421" y="40020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Oval 2326"/>
          <p:cNvSpPr/>
          <p:nvPr/>
        </p:nvSpPr>
        <p:spPr>
          <a:xfrm>
            <a:off x="5540421" y="40320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328" name="Rounded Rectangle 2327"/>
          <p:cNvSpPr/>
          <p:nvPr/>
        </p:nvSpPr>
        <p:spPr>
          <a:xfrm>
            <a:off x="5710421" y="40170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329" name="Oval 2328"/>
          <p:cNvSpPr/>
          <p:nvPr/>
        </p:nvSpPr>
        <p:spPr>
          <a:xfrm>
            <a:off x="6958699" y="56020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Oval 2329"/>
          <p:cNvSpPr/>
          <p:nvPr/>
        </p:nvSpPr>
        <p:spPr>
          <a:xfrm>
            <a:off x="6988699" y="56320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331" name="Rounded Rectangle 2330"/>
          <p:cNvSpPr/>
          <p:nvPr/>
        </p:nvSpPr>
        <p:spPr>
          <a:xfrm>
            <a:off x="7158699" y="56170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332" name="Oval 2331"/>
          <p:cNvSpPr/>
          <p:nvPr/>
        </p:nvSpPr>
        <p:spPr>
          <a:xfrm>
            <a:off x="5053938" y="346886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Oval 2332"/>
          <p:cNvSpPr/>
          <p:nvPr/>
        </p:nvSpPr>
        <p:spPr>
          <a:xfrm>
            <a:off x="5083938" y="349886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334" name="Rounded Rectangle 2333"/>
          <p:cNvSpPr/>
          <p:nvPr/>
        </p:nvSpPr>
        <p:spPr>
          <a:xfrm>
            <a:off x="5253938" y="348386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335" name="Oval 2334"/>
          <p:cNvSpPr/>
          <p:nvPr/>
        </p:nvSpPr>
        <p:spPr>
          <a:xfrm>
            <a:off x="6068058" y="16780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Oval 2335"/>
          <p:cNvSpPr/>
          <p:nvPr/>
        </p:nvSpPr>
        <p:spPr>
          <a:xfrm>
            <a:off x="6098058" y="17080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337" name="Rounded Rectangle 2336"/>
          <p:cNvSpPr/>
          <p:nvPr/>
        </p:nvSpPr>
        <p:spPr>
          <a:xfrm>
            <a:off x="6268058" y="16930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338" name="Oval 2337"/>
          <p:cNvSpPr/>
          <p:nvPr/>
        </p:nvSpPr>
        <p:spPr>
          <a:xfrm>
            <a:off x="3667940" y="29695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Oval 2338"/>
          <p:cNvSpPr/>
          <p:nvPr/>
        </p:nvSpPr>
        <p:spPr>
          <a:xfrm>
            <a:off x="3697940" y="29995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340" name="Rounded Rectangle 2339"/>
          <p:cNvSpPr/>
          <p:nvPr/>
        </p:nvSpPr>
        <p:spPr>
          <a:xfrm>
            <a:off x="3867940" y="29845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341" name="Oval 2340"/>
          <p:cNvSpPr/>
          <p:nvPr/>
        </p:nvSpPr>
        <p:spPr>
          <a:xfrm>
            <a:off x="7257142" y="42806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Oval 2341"/>
          <p:cNvSpPr/>
          <p:nvPr/>
        </p:nvSpPr>
        <p:spPr>
          <a:xfrm>
            <a:off x="7287142" y="43106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343" name="Rounded Rectangle 2342"/>
          <p:cNvSpPr/>
          <p:nvPr/>
        </p:nvSpPr>
        <p:spPr>
          <a:xfrm>
            <a:off x="7457142" y="42956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344" name="Oval 2343"/>
          <p:cNvSpPr/>
          <p:nvPr/>
        </p:nvSpPr>
        <p:spPr>
          <a:xfrm>
            <a:off x="1696223" y="25393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Oval 2344"/>
          <p:cNvSpPr/>
          <p:nvPr/>
        </p:nvSpPr>
        <p:spPr>
          <a:xfrm>
            <a:off x="1726223" y="25693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346" name="Rounded Rectangle 2345"/>
          <p:cNvSpPr/>
          <p:nvPr/>
        </p:nvSpPr>
        <p:spPr>
          <a:xfrm>
            <a:off x="1896223" y="25543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347" name="Oval 2346"/>
          <p:cNvSpPr/>
          <p:nvPr/>
        </p:nvSpPr>
        <p:spPr>
          <a:xfrm>
            <a:off x="7187299" y="25537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Oval 2347"/>
          <p:cNvSpPr/>
          <p:nvPr/>
        </p:nvSpPr>
        <p:spPr>
          <a:xfrm>
            <a:off x="7217299" y="25837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349" name="Rounded Rectangle 2348"/>
          <p:cNvSpPr/>
          <p:nvPr/>
        </p:nvSpPr>
        <p:spPr>
          <a:xfrm>
            <a:off x="7387299" y="25687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350" name="Oval 2349"/>
          <p:cNvSpPr/>
          <p:nvPr/>
        </p:nvSpPr>
        <p:spPr>
          <a:xfrm>
            <a:off x="3910764" y="40781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Oval 2350"/>
          <p:cNvSpPr/>
          <p:nvPr/>
        </p:nvSpPr>
        <p:spPr>
          <a:xfrm>
            <a:off x="3940764" y="41081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352" name="Rounded Rectangle 2351"/>
          <p:cNvSpPr/>
          <p:nvPr/>
        </p:nvSpPr>
        <p:spPr>
          <a:xfrm>
            <a:off x="4110764" y="40931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353" name="Oval 2352"/>
          <p:cNvSpPr/>
          <p:nvPr/>
        </p:nvSpPr>
        <p:spPr>
          <a:xfrm>
            <a:off x="1678943" y="7985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Oval 2353"/>
          <p:cNvSpPr/>
          <p:nvPr/>
        </p:nvSpPr>
        <p:spPr>
          <a:xfrm>
            <a:off x="1708943" y="8285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355" name="Rounded Rectangle 2354"/>
          <p:cNvSpPr/>
          <p:nvPr/>
        </p:nvSpPr>
        <p:spPr>
          <a:xfrm>
            <a:off x="1878943" y="8135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356" name="Oval 2355"/>
          <p:cNvSpPr/>
          <p:nvPr/>
        </p:nvSpPr>
        <p:spPr>
          <a:xfrm>
            <a:off x="5885543" y="44590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Oval 2356"/>
          <p:cNvSpPr/>
          <p:nvPr/>
        </p:nvSpPr>
        <p:spPr>
          <a:xfrm>
            <a:off x="5915543" y="44890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358" name="Rounded Rectangle 2357"/>
          <p:cNvSpPr/>
          <p:nvPr/>
        </p:nvSpPr>
        <p:spPr>
          <a:xfrm>
            <a:off x="6085543" y="44740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359" name="Oval 2358"/>
          <p:cNvSpPr/>
          <p:nvPr/>
        </p:nvSpPr>
        <p:spPr>
          <a:xfrm>
            <a:off x="3072500" y="62887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Oval 2359"/>
          <p:cNvSpPr/>
          <p:nvPr/>
        </p:nvSpPr>
        <p:spPr>
          <a:xfrm>
            <a:off x="3102500" y="63187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361" name="Rounded Rectangle 2360"/>
          <p:cNvSpPr/>
          <p:nvPr/>
        </p:nvSpPr>
        <p:spPr>
          <a:xfrm>
            <a:off x="3272500" y="63037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362" name="Oval 2361"/>
          <p:cNvSpPr/>
          <p:nvPr/>
        </p:nvSpPr>
        <p:spPr>
          <a:xfrm>
            <a:off x="3288503" y="8073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Oval 2362"/>
          <p:cNvSpPr/>
          <p:nvPr/>
        </p:nvSpPr>
        <p:spPr>
          <a:xfrm>
            <a:off x="3318503" y="8373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364" name="Rounded Rectangle 2363"/>
          <p:cNvSpPr/>
          <p:nvPr/>
        </p:nvSpPr>
        <p:spPr>
          <a:xfrm>
            <a:off x="3488503" y="8223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365" name="Oval 2364"/>
          <p:cNvSpPr/>
          <p:nvPr/>
        </p:nvSpPr>
        <p:spPr>
          <a:xfrm>
            <a:off x="1396339" y="506797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Oval 2365"/>
          <p:cNvSpPr/>
          <p:nvPr/>
        </p:nvSpPr>
        <p:spPr>
          <a:xfrm>
            <a:off x="1426339" y="509797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367" name="Rounded Rectangle 2366"/>
          <p:cNvSpPr/>
          <p:nvPr/>
        </p:nvSpPr>
        <p:spPr>
          <a:xfrm>
            <a:off x="1596339" y="508297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368" name="Oval 2367"/>
          <p:cNvSpPr/>
          <p:nvPr/>
        </p:nvSpPr>
        <p:spPr>
          <a:xfrm>
            <a:off x="5510964" y="5723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Oval 2368"/>
          <p:cNvSpPr/>
          <p:nvPr/>
        </p:nvSpPr>
        <p:spPr>
          <a:xfrm>
            <a:off x="5540964" y="6023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370" name="Rounded Rectangle 2369"/>
          <p:cNvSpPr/>
          <p:nvPr/>
        </p:nvSpPr>
        <p:spPr>
          <a:xfrm>
            <a:off x="5710964" y="5873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371" name="Oval 2370"/>
          <p:cNvSpPr/>
          <p:nvPr/>
        </p:nvSpPr>
        <p:spPr>
          <a:xfrm>
            <a:off x="4214602" y="13340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Oval 2371"/>
          <p:cNvSpPr/>
          <p:nvPr/>
        </p:nvSpPr>
        <p:spPr>
          <a:xfrm>
            <a:off x="4244602" y="13640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373" name="Rounded Rectangle 2372"/>
          <p:cNvSpPr/>
          <p:nvPr/>
        </p:nvSpPr>
        <p:spPr>
          <a:xfrm>
            <a:off x="4414602" y="13490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"/>
          <p:cNvSpPr/>
          <p:nvPr/>
        </p:nvSpPr>
        <p:spPr>
          <a:xfrm>
            <a:off x="3083400" y="50760"/>
            <a:ext cx="2977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23: VTBS | RWY 01L | STAR CABI1B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4" name=""/>
          <p:cNvSpPr/>
          <p:nvPr/>
        </p:nvSpPr>
        <p:spPr>
          <a:xfrm flipH="1" flipV="1">
            <a:off x="4452480" y="2295360"/>
            <a:ext cx="2490840" cy="3075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5" name=""/>
          <p:cNvSpPr/>
          <p:nvPr/>
        </p:nvSpPr>
        <p:spPr>
          <a:xfrm flipH="1" flipV="1">
            <a:off x="3483000" y="2108160"/>
            <a:ext cx="969840" cy="187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6" name=""/>
          <p:cNvSpPr/>
          <p:nvPr/>
        </p:nvSpPr>
        <p:spPr>
          <a:xfrm flipH="1">
            <a:off x="3056040" y="2108160"/>
            <a:ext cx="426960" cy="1592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7" name=""/>
          <p:cNvSpPr/>
          <p:nvPr/>
        </p:nvSpPr>
        <p:spPr>
          <a:xfrm flipH="1" flipV="1">
            <a:off x="2259000" y="3485880"/>
            <a:ext cx="797040" cy="214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8" name=""/>
          <p:cNvSpPr/>
          <p:nvPr/>
        </p:nvSpPr>
        <p:spPr>
          <a:xfrm flipH="1" flipV="1">
            <a:off x="2199960" y="2928960"/>
            <a:ext cx="58680" cy="557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9" name=""/>
          <p:cNvSpPr/>
          <p:nvPr/>
        </p:nvSpPr>
        <p:spPr>
          <a:xfrm flipV="1">
            <a:off x="2200320" y="2658960"/>
            <a:ext cx="73080" cy="270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0" name=""/>
          <p:cNvSpPr/>
          <p:nvPr/>
        </p:nvSpPr>
        <p:spPr>
          <a:xfrm flipV="1">
            <a:off x="2273400" y="2260080"/>
            <a:ext cx="106200" cy="398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1" name=""/>
          <p:cNvSpPr/>
          <p:nvPr/>
        </p:nvSpPr>
        <p:spPr>
          <a:xfrm flipV="1">
            <a:off x="2379600" y="1639800"/>
            <a:ext cx="166680" cy="620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22" name=""/>
          <p:cNvGrpSpPr/>
          <p:nvPr/>
        </p:nvGrpSpPr>
        <p:grpSpPr>
          <a:xfrm>
            <a:off x="6880320" y="5307120"/>
            <a:ext cx="585360" cy="200520"/>
            <a:chOff x="6880320" y="5307120"/>
            <a:chExt cx="585360" cy="200520"/>
          </a:xfrm>
        </p:grpSpPr>
        <p:sp>
          <p:nvSpPr>
            <p:cNvPr id="2323" name=""/>
            <p:cNvSpPr/>
            <p:nvPr/>
          </p:nvSpPr>
          <p:spPr>
            <a:xfrm>
              <a:off x="688032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4" name=""/>
            <p:cNvSpPr/>
            <p:nvPr/>
          </p:nvSpPr>
          <p:spPr>
            <a:xfrm>
              <a:off x="7005960" y="530712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CABIN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25" name=""/>
          <p:cNvGrpSpPr/>
          <p:nvPr/>
        </p:nvGrpSpPr>
        <p:grpSpPr>
          <a:xfrm>
            <a:off x="4402080" y="2232000"/>
            <a:ext cx="553320" cy="200520"/>
            <a:chOff x="4402080" y="2232000"/>
            <a:chExt cx="553320" cy="200520"/>
          </a:xfrm>
        </p:grpSpPr>
        <p:sp>
          <p:nvSpPr>
            <p:cNvPr id="2326" name=""/>
            <p:cNvSpPr/>
            <p:nvPr/>
          </p:nvSpPr>
          <p:spPr>
            <a:xfrm>
              <a:off x="4402080" y="22446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7" name=""/>
            <p:cNvSpPr/>
            <p:nvPr/>
          </p:nvSpPr>
          <p:spPr>
            <a:xfrm>
              <a:off x="4509360" y="223200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BS652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28" name=""/>
          <p:cNvGrpSpPr/>
          <p:nvPr/>
        </p:nvGrpSpPr>
        <p:grpSpPr>
          <a:xfrm>
            <a:off x="3432240" y="2044800"/>
            <a:ext cx="553320" cy="200520"/>
            <a:chOff x="3432240" y="2044800"/>
            <a:chExt cx="553320" cy="200520"/>
          </a:xfrm>
        </p:grpSpPr>
        <p:sp>
          <p:nvSpPr>
            <p:cNvPr id="2329" name=""/>
            <p:cNvSpPr/>
            <p:nvPr/>
          </p:nvSpPr>
          <p:spPr>
            <a:xfrm>
              <a:off x="3432240" y="20574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0" name=""/>
            <p:cNvSpPr/>
            <p:nvPr/>
          </p:nvSpPr>
          <p:spPr>
            <a:xfrm>
              <a:off x="3539520" y="204480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BS651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31" name=""/>
          <p:cNvGrpSpPr/>
          <p:nvPr/>
        </p:nvGrpSpPr>
        <p:grpSpPr>
          <a:xfrm>
            <a:off x="3005280" y="3637080"/>
            <a:ext cx="569880" cy="200520"/>
            <a:chOff x="3005280" y="3637080"/>
            <a:chExt cx="569880" cy="200520"/>
          </a:xfrm>
        </p:grpSpPr>
        <p:sp>
          <p:nvSpPr>
            <p:cNvPr id="2332" name=""/>
            <p:cNvSpPr/>
            <p:nvPr/>
          </p:nvSpPr>
          <p:spPr>
            <a:xfrm>
              <a:off x="3005280" y="3649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3" name=""/>
            <p:cNvSpPr/>
            <p:nvPr/>
          </p:nvSpPr>
          <p:spPr>
            <a:xfrm>
              <a:off x="3095640" y="363708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BYLON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34" name=""/>
          <p:cNvGrpSpPr/>
          <p:nvPr/>
        </p:nvGrpSpPr>
        <p:grpSpPr>
          <a:xfrm>
            <a:off x="2208240" y="3422520"/>
            <a:ext cx="572400" cy="200520"/>
            <a:chOff x="2208240" y="3422520"/>
            <a:chExt cx="572400" cy="200520"/>
          </a:xfrm>
        </p:grpSpPr>
        <p:sp>
          <p:nvSpPr>
            <p:cNvPr id="2335" name=""/>
            <p:cNvSpPr/>
            <p:nvPr/>
          </p:nvSpPr>
          <p:spPr>
            <a:xfrm>
              <a:off x="2208240" y="34354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6" name=""/>
            <p:cNvSpPr/>
            <p:nvPr/>
          </p:nvSpPr>
          <p:spPr>
            <a:xfrm>
              <a:off x="2296800" y="342252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SHEEN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37" name=""/>
          <p:cNvGrpSpPr/>
          <p:nvPr/>
        </p:nvGrpSpPr>
        <p:grpSpPr>
          <a:xfrm>
            <a:off x="2149560" y="2865600"/>
            <a:ext cx="565200" cy="200520"/>
            <a:chOff x="2149560" y="2865600"/>
            <a:chExt cx="565200" cy="200520"/>
          </a:xfrm>
        </p:grpSpPr>
        <p:sp>
          <p:nvSpPr>
            <p:cNvPr id="2338" name=""/>
            <p:cNvSpPr/>
            <p:nvPr/>
          </p:nvSpPr>
          <p:spPr>
            <a:xfrm>
              <a:off x="2149560" y="28782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9" name=""/>
            <p:cNvSpPr/>
            <p:nvPr/>
          </p:nvSpPr>
          <p:spPr>
            <a:xfrm>
              <a:off x="2244600" y="286560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LASER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0" name=""/>
          <p:cNvGrpSpPr/>
          <p:nvPr/>
        </p:nvGrpSpPr>
        <p:grpSpPr>
          <a:xfrm>
            <a:off x="2222640" y="2595600"/>
            <a:ext cx="547560" cy="200520"/>
            <a:chOff x="2222640" y="2595600"/>
            <a:chExt cx="547560" cy="200520"/>
          </a:xfrm>
        </p:grpSpPr>
        <p:sp>
          <p:nvSpPr>
            <p:cNvPr id="2341" name=""/>
            <p:cNvSpPr/>
            <p:nvPr/>
          </p:nvSpPr>
          <p:spPr>
            <a:xfrm>
              <a:off x="2222640" y="26082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2" name=""/>
            <p:cNvSpPr/>
            <p:nvPr/>
          </p:nvSpPr>
          <p:spPr>
            <a:xfrm>
              <a:off x="2334960" y="259560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LEVIN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3" name=""/>
          <p:cNvGrpSpPr/>
          <p:nvPr/>
        </p:nvGrpSpPr>
        <p:grpSpPr>
          <a:xfrm>
            <a:off x="2328840" y="2197080"/>
            <a:ext cx="533520" cy="200520"/>
            <a:chOff x="2328840" y="2197080"/>
            <a:chExt cx="533520" cy="200520"/>
          </a:xfrm>
        </p:grpSpPr>
        <p:sp>
          <p:nvSpPr>
            <p:cNvPr id="2344" name=""/>
            <p:cNvSpPr/>
            <p:nvPr/>
          </p:nvSpPr>
          <p:spPr>
            <a:xfrm>
              <a:off x="2328840" y="22096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5" name=""/>
            <p:cNvSpPr/>
            <p:nvPr/>
          </p:nvSpPr>
          <p:spPr>
            <a:xfrm>
              <a:off x="2455920" y="2197080"/>
              <a:ext cx="406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FI09L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6" name=""/>
          <p:cNvGrpSpPr/>
          <p:nvPr/>
        </p:nvGrpSpPr>
        <p:grpSpPr>
          <a:xfrm>
            <a:off x="2482920" y="1576440"/>
            <a:ext cx="595440" cy="200520"/>
            <a:chOff x="2482920" y="1576440"/>
            <a:chExt cx="595440" cy="200520"/>
          </a:xfrm>
        </p:grpSpPr>
        <p:sp>
          <p:nvSpPr>
            <p:cNvPr id="2347" name=""/>
            <p:cNvSpPr/>
            <p:nvPr/>
          </p:nvSpPr>
          <p:spPr>
            <a:xfrm>
              <a:off x="2482920" y="15764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8" name=""/>
            <p:cNvSpPr/>
            <p:nvPr/>
          </p:nvSpPr>
          <p:spPr>
            <a:xfrm>
              <a:off x="2598840" y="157644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RW01L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9" name=""/>
          <p:cNvGrpSpPr/>
          <p:nvPr/>
        </p:nvGrpSpPr>
        <p:grpSpPr>
          <a:xfrm>
            <a:off x="1295280" y="3048120"/>
            <a:ext cx="461880" cy="200520"/>
            <a:chOff x="1295280" y="3048120"/>
            <a:chExt cx="461880" cy="200520"/>
          </a:xfrm>
        </p:grpSpPr>
        <p:sp>
          <p:nvSpPr>
            <p:cNvPr id="2350" name=""/>
            <p:cNvSpPr/>
            <p:nvPr/>
          </p:nvSpPr>
          <p:spPr>
            <a:xfrm>
              <a:off x="1295280" y="3062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1" name=""/>
            <p:cNvSpPr/>
            <p:nvPr/>
          </p:nvSpPr>
          <p:spPr>
            <a:xfrm>
              <a:off x="1419480" y="30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52" name=""/>
          <p:cNvGrpSpPr/>
          <p:nvPr/>
        </p:nvGrpSpPr>
        <p:grpSpPr>
          <a:xfrm>
            <a:off x="533520" y="6324480"/>
            <a:ext cx="461160" cy="200520"/>
            <a:chOff x="533520" y="6324480"/>
            <a:chExt cx="461160" cy="200520"/>
          </a:xfrm>
        </p:grpSpPr>
        <p:sp>
          <p:nvSpPr>
            <p:cNvPr id="2353" name=""/>
            <p:cNvSpPr/>
            <p:nvPr/>
          </p:nvSpPr>
          <p:spPr>
            <a:xfrm>
              <a:off x="533520" y="634068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4" name=""/>
            <p:cNvSpPr/>
            <p:nvPr/>
          </p:nvSpPr>
          <p:spPr>
            <a:xfrm>
              <a:off x="65700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55" name=""/>
          <p:cNvGrpSpPr/>
          <p:nvPr/>
        </p:nvGrpSpPr>
        <p:grpSpPr>
          <a:xfrm>
            <a:off x="3200400" y="6248520"/>
            <a:ext cx="460080" cy="200520"/>
            <a:chOff x="3200400" y="6248520"/>
            <a:chExt cx="460080" cy="200520"/>
          </a:xfrm>
        </p:grpSpPr>
        <p:sp>
          <p:nvSpPr>
            <p:cNvPr id="2356" name=""/>
            <p:cNvSpPr/>
            <p:nvPr/>
          </p:nvSpPr>
          <p:spPr>
            <a:xfrm>
              <a:off x="3200400" y="6264360"/>
              <a:ext cx="95040" cy="9612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7" name=""/>
            <p:cNvSpPr/>
            <p:nvPr/>
          </p:nvSpPr>
          <p:spPr>
            <a:xfrm>
              <a:off x="332280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58" name=""/>
          <p:cNvGrpSpPr/>
          <p:nvPr/>
        </p:nvGrpSpPr>
        <p:grpSpPr>
          <a:xfrm>
            <a:off x="2819520" y="533520"/>
            <a:ext cx="461160" cy="200520"/>
            <a:chOff x="2819520" y="533520"/>
            <a:chExt cx="461160" cy="200520"/>
          </a:xfrm>
        </p:grpSpPr>
        <p:sp>
          <p:nvSpPr>
            <p:cNvPr id="2359" name=""/>
            <p:cNvSpPr/>
            <p:nvPr/>
          </p:nvSpPr>
          <p:spPr>
            <a:xfrm>
              <a:off x="2819520" y="5475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0" name=""/>
            <p:cNvSpPr/>
            <p:nvPr/>
          </p:nvSpPr>
          <p:spPr>
            <a:xfrm>
              <a:off x="294300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61" name=""/>
          <p:cNvGrpSpPr/>
          <p:nvPr/>
        </p:nvGrpSpPr>
        <p:grpSpPr>
          <a:xfrm>
            <a:off x="4876920" y="4495680"/>
            <a:ext cx="461520" cy="200520"/>
            <a:chOff x="4876920" y="4495680"/>
            <a:chExt cx="461520" cy="200520"/>
          </a:xfrm>
        </p:grpSpPr>
        <p:sp>
          <p:nvSpPr>
            <p:cNvPr id="2362" name=""/>
            <p:cNvSpPr/>
            <p:nvPr/>
          </p:nvSpPr>
          <p:spPr>
            <a:xfrm>
              <a:off x="4876920" y="4511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3" name=""/>
            <p:cNvSpPr/>
            <p:nvPr/>
          </p:nvSpPr>
          <p:spPr>
            <a:xfrm>
              <a:off x="500076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64" name=""/>
          <p:cNvGrpSpPr/>
          <p:nvPr/>
        </p:nvGrpSpPr>
        <p:grpSpPr>
          <a:xfrm>
            <a:off x="6324480" y="609480"/>
            <a:ext cx="461880" cy="200520"/>
            <a:chOff x="6324480" y="609480"/>
            <a:chExt cx="461880" cy="200520"/>
          </a:xfrm>
        </p:grpSpPr>
        <p:sp>
          <p:nvSpPr>
            <p:cNvPr id="2365" name=""/>
            <p:cNvSpPr/>
            <p:nvPr/>
          </p:nvSpPr>
          <p:spPr>
            <a:xfrm>
              <a:off x="6324480" y="625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6" name=""/>
            <p:cNvSpPr/>
            <p:nvPr/>
          </p:nvSpPr>
          <p:spPr>
            <a:xfrm>
              <a:off x="644868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67" name=""/>
          <p:cNvGrpSpPr/>
          <p:nvPr/>
        </p:nvGrpSpPr>
        <p:grpSpPr>
          <a:xfrm>
            <a:off x="5486400" y="2209680"/>
            <a:ext cx="461880" cy="200520"/>
            <a:chOff x="5486400" y="2209680"/>
            <a:chExt cx="461880" cy="200520"/>
          </a:xfrm>
        </p:grpSpPr>
        <p:sp>
          <p:nvSpPr>
            <p:cNvPr id="2368" name=""/>
            <p:cNvSpPr/>
            <p:nvPr/>
          </p:nvSpPr>
          <p:spPr>
            <a:xfrm>
              <a:off x="5486400" y="2225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9" name=""/>
            <p:cNvSpPr/>
            <p:nvPr/>
          </p:nvSpPr>
          <p:spPr>
            <a:xfrm>
              <a:off x="561060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70" name=""/>
          <p:cNvGrpSpPr/>
          <p:nvPr/>
        </p:nvGrpSpPr>
        <p:grpSpPr>
          <a:xfrm>
            <a:off x="3505320" y="4495680"/>
            <a:ext cx="461520" cy="200520"/>
            <a:chOff x="3505320" y="4495680"/>
            <a:chExt cx="461520" cy="200520"/>
          </a:xfrm>
        </p:grpSpPr>
        <p:sp>
          <p:nvSpPr>
            <p:cNvPr id="2371" name=""/>
            <p:cNvSpPr/>
            <p:nvPr/>
          </p:nvSpPr>
          <p:spPr>
            <a:xfrm>
              <a:off x="3505320" y="4511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2" name=""/>
            <p:cNvSpPr/>
            <p:nvPr/>
          </p:nvSpPr>
          <p:spPr>
            <a:xfrm>
              <a:off x="362916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73" name=""/>
          <p:cNvGrpSpPr/>
          <p:nvPr/>
        </p:nvGrpSpPr>
        <p:grpSpPr>
          <a:xfrm>
            <a:off x="1203480" y="890640"/>
            <a:ext cx="468720" cy="200520"/>
            <a:chOff x="1203480" y="890640"/>
            <a:chExt cx="468720" cy="200520"/>
          </a:xfrm>
        </p:grpSpPr>
        <p:sp>
          <p:nvSpPr>
            <p:cNvPr id="2374" name=""/>
            <p:cNvSpPr/>
            <p:nvPr/>
          </p:nvSpPr>
          <p:spPr>
            <a:xfrm>
              <a:off x="1203480" y="906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5" name=""/>
            <p:cNvSpPr/>
            <p:nvPr/>
          </p:nvSpPr>
          <p:spPr>
            <a:xfrm>
              <a:off x="1334520" y="890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76" name=""/>
          <p:cNvGrpSpPr/>
          <p:nvPr/>
        </p:nvGrpSpPr>
        <p:grpSpPr>
          <a:xfrm>
            <a:off x="914400" y="4572000"/>
            <a:ext cx="461880" cy="200520"/>
            <a:chOff x="914400" y="4572000"/>
            <a:chExt cx="461880" cy="200520"/>
          </a:xfrm>
        </p:grpSpPr>
        <p:sp>
          <p:nvSpPr>
            <p:cNvPr id="2377" name=""/>
            <p:cNvSpPr/>
            <p:nvPr/>
          </p:nvSpPr>
          <p:spPr>
            <a:xfrm>
              <a:off x="914400" y="45874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8" name=""/>
            <p:cNvSpPr/>
            <p:nvPr/>
          </p:nvSpPr>
          <p:spPr>
            <a:xfrm>
              <a:off x="10386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79" name=""/>
          <p:cNvGrpSpPr/>
          <p:nvPr/>
        </p:nvGrpSpPr>
        <p:grpSpPr>
          <a:xfrm>
            <a:off x="6095880" y="6019920"/>
            <a:ext cx="461520" cy="200520"/>
            <a:chOff x="6095880" y="6019920"/>
            <a:chExt cx="461520" cy="200520"/>
          </a:xfrm>
        </p:grpSpPr>
        <p:sp>
          <p:nvSpPr>
            <p:cNvPr id="2380" name=""/>
            <p:cNvSpPr/>
            <p:nvPr/>
          </p:nvSpPr>
          <p:spPr>
            <a:xfrm>
              <a:off x="6095880" y="60357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1" name=""/>
            <p:cNvSpPr/>
            <p:nvPr/>
          </p:nvSpPr>
          <p:spPr>
            <a:xfrm>
              <a:off x="621972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82" name=""/>
          <p:cNvGrpSpPr/>
          <p:nvPr/>
        </p:nvGrpSpPr>
        <p:grpSpPr>
          <a:xfrm>
            <a:off x="8381880" y="2057400"/>
            <a:ext cx="461880" cy="200520"/>
            <a:chOff x="8381880" y="2057400"/>
            <a:chExt cx="461880" cy="200520"/>
          </a:xfrm>
        </p:grpSpPr>
        <p:sp>
          <p:nvSpPr>
            <p:cNvPr id="2383" name=""/>
            <p:cNvSpPr/>
            <p:nvPr/>
          </p:nvSpPr>
          <p:spPr>
            <a:xfrm>
              <a:off x="8381880" y="20714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4" name=""/>
            <p:cNvSpPr/>
            <p:nvPr/>
          </p:nvSpPr>
          <p:spPr>
            <a:xfrm>
              <a:off x="850608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85" name=""/>
          <p:cNvGrpSpPr/>
          <p:nvPr/>
        </p:nvGrpSpPr>
        <p:grpSpPr>
          <a:xfrm>
            <a:off x="4114800" y="1295280"/>
            <a:ext cx="461520" cy="200520"/>
            <a:chOff x="4114800" y="1295280"/>
            <a:chExt cx="461520" cy="200520"/>
          </a:xfrm>
        </p:grpSpPr>
        <p:sp>
          <p:nvSpPr>
            <p:cNvPr id="2386" name=""/>
            <p:cNvSpPr/>
            <p:nvPr/>
          </p:nvSpPr>
          <p:spPr>
            <a:xfrm>
              <a:off x="4114800" y="1311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7" name=""/>
            <p:cNvSpPr/>
            <p:nvPr/>
          </p:nvSpPr>
          <p:spPr>
            <a:xfrm>
              <a:off x="423864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88" name=""/>
          <p:cNvGrpSpPr/>
          <p:nvPr/>
        </p:nvGrpSpPr>
        <p:grpSpPr>
          <a:xfrm>
            <a:off x="3962520" y="3124080"/>
            <a:ext cx="461160" cy="200520"/>
            <a:chOff x="3962520" y="3124080"/>
            <a:chExt cx="461160" cy="200520"/>
          </a:xfrm>
        </p:grpSpPr>
        <p:sp>
          <p:nvSpPr>
            <p:cNvPr id="2389" name=""/>
            <p:cNvSpPr/>
            <p:nvPr/>
          </p:nvSpPr>
          <p:spPr>
            <a:xfrm>
              <a:off x="3962520" y="31384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0" name=""/>
            <p:cNvSpPr/>
            <p:nvPr/>
          </p:nvSpPr>
          <p:spPr>
            <a:xfrm>
              <a:off x="40860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1" name=""/>
          <p:cNvGrpSpPr/>
          <p:nvPr/>
        </p:nvGrpSpPr>
        <p:grpSpPr>
          <a:xfrm>
            <a:off x="7920000" y="4478400"/>
            <a:ext cx="468720" cy="200520"/>
            <a:chOff x="7920000" y="4478400"/>
            <a:chExt cx="468720" cy="200520"/>
          </a:xfrm>
        </p:grpSpPr>
        <p:sp>
          <p:nvSpPr>
            <p:cNvPr id="2392" name=""/>
            <p:cNvSpPr/>
            <p:nvPr/>
          </p:nvSpPr>
          <p:spPr>
            <a:xfrm>
              <a:off x="7920000" y="4492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3" name=""/>
            <p:cNvSpPr/>
            <p:nvPr/>
          </p:nvSpPr>
          <p:spPr>
            <a:xfrm>
              <a:off x="8051040" y="4478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4" name=""/>
          <p:cNvGrpSpPr/>
          <p:nvPr/>
        </p:nvGrpSpPr>
        <p:grpSpPr>
          <a:xfrm>
            <a:off x="6781680" y="2743200"/>
            <a:ext cx="461880" cy="200520"/>
            <a:chOff x="6781680" y="2743200"/>
            <a:chExt cx="461880" cy="200520"/>
          </a:xfrm>
        </p:grpSpPr>
        <p:sp>
          <p:nvSpPr>
            <p:cNvPr id="2395" name=""/>
            <p:cNvSpPr/>
            <p:nvPr/>
          </p:nvSpPr>
          <p:spPr>
            <a:xfrm>
              <a:off x="6781680" y="2759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6" name=""/>
            <p:cNvSpPr/>
            <p:nvPr/>
          </p:nvSpPr>
          <p:spPr>
            <a:xfrm>
              <a:off x="690588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7" name=""/>
          <p:cNvGrpSpPr/>
          <p:nvPr/>
        </p:nvGrpSpPr>
        <p:grpSpPr>
          <a:xfrm>
            <a:off x="7881840" y="5992920"/>
            <a:ext cx="469080" cy="200520"/>
            <a:chOff x="7881840" y="5992920"/>
            <a:chExt cx="469080" cy="200520"/>
          </a:xfrm>
        </p:grpSpPr>
        <p:sp>
          <p:nvSpPr>
            <p:cNvPr id="2398" name=""/>
            <p:cNvSpPr/>
            <p:nvPr/>
          </p:nvSpPr>
          <p:spPr>
            <a:xfrm>
              <a:off x="7881840" y="6006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9" name=""/>
            <p:cNvSpPr/>
            <p:nvPr/>
          </p:nvSpPr>
          <p:spPr>
            <a:xfrm>
              <a:off x="8013240" y="5992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00" name=""/>
          <p:cNvGrpSpPr/>
          <p:nvPr/>
        </p:nvGrpSpPr>
        <p:grpSpPr>
          <a:xfrm>
            <a:off x="2209680" y="4114800"/>
            <a:ext cx="461520" cy="200520"/>
            <a:chOff x="2209680" y="4114800"/>
            <a:chExt cx="461520" cy="200520"/>
          </a:xfrm>
        </p:grpSpPr>
        <p:sp>
          <p:nvSpPr>
            <p:cNvPr id="2401" name=""/>
            <p:cNvSpPr/>
            <p:nvPr/>
          </p:nvSpPr>
          <p:spPr>
            <a:xfrm>
              <a:off x="2209680" y="4129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2" name=""/>
            <p:cNvSpPr/>
            <p:nvPr/>
          </p:nvSpPr>
          <p:spPr>
            <a:xfrm>
              <a:off x="233352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03" name=""/>
          <p:cNvGrpSpPr/>
          <p:nvPr/>
        </p:nvGrpSpPr>
        <p:grpSpPr>
          <a:xfrm>
            <a:off x="2743200" y="3200400"/>
            <a:ext cx="461880" cy="200520"/>
            <a:chOff x="2743200" y="3200400"/>
            <a:chExt cx="461880" cy="200520"/>
          </a:xfrm>
        </p:grpSpPr>
        <p:sp>
          <p:nvSpPr>
            <p:cNvPr id="2404" name=""/>
            <p:cNvSpPr/>
            <p:nvPr/>
          </p:nvSpPr>
          <p:spPr>
            <a:xfrm>
              <a:off x="2743200" y="3214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5" name=""/>
            <p:cNvSpPr/>
            <p:nvPr/>
          </p:nvSpPr>
          <p:spPr>
            <a:xfrm>
              <a:off x="286740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06" name=""/>
          <p:cNvGrpSpPr/>
          <p:nvPr/>
        </p:nvGrpSpPr>
        <p:grpSpPr>
          <a:xfrm>
            <a:off x="1022400" y="1984320"/>
            <a:ext cx="468720" cy="200520"/>
            <a:chOff x="1022400" y="1984320"/>
            <a:chExt cx="468720" cy="200520"/>
          </a:xfrm>
        </p:grpSpPr>
        <p:sp>
          <p:nvSpPr>
            <p:cNvPr id="2407" name=""/>
            <p:cNvSpPr/>
            <p:nvPr/>
          </p:nvSpPr>
          <p:spPr>
            <a:xfrm>
              <a:off x="1022400" y="199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8" name=""/>
            <p:cNvSpPr/>
            <p:nvPr/>
          </p:nvSpPr>
          <p:spPr>
            <a:xfrm>
              <a:off x="1153440" y="1984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09" name="Rounded Rectangle 2408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2410" name="Oval 2409"/>
          <p:cNvSpPr/>
          <p:nvPr/>
        </p:nvSpPr>
        <p:spPr>
          <a:xfrm>
            <a:off x="1243704" y="301093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Oval 2410"/>
          <p:cNvSpPr/>
          <p:nvPr/>
        </p:nvSpPr>
        <p:spPr>
          <a:xfrm>
            <a:off x="1273704" y="304093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412" name="Rounded Rectangle 2411"/>
          <p:cNvSpPr/>
          <p:nvPr/>
        </p:nvSpPr>
        <p:spPr>
          <a:xfrm>
            <a:off x="1443704" y="302593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413" name="Oval 2412"/>
          <p:cNvSpPr/>
          <p:nvPr/>
        </p:nvSpPr>
        <p:spPr>
          <a:xfrm>
            <a:off x="481767" y="628890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Oval 2413"/>
          <p:cNvSpPr/>
          <p:nvPr/>
        </p:nvSpPr>
        <p:spPr>
          <a:xfrm>
            <a:off x="511767" y="631890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415" name="Rounded Rectangle 2414"/>
          <p:cNvSpPr/>
          <p:nvPr/>
        </p:nvSpPr>
        <p:spPr>
          <a:xfrm>
            <a:off x="681767" y="630390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416" name="Oval 2415"/>
          <p:cNvSpPr/>
          <p:nvPr/>
        </p:nvSpPr>
        <p:spPr>
          <a:xfrm>
            <a:off x="3147926" y="621241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Oval 2416"/>
          <p:cNvSpPr/>
          <p:nvPr/>
        </p:nvSpPr>
        <p:spPr>
          <a:xfrm>
            <a:off x="3177926" y="624241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418" name="Rounded Rectangle 2417"/>
          <p:cNvSpPr/>
          <p:nvPr/>
        </p:nvSpPr>
        <p:spPr>
          <a:xfrm>
            <a:off x="3347926" y="622741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419" name="Oval 2418"/>
          <p:cNvSpPr/>
          <p:nvPr/>
        </p:nvSpPr>
        <p:spPr>
          <a:xfrm>
            <a:off x="2767758" y="49597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Oval 2419"/>
          <p:cNvSpPr/>
          <p:nvPr/>
        </p:nvSpPr>
        <p:spPr>
          <a:xfrm>
            <a:off x="2797758" y="52597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421" name="Rounded Rectangle 2420"/>
          <p:cNvSpPr/>
          <p:nvPr/>
        </p:nvSpPr>
        <p:spPr>
          <a:xfrm>
            <a:off x="2967758" y="51097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422" name="Oval 2421"/>
          <p:cNvSpPr/>
          <p:nvPr/>
        </p:nvSpPr>
        <p:spPr>
          <a:xfrm>
            <a:off x="4825350" y="445992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Oval 2422"/>
          <p:cNvSpPr/>
          <p:nvPr/>
        </p:nvSpPr>
        <p:spPr>
          <a:xfrm>
            <a:off x="4855350" y="448992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424" name="Rounded Rectangle 2423"/>
          <p:cNvSpPr/>
          <p:nvPr/>
        </p:nvSpPr>
        <p:spPr>
          <a:xfrm>
            <a:off x="5025350" y="447492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425" name="Oval 2424"/>
          <p:cNvSpPr/>
          <p:nvPr/>
        </p:nvSpPr>
        <p:spPr>
          <a:xfrm>
            <a:off x="6272909" y="57373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Oval 2425"/>
          <p:cNvSpPr/>
          <p:nvPr/>
        </p:nvSpPr>
        <p:spPr>
          <a:xfrm>
            <a:off x="6302909" y="60373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427" name="Rounded Rectangle 2426"/>
          <p:cNvSpPr/>
          <p:nvPr/>
        </p:nvSpPr>
        <p:spPr>
          <a:xfrm>
            <a:off x="6472909" y="58873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428" name="Oval 2427"/>
          <p:cNvSpPr/>
          <p:nvPr/>
        </p:nvSpPr>
        <p:spPr>
          <a:xfrm>
            <a:off x="5434823" y="21739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Oval 2428"/>
          <p:cNvSpPr/>
          <p:nvPr/>
        </p:nvSpPr>
        <p:spPr>
          <a:xfrm>
            <a:off x="5464823" y="22039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430" name="Rounded Rectangle 2429"/>
          <p:cNvSpPr/>
          <p:nvPr/>
        </p:nvSpPr>
        <p:spPr>
          <a:xfrm>
            <a:off x="5634823" y="21889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431" name="Oval 2430"/>
          <p:cNvSpPr/>
          <p:nvPr/>
        </p:nvSpPr>
        <p:spPr>
          <a:xfrm>
            <a:off x="3453743" y="44590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Oval 2431"/>
          <p:cNvSpPr/>
          <p:nvPr/>
        </p:nvSpPr>
        <p:spPr>
          <a:xfrm>
            <a:off x="3483743" y="44890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433" name="Rounded Rectangle 2432"/>
          <p:cNvSpPr/>
          <p:nvPr/>
        </p:nvSpPr>
        <p:spPr>
          <a:xfrm>
            <a:off x="3653743" y="44740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434" name="Oval 2433"/>
          <p:cNvSpPr/>
          <p:nvPr/>
        </p:nvSpPr>
        <p:spPr>
          <a:xfrm>
            <a:off x="1151909" y="85488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Oval 2434"/>
          <p:cNvSpPr/>
          <p:nvPr/>
        </p:nvSpPr>
        <p:spPr>
          <a:xfrm>
            <a:off x="1181909" y="88488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436" name="Rounded Rectangle 2435"/>
          <p:cNvSpPr/>
          <p:nvPr/>
        </p:nvSpPr>
        <p:spPr>
          <a:xfrm>
            <a:off x="1351909" y="86988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437" name="Oval 2436"/>
          <p:cNvSpPr/>
          <p:nvPr/>
        </p:nvSpPr>
        <p:spPr>
          <a:xfrm>
            <a:off x="862826" y="453571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Oval 2437"/>
          <p:cNvSpPr/>
          <p:nvPr/>
        </p:nvSpPr>
        <p:spPr>
          <a:xfrm>
            <a:off x="892826" y="456571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439" name="Rounded Rectangle 2438"/>
          <p:cNvSpPr/>
          <p:nvPr/>
        </p:nvSpPr>
        <p:spPr>
          <a:xfrm>
            <a:off x="1062826" y="455071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440" name="Oval 2439"/>
          <p:cNvSpPr/>
          <p:nvPr/>
        </p:nvSpPr>
        <p:spPr>
          <a:xfrm>
            <a:off x="6044297" y="598345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1" name="Oval 2440"/>
          <p:cNvSpPr/>
          <p:nvPr/>
        </p:nvSpPr>
        <p:spPr>
          <a:xfrm>
            <a:off x="6074297" y="601345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442" name="Rounded Rectangle 2441"/>
          <p:cNvSpPr/>
          <p:nvPr/>
        </p:nvSpPr>
        <p:spPr>
          <a:xfrm>
            <a:off x="6244297" y="599845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443" name="Oval 2442"/>
          <p:cNvSpPr/>
          <p:nvPr/>
        </p:nvSpPr>
        <p:spPr>
          <a:xfrm>
            <a:off x="8330304" y="20196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Oval 2443"/>
          <p:cNvSpPr/>
          <p:nvPr/>
        </p:nvSpPr>
        <p:spPr>
          <a:xfrm>
            <a:off x="8360304" y="20496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445" name="Rounded Rectangle 2444"/>
          <p:cNvSpPr/>
          <p:nvPr/>
        </p:nvSpPr>
        <p:spPr>
          <a:xfrm>
            <a:off x="8530304" y="20346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446" name="Oval 2445"/>
          <p:cNvSpPr/>
          <p:nvPr/>
        </p:nvSpPr>
        <p:spPr>
          <a:xfrm>
            <a:off x="4063232" y="12595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Oval 2446"/>
          <p:cNvSpPr/>
          <p:nvPr/>
        </p:nvSpPr>
        <p:spPr>
          <a:xfrm>
            <a:off x="4093232" y="12895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448" name="Rounded Rectangle 2447"/>
          <p:cNvSpPr/>
          <p:nvPr/>
        </p:nvSpPr>
        <p:spPr>
          <a:xfrm>
            <a:off x="4263232" y="12745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449" name="Oval 2448"/>
          <p:cNvSpPr/>
          <p:nvPr/>
        </p:nvSpPr>
        <p:spPr>
          <a:xfrm>
            <a:off x="3910769" y="308688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Oval 2449"/>
          <p:cNvSpPr/>
          <p:nvPr/>
        </p:nvSpPr>
        <p:spPr>
          <a:xfrm>
            <a:off x="3940769" y="311688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451" name="Rounded Rectangle 2450"/>
          <p:cNvSpPr/>
          <p:nvPr/>
        </p:nvSpPr>
        <p:spPr>
          <a:xfrm>
            <a:off x="4110769" y="310188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452" name="Oval 2451"/>
          <p:cNvSpPr/>
          <p:nvPr/>
        </p:nvSpPr>
        <p:spPr>
          <a:xfrm>
            <a:off x="7868430" y="44412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Oval 2452"/>
          <p:cNvSpPr/>
          <p:nvPr/>
        </p:nvSpPr>
        <p:spPr>
          <a:xfrm>
            <a:off x="7898430" y="44712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454" name="Rounded Rectangle 2453"/>
          <p:cNvSpPr/>
          <p:nvPr/>
        </p:nvSpPr>
        <p:spPr>
          <a:xfrm>
            <a:off x="8068430" y="44562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455" name="Oval 2454"/>
          <p:cNvSpPr/>
          <p:nvPr/>
        </p:nvSpPr>
        <p:spPr>
          <a:xfrm>
            <a:off x="6730100" y="27074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Oval 2455"/>
          <p:cNvSpPr/>
          <p:nvPr/>
        </p:nvSpPr>
        <p:spPr>
          <a:xfrm>
            <a:off x="6760100" y="27374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457" name="Rounded Rectangle 2456"/>
          <p:cNvSpPr/>
          <p:nvPr/>
        </p:nvSpPr>
        <p:spPr>
          <a:xfrm>
            <a:off x="6930100" y="27224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458" name="Oval 2457"/>
          <p:cNvSpPr/>
          <p:nvPr/>
        </p:nvSpPr>
        <p:spPr>
          <a:xfrm>
            <a:off x="7830265" y="59553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Oval 2458"/>
          <p:cNvSpPr/>
          <p:nvPr/>
        </p:nvSpPr>
        <p:spPr>
          <a:xfrm>
            <a:off x="7860265" y="59853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460" name="Rounded Rectangle 2459"/>
          <p:cNvSpPr/>
          <p:nvPr/>
        </p:nvSpPr>
        <p:spPr>
          <a:xfrm>
            <a:off x="8030265" y="59703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461" name="Oval 2460"/>
          <p:cNvSpPr/>
          <p:nvPr/>
        </p:nvSpPr>
        <p:spPr>
          <a:xfrm>
            <a:off x="2158103" y="40776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Oval 2461"/>
          <p:cNvSpPr/>
          <p:nvPr/>
        </p:nvSpPr>
        <p:spPr>
          <a:xfrm>
            <a:off x="2188103" y="41076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463" name="Rounded Rectangle 2462"/>
          <p:cNvSpPr/>
          <p:nvPr/>
        </p:nvSpPr>
        <p:spPr>
          <a:xfrm>
            <a:off x="2358103" y="40926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464" name="Oval 2463"/>
          <p:cNvSpPr/>
          <p:nvPr/>
        </p:nvSpPr>
        <p:spPr>
          <a:xfrm>
            <a:off x="2691625" y="31632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Oval 2464"/>
          <p:cNvSpPr/>
          <p:nvPr/>
        </p:nvSpPr>
        <p:spPr>
          <a:xfrm>
            <a:off x="2721625" y="31932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466" name="Rounded Rectangle 2465"/>
          <p:cNvSpPr/>
          <p:nvPr/>
        </p:nvSpPr>
        <p:spPr>
          <a:xfrm>
            <a:off x="2891625" y="31782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467" name="Oval 2466"/>
          <p:cNvSpPr/>
          <p:nvPr/>
        </p:nvSpPr>
        <p:spPr>
          <a:xfrm>
            <a:off x="970826" y="19471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Oval 2467"/>
          <p:cNvSpPr/>
          <p:nvPr/>
        </p:nvSpPr>
        <p:spPr>
          <a:xfrm>
            <a:off x="1000826" y="19771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469" name="Rounded Rectangle 2468"/>
          <p:cNvSpPr/>
          <p:nvPr/>
        </p:nvSpPr>
        <p:spPr>
          <a:xfrm>
            <a:off x="1170826" y="19621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"/>
          <p:cNvSpPr/>
          <p:nvPr/>
        </p:nvSpPr>
        <p:spPr>
          <a:xfrm>
            <a:off x="3098520" y="50760"/>
            <a:ext cx="29469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24: VTBS | RWY 19L | STAR SILV1B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0" name=""/>
          <p:cNvSpPr/>
          <p:nvPr/>
        </p:nvSpPr>
        <p:spPr>
          <a:xfrm flipV="1">
            <a:off x="3259080" y="3432240"/>
            <a:ext cx="1514520" cy="1938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1" name=""/>
          <p:cNvSpPr/>
          <p:nvPr/>
        </p:nvSpPr>
        <p:spPr>
          <a:xfrm flipV="1">
            <a:off x="4773600" y="1639440"/>
            <a:ext cx="479520" cy="1792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2" name=""/>
          <p:cNvSpPr/>
          <p:nvPr/>
        </p:nvSpPr>
        <p:spPr>
          <a:xfrm>
            <a:off x="5253120" y="1639800"/>
            <a:ext cx="595080" cy="158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3" name=""/>
          <p:cNvSpPr/>
          <p:nvPr/>
        </p:nvSpPr>
        <p:spPr>
          <a:xfrm>
            <a:off x="5848200" y="1798560"/>
            <a:ext cx="36720" cy="428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4" name=""/>
          <p:cNvSpPr/>
          <p:nvPr/>
        </p:nvSpPr>
        <p:spPr>
          <a:xfrm flipH="1">
            <a:off x="5799240" y="2227320"/>
            <a:ext cx="85680" cy="320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5" name=""/>
          <p:cNvSpPr/>
          <p:nvPr/>
        </p:nvSpPr>
        <p:spPr>
          <a:xfrm flipH="1">
            <a:off x="5729400" y="2548080"/>
            <a:ext cx="69840" cy="261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6" name=""/>
          <p:cNvSpPr/>
          <p:nvPr/>
        </p:nvSpPr>
        <p:spPr>
          <a:xfrm flipH="1">
            <a:off x="5601960" y="2809800"/>
            <a:ext cx="127080" cy="474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17" name=""/>
          <p:cNvGrpSpPr/>
          <p:nvPr/>
        </p:nvGrpSpPr>
        <p:grpSpPr>
          <a:xfrm>
            <a:off x="3195720" y="5307120"/>
            <a:ext cx="575640" cy="200520"/>
            <a:chOff x="3195720" y="5307120"/>
            <a:chExt cx="575640" cy="200520"/>
          </a:xfrm>
        </p:grpSpPr>
        <p:sp>
          <p:nvSpPr>
            <p:cNvPr id="2418" name=""/>
            <p:cNvSpPr/>
            <p:nvPr/>
          </p:nvSpPr>
          <p:spPr>
            <a:xfrm>
              <a:off x="319572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9" name=""/>
            <p:cNvSpPr/>
            <p:nvPr/>
          </p:nvSpPr>
          <p:spPr>
            <a:xfrm>
              <a:off x="3331440" y="530712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SILVA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20" name=""/>
          <p:cNvGrpSpPr/>
          <p:nvPr/>
        </p:nvGrpSpPr>
        <p:grpSpPr>
          <a:xfrm>
            <a:off x="4722840" y="3368520"/>
            <a:ext cx="567720" cy="200520"/>
            <a:chOff x="4722840" y="3368520"/>
            <a:chExt cx="567720" cy="200520"/>
          </a:xfrm>
        </p:grpSpPr>
        <p:sp>
          <p:nvSpPr>
            <p:cNvPr id="2421" name=""/>
            <p:cNvSpPr/>
            <p:nvPr/>
          </p:nvSpPr>
          <p:spPr>
            <a:xfrm>
              <a:off x="4722840" y="33814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2" name=""/>
            <p:cNvSpPr/>
            <p:nvPr/>
          </p:nvSpPr>
          <p:spPr>
            <a:xfrm>
              <a:off x="4815720" y="336852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BAKKE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23" name=""/>
          <p:cNvGrpSpPr/>
          <p:nvPr/>
        </p:nvGrpSpPr>
        <p:grpSpPr>
          <a:xfrm>
            <a:off x="5202360" y="1576440"/>
            <a:ext cx="567360" cy="200520"/>
            <a:chOff x="5202360" y="1576440"/>
            <a:chExt cx="567360" cy="200520"/>
          </a:xfrm>
        </p:grpSpPr>
        <p:sp>
          <p:nvSpPr>
            <p:cNvPr id="2424" name=""/>
            <p:cNvSpPr/>
            <p:nvPr/>
          </p:nvSpPr>
          <p:spPr>
            <a:xfrm>
              <a:off x="5202360" y="158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5" name=""/>
            <p:cNvSpPr/>
            <p:nvPr/>
          </p:nvSpPr>
          <p:spPr>
            <a:xfrm>
              <a:off x="5294880" y="157644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PETER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26" name=""/>
          <p:cNvGrpSpPr/>
          <p:nvPr/>
        </p:nvGrpSpPr>
        <p:grpSpPr>
          <a:xfrm>
            <a:off x="5797440" y="1735200"/>
            <a:ext cx="560160" cy="200520"/>
            <a:chOff x="5797440" y="1735200"/>
            <a:chExt cx="560160" cy="200520"/>
          </a:xfrm>
        </p:grpSpPr>
        <p:sp>
          <p:nvSpPr>
            <p:cNvPr id="2427" name=""/>
            <p:cNvSpPr/>
            <p:nvPr/>
          </p:nvSpPr>
          <p:spPr>
            <a:xfrm>
              <a:off x="5797440" y="17478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8" name=""/>
            <p:cNvSpPr/>
            <p:nvPr/>
          </p:nvSpPr>
          <p:spPr>
            <a:xfrm>
              <a:off x="5897880" y="173520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ROBIN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29" name=""/>
          <p:cNvGrpSpPr/>
          <p:nvPr/>
        </p:nvGrpSpPr>
        <p:grpSpPr>
          <a:xfrm>
            <a:off x="5845320" y="2163600"/>
            <a:ext cx="546840" cy="200520"/>
            <a:chOff x="5845320" y="2163600"/>
            <a:chExt cx="546840" cy="200520"/>
          </a:xfrm>
        </p:grpSpPr>
        <p:sp>
          <p:nvSpPr>
            <p:cNvPr id="2430" name=""/>
            <p:cNvSpPr/>
            <p:nvPr/>
          </p:nvSpPr>
          <p:spPr>
            <a:xfrm>
              <a:off x="5845320" y="218592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1" name=""/>
            <p:cNvSpPr/>
            <p:nvPr/>
          </p:nvSpPr>
          <p:spPr>
            <a:xfrm>
              <a:off x="5917320" y="216360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LYNDA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32" name=""/>
          <p:cNvGrpSpPr/>
          <p:nvPr/>
        </p:nvGrpSpPr>
        <p:grpSpPr>
          <a:xfrm>
            <a:off x="5748480" y="2484360"/>
            <a:ext cx="577440" cy="200520"/>
            <a:chOff x="5748480" y="2484360"/>
            <a:chExt cx="577440" cy="200520"/>
          </a:xfrm>
        </p:grpSpPr>
        <p:sp>
          <p:nvSpPr>
            <p:cNvPr id="2433" name=""/>
            <p:cNvSpPr/>
            <p:nvPr/>
          </p:nvSpPr>
          <p:spPr>
            <a:xfrm>
              <a:off x="5748480" y="24969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4" name=""/>
            <p:cNvSpPr/>
            <p:nvPr/>
          </p:nvSpPr>
          <p:spPr>
            <a:xfrm>
              <a:off x="5831280" y="248436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LEMON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35" name=""/>
          <p:cNvGrpSpPr/>
          <p:nvPr/>
        </p:nvGrpSpPr>
        <p:grpSpPr>
          <a:xfrm>
            <a:off x="5678640" y="2746440"/>
            <a:ext cx="533160" cy="200520"/>
            <a:chOff x="5678640" y="2746440"/>
            <a:chExt cx="533160" cy="200520"/>
          </a:xfrm>
        </p:grpSpPr>
        <p:sp>
          <p:nvSpPr>
            <p:cNvPr id="2436" name=""/>
            <p:cNvSpPr/>
            <p:nvPr/>
          </p:nvSpPr>
          <p:spPr>
            <a:xfrm>
              <a:off x="5678640" y="275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7" name=""/>
            <p:cNvSpPr/>
            <p:nvPr/>
          </p:nvSpPr>
          <p:spPr>
            <a:xfrm>
              <a:off x="5805360" y="2746440"/>
              <a:ext cx="406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FI19L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38" name=""/>
          <p:cNvGrpSpPr/>
          <p:nvPr/>
        </p:nvGrpSpPr>
        <p:grpSpPr>
          <a:xfrm>
            <a:off x="5538960" y="3220920"/>
            <a:ext cx="595440" cy="200520"/>
            <a:chOff x="5538960" y="3220920"/>
            <a:chExt cx="595440" cy="200520"/>
          </a:xfrm>
        </p:grpSpPr>
        <p:sp>
          <p:nvSpPr>
            <p:cNvPr id="2439" name=""/>
            <p:cNvSpPr/>
            <p:nvPr/>
          </p:nvSpPr>
          <p:spPr>
            <a:xfrm>
              <a:off x="5538960" y="3220920"/>
              <a:ext cx="12672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0" name=""/>
            <p:cNvSpPr/>
            <p:nvPr/>
          </p:nvSpPr>
          <p:spPr>
            <a:xfrm>
              <a:off x="5654880" y="32209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RW19L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41" name=""/>
          <p:cNvGrpSpPr/>
          <p:nvPr/>
        </p:nvGrpSpPr>
        <p:grpSpPr>
          <a:xfrm>
            <a:off x="5257800" y="4038480"/>
            <a:ext cx="479160" cy="200520"/>
            <a:chOff x="5257800" y="4038480"/>
            <a:chExt cx="479160" cy="200520"/>
          </a:xfrm>
        </p:grpSpPr>
        <p:sp>
          <p:nvSpPr>
            <p:cNvPr id="2442" name=""/>
            <p:cNvSpPr/>
            <p:nvPr/>
          </p:nvSpPr>
          <p:spPr>
            <a:xfrm>
              <a:off x="5257800" y="404460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3" name=""/>
            <p:cNvSpPr/>
            <p:nvPr/>
          </p:nvSpPr>
          <p:spPr>
            <a:xfrm>
              <a:off x="539928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44" name=""/>
          <p:cNvGrpSpPr/>
          <p:nvPr/>
        </p:nvGrpSpPr>
        <p:grpSpPr>
          <a:xfrm>
            <a:off x="6477120" y="1828800"/>
            <a:ext cx="461520" cy="200520"/>
            <a:chOff x="6477120" y="1828800"/>
            <a:chExt cx="461520" cy="200520"/>
          </a:xfrm>
        </p:grpSpPr>
        <p:sp>
          <p:nvSpPr>
            <p:cNvPr id="2445" name=""/>
            <p:cNvSpPr/>
            <p:nvPr/>
          </p:nvSpPr>
          <p:spPr>
            <a:xfrm>
              <a:off x="6477120" y="1843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6" name=""/>
            <p:cNvSpPr/>
            <p:nvPr/>
          </p:nvSpPr>
          <p:spPr>
            <a:xfrm>
              <a:off x="660096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47" name=""/>
          <p:cNvGrpSpPr/>
          <p:nvPr/>
        </p:nvGrpSpPr>
        <p:grpSpPr>
          <a:xfrm>
            <a:off x="2590920" y="3124080"/>
            <a:ext cx="461160" cy="200520"/>
            <a:chOff x="2590920" y="3124080"/>
            <a:chExt cx="461160" cy="200520"/>
          </a:xfrm>
        </p:grpSpPr>
        <p:sp>
          <p:nvSpPr>
            <p:cNvPr id="2448" name=""/>
            <p:cNvSpPr/>
            <p:nvPr/>
          </p:nvSpPr>
          <p:spPr>
            <a:xfrm>
              <a:off x="2590920" y="31399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9" name=""/>
            <p:cNvSpPr/>
            <p:nvPr/>
          </p:nvSpPr>
          <p:spPr>
            <a:xfrm>
              <a:off x="27144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50" name=""/>
          <p:cNvGrpSpPr/>
          <p:nvPr/>
        </p:nvGrpSpPr>
        <p:grpSpPr>
          <a:xfrm>
            <a:off x="6324480" y="3886200"/>
            <a:ext cx="461880" cy="200520"/>
            <a:chOff x="6324480" y="3886200"/>
            <a:chExt cx="461880" cy="200520"/>
          </a:xfrm>
        </p:grpSpPr>
        <p:sp>
          <p:nvSpPr>
            <p:cNvPr id="2451" name=""/>
            <p:cNvSpPr/>
            <p:nvPr/>
          </p:nvSpPr>
          <p:spPr>
            <a:xfrm>
              <a:off x="6324480" y="390204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2" name=""/>
            <p:cNvSpPr/>
            <p:nvPr/>
          </p:nvSpPr>
          <p:spPr>
            <a:xfrm>
              <a:off x="6448680" y="3886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53" name=""/>
          <p:cNvGrpSpPr/>
          <p:nvPr/>
        </p:nvGrpSpPr>
        <p:grpSpPr>
          <a:xfrm>
            <a:off x="5029200" y="4724280"/>
            <a:ext cx="461880" cy="200520"/>
            <a:chOff x="5029200" y="4724280"/>
            <a:chExt cx="461880" cy="200520"/>
          </a:xfrm>
        </p:grpSpPr>
        <p:sp>
          <p:nvSpPr>
            <p:cNvPr id="2454" name=""/>
            <p:cNvSpPr/>
            <p:nvPr/>
          </p:nvSpPr>
          <p:spPr>
            <a:xfrm>
              <a:off x="5029200" y="47401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5" name=""/>
            <p:cNvSpPr/>
            <p:nvPr/>
          </p:nvSpPr>
          <p:spPr>
            <a:xfrm>
              <a:off x="51534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56" name=""/>
          <p:cNvGrpSpPr/>
          <p:nvPr/>
        </p:nvGrpSpPr>
        <p:grpSpPr>
          <a:xfrm>
            <a:off x="3713040" y="1893960"/>
            <a:ext cx="469080" cy="200520"/>
            <a:chOff x="3713040" y="1893960"/>
            <a:chExt cx="469080" cy="200520"/>
          </a:xfrm>
        </p:grpSpPr>
        <p:sp>
          <p:nvSpPr>
            <p:cNvPr id="2457" name=""/>
            <p:cNvSpPr/>
            <p:nvPr/>
          </p:nvSpPr>
          <p:spPr>
            <a:xfrm>
              <a:off x="3713040" y="19080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8" name=""/>
            <p:cNvSpPr/>
            <p:nvPr/>
          </p:nvSpPr>
          <p:spPr>
            <a:xfrm>
              <a:off x="3844440" y="1893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59" name=""/>
          <p:cNvGrpSpPr/>
          <p:nvPr/>
        </p:nvGrpSpPr>
        <p:grpSpPr>
          <a:xfrm>
            <a:off x="990720" y="1143000"/>
            <a:ext cx="461160" cy="200520"/>
            <a:chOff x="990720" y="1143000"/>
            <a:chExt cx="461160" cy="200520"/>
          </a:xfrm>
        </p:grpSpPr>
        <p:sp>
          <p:nvSpPr>
            <p:cNvPr id="2460" name=""/>
            <p:cNvSpPr/>
            <p:nvPr/>
          </p:nvSpPr>
          <p:spPr>
            <a:xfrm>
              <a:off x="990720" y="11588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1" name=""/>
            <p:cNvSpPr/>
            <p:nvPr/>
          </p:nvSpPr>
          <p:spPr>
            <a:xfrm>
              <a:off x="111420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62" name=""/>
          <p:cNvGrpSpPr/>
          <p:nvPr/>
        </p:nvGrpSpPr>
        <p:grpSpPr>
          <a:xfrm>
            <a:off x="2895480" y="4191120"/>
            <a:ext cx="461520" cy="200520"/>
            <a:chOff x="2895480" y="4191120"/>
            <a:chExt cx="461520" cy="200520"/>
          </a:xfrm>
        </p:grpSpPr>
        <p:sp>
          <p:nvSpPr>
            <p:cNvPr id="2463" name=""/>
            <p:cNvSpPr/>
            <p:nvPr/>
          </p:nvSpPr>
          <p:spPr>
            <a:xfrm>
              <a:off x="2895480" y="4206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4" name=""/>
            <p:cNvSpPr/>
            <p:nvPr/>
          </p:nvSpPr>
          <p:spPr>
            <a:xfrm>
              <a:off x="301932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65" name=""/>
          <p:cNvGrpSpPr/>
          <p:nvPr/>
        </p:nvGrpSpPr>
        <p:grpSpPr>
          <a:xfrm>
            <a:off x="4048200" y="820800"/>
            <a:ext cx="468720" cy="200520"/>
            <a:chOff x="4048200" y="820800"/>
            <a:chExt cx="468720" cy="200520"/>
          </a:xfrm>
        </p:grpSpPr>
        <p:sp>
          <p:nvSpPr>
            <p:cNvPr id="2466" name=""/>
            <p:cNvSpPr/>
            <p:nvPr/>
          </p:nvSpPr>
          <p:spPr>
            <a:xfrm>
              <a:off x="4048200" y="836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7" name=""/>
            <p:cNvSpPr/>
            <p:nvPr/>
          </p:nvSpPr>
          <p:spPr>
            <a:xfrm>
              <a:off x="4179240" y="82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68" name=""/>
          <p:cNvGrpSpPr/>
          <p:nvPr/>
        </p:nvGrpSpPr>
        <p:grpSpPr>
          <a:xfrm>
            <a:off x="7467480" y="5791320"/>
            <a:ext cx="460440" cy="200520"/>
            <a:chOff x="7467480" y="5791320"/>
            <a:chExt cx="460440" cy="200520"/>
          </a:xfrm>
        </p:grpSpPr>
        <p:sp>
          <p:nvSpPr>
            <p:cNvPr id="2469" name=""/>
            <p:cNvSpPr/>
            <p:nvPr/>
          </p:nvSpPr>
          <p:spPr>
            <a:xfrm>
              <a:off x="7467480" y="580716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0" name=""/>
            <p:cNvSpPr/>
            <p:nvPr/>
          </p:nvSpPr>
          <p:spPr>
            <a:xfrm>
              <a:off x="759024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71" name=""/>
          <p:cNvGrpSpPr/>
          <p:nvPr/>
        </p:nvGrpSpPr>
        <p:grpSpPr>
          <a:xfrm>
            <a:off x="6346800" y="820800"/>
            <a:ext cx="468720" cy="200520"/>
            <a:chOff x="6346800" y="820800"/>
            <a:chExt cx="468720" cy="200520"/>
          </a:xfrm>
        </p:grpSpPr>
        <p:sp>
          <p:nvSpPr>
            <p:cNvPr id="2472" name=""/>
            <p:cNvSpPr/>
            <p:nvPr/>
          </p:nvSpPr>
          <p:spPr>
            <a:xfrm>
              <a:off x="6346800" y="836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3" name=""/>
            <p:cNvSpPr/>
            <p:nvPr/>
          </p:nvSpPr>
          <p:spPr>
            <a:xfrm>
              <a:off x="6477840" y="82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74" name=""/>
          <p:cNvGrpSpPr/>
          <p:nvPr/>
        </p:nvGrpSpPr>
        <p:grpSpPr>
          <a:xfrm>
            <a:off x="6629400" y="2971800"/>
            <a:ext cx="459720" cy="200520"/>
            <a:chOff x="6629400" y="2971800"/>
            <a:chExt cx="459720" cy="200520"/>
          </a:xfrm>
        </p:grpSpPr>
        <p:sp>
          <p:nvSpPr>
            <p:cNvPr id="2475" name=""/>
            <p:cNvSpPr/>
            <p:nvPr/>
          </p:nvSpPr>
          <p:spPr>
            <a:xfrm>
              <a:off x="6629400" y="29858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6" name=""/>
            <p:cNvSpPr/>
            <p:nvPr/>
          </p:nvSpPr>
          <p:spPr>
            <a:xfrm>
              <a:off x="675144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77" name=""/>
          <p:cNvGrpSpPr/>
          <p:nvPr/>
        </p:nvGrpSpPr>
        <p:grpSpPr>
          <a:xfrm>
            <a:off x="4191120" y="5029200"/>
            <a:ext cx="461160" cy="200520"/>
            <a:chOff x="4191120" y="5029200"/>
            <a:chExt cx="461160" cy="200520"/>
          </a:xfrm>
        </p:grpSpPr>
        <p:sp>
          <p:nvSpPr>
            <p:cNvPr id="2478" name=""/>
            <p:cNvSpPr/>
            <p:nvPr/>
          </p:nvSpPr>
          <p:spPr>
            <a:xfrm>
              <a:off x="4191120" y="504468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9" name=""/>
            <p:cNvSpPr/>
            <p:nvPr/>
          </p:nvSpPr>
          <p:spPr>
            <a:xfrm>
              <a:off x="431460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80" name=""/>
          <p:cNvGrpSpPr/>
          <p:nvPr/>
        </p:nvGrpSpPr>
        <p:grpSpPr>
          <a:xfrm>
            <a:off x="5181480" y="1066680"/>
            <a:ext cx="460080" cy="200520"/>
            <a:chOff x="5181480" y="1066680"/>
            <a:chExt cx="460080" cy="200520"/>
          </a:xfrm>
        </p:grpSpPr>
        <p:sp>
          <p:nvSpPr>
            <p:cNvPr id="2481" name=""/>
            <p:cNvSpPr/>
            <p:nvPr/>
          </p:nvSpPr>
          <p:spPr>
            <a:xfrm>
              <a:off x="5181480" y="1081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2" name=""/>
            <p:cNvSpPr/>
            <p:nvPr/>
          </p:nvSpPr>
          <p:spPr>
            <a:xfrm>
              <a:off x="530388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83" name=""/>
          <p:cNvGrpSpPr/>
          <p:nvPr/>
        </p:nvGrpSpPr>
        <p:grpSpPr>
          <a:xfrm>
            <a:off x="2209680" y="5486400"/>
            <a:ext cx="460080" cy="200520"/>
            <a:chOff x="2209680" y="5486400"/>
            <a:chExt cx="460080" cy="200520"/>
          </a:xfrm>
        </p:grpSpPr>
        <p:sp>
          <p:nvSpPr>
            <p:cNvPr id="2484" name=""/>
            <p:cNvSpPr/>
            <p:nvPr/>
          </p:nvSpPr>
          <p:spPr>
            <a:xfrm>
              <a:off x="2209680" y="55004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5" name=""/>
            <p:cNvSpPr/>
            <p:nvPr/>
          </p:nvSpPr>
          <p:spPr>
            <a:xfrm>
              <a:off x="233208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86" name=""/>
          <p:cNvGrpSpPr/>
          <p:nvPr/>
        </p:nvGrpSpPr>
        <p:grpSpPr>
          <a:xfrm>
            <a:off x="5105520" y="2819520"/>
            <a:ext cx="461160" cy="200520"/>
            <a:chOff x="5105520" y="2819520"/>
            <a:chExt cx="461160" cy="200520"/>
          </a:xfrm>
        </p:grpSpPr>
        <p:sp>
          <p:nvSpPr>
            <p:cNvPr id="2487" name=""/>
            <p:cNvSpPr/>
            <p:nvPr/>
          </p:nvSpPr>
          <p:spPr>
            <a:xfrm>
              <a:off x="5105520" y="28353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8" name=""/>
            <p:cNvSpPr/>
            <p:nvPr/>
          </p:nvSpPr>
          <p:spPr>
            <a:xfrm>
              <a:off x="522900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89" name=""/>
          <p:cNvGrpSpPr/>
          <p:nvPr/>
        </p:nvGrpSpPr>
        <p:grpSpPr>
          <a:xfrm>
            <a:off x="3429000" y="6172200"/>
            <a:ext cx="461520" cy="200520"/>
            <a:chOff x="3429000" y="6172200"/>
            <a:chExt cx="461520" cy="200520"/>
          </a:xfrm>
        </p:grpSpPr>
        <p:sp>
          <p:nvSpPr>
            <p:cNvPr id="2490" name=""/>
            <p:cNvSpPr/>
            <p:nvPr/>
          </p:nvSpPr>
          <p:spPr>
            <a:xfrm>
              <a:off x="3429000" y="6186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1" name=""/>
            <p:cNvSpPr/>
            <p:nvPr/>
          </p:nvSpPr>
          <p:spPr>
            <a:xfrm>
              <a:off x="355284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92" name=""/>
          <p:cNvGrpSpPr/>
          <p:nvPr/>
        </p:nvGrpSpPr>
        <p:grpSpPr>
          <a:xfrm>
            <a:off x="5334120" y="1828800"/>
            <a:ext cx="461520" cy="200520"/>
            <a:chOff x="5334120" y="1828800"/>
            <a:chExt cx="461520" cy="200520"/>
          </a:xfrm>
        </p:grpSpPr>
        <p:sp>
          <p:nvSpPr>
            <p:cNvPr id="2493" name=""/>
            <p:cNvSpPr/>
            <p:nvPr/>
          </p:nvSpPr>
          <p:spPr>
            <a:xfrm>
              <a:off x="5334120" y="18428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4" name=""/>
            <p:cNvSpPr/>
            <p:nvPr/>
          </p:nvSpPr>
          <p:spPr>
            <a:xfrm>
              <a:off x="545796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95" name=""/>
          <p:cNvGrpSpPr/>
          <p:nvPr/>
        </p:nvGrpSpPr>
        <p:grpSpPr>
          <a:xfrm>
            <a:off x="762120" y="4495680"/>
            <a:ext cx="461160" cy="200520"/>
            <a:chOff x="762120" y="4495680"/>
            <a:chExt cx="461160" cy="200520"/>
          </a:xfrm>
        </p:grpSpPr>
        <p:sp>
          <p:nvSpPr>
            <p:cNvPr id="2496" name=""/>
            <p:cNvSpPr/>
            <p:nvPr/>
          </p:nvSpPr>
          <p:spPr>
            <a:xfrm>
              <a:off x="762120" y="45115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7" name=""/>
            <p:cNvSpPr/>
            <p:nvPr/>
          </p:nvSpPr>
          <p:spPr>
            <a:xfrm>
              <a:off x="88560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98" name=""/>
          <p:cNvGrpSpPr/>
          <p:nvPr/>
        </p:nvGrpSpPr>
        <p:grpSpPr>
          <a:xfrm>
            <a:off x="3581280" y="2971800"/>
            <a:ext cx="461880" cy="200520"/>
            <a:chOff x="3581280" y="2971800"/>
            <a:chExt cx="461880" cy="200520"/>
          </a:xfrm>
        </p:grpSpPr>
        <p:sp>
          <p:nvSpPr>
            <p:cNvPr id="2499" name=""/>
            <p:cNvSpPr/>
            <p:nvPr/>
          </p:nvSpPr>
          <p:spPr>
            <a:xfrm>
              <a:off x="3581280" y="29858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0" name=""/>
            <p:cNvSpPr/>
            <p:nvPr/>
          </p:nvSpPr>
          <p:spPr>
            <a:xfrm>
              <a:off x="370548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01" name="Rounded Rectangle 2500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2502" name="Oval 2501"/>
          <p:cNvSpPr/>
          <p:nvPr/>
        </p:nvSpPr>
        <p:spPr>
          <a:xfrm>
            <a:off x="5215047" y="400183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Oval 2502"/>
          <p:cNvSpPr/>
          <p:nvPr/>
        </p:nvSpPr>
        <p:spPr>
          <a:xfrm>
            <a:off x="5245047" y="403183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504" name="Rounded Rectangle 2503"/>
          <p:cNvSpPr/>
          <p:nvPr/>
        </p:nvSpPr>
        <p:spPr>
          <a:xfrm>
            <a:off x="5415047" y="401683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505" name="Oval 2504"/>
          <p:cNvSpPr/>
          <p:nvPr/>
        </p:nvSpPr>
        <p:spPr>
          <a:xfrm>
            <a:off x="6425551" y="17916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Oval 2505"/>
          <p:cNvSpPr/>
          <p:nvPr/>
        </p:nvSpPr>
        <p:spPr>
          <a:xfrm>
            <a:off x="6455551" y="18216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507" name="Rounded Rectangle 2506"/>
          <p:cNvSpPr/>
          <p:nvPr/>
        </p:nvSpPr>
        <p:spPr>
          <a:xfrm>
            <a:off x="6625551" y="18066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508" name="Oval 2507"/>
          <p:cNvSpPr/>
          <p:nvPr/>
        </p:nvSpPr>
        <p:spPr>
          <a:xfrm>
            <a:off x="2539171" y="30883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Oval 2508"/>
          <p:cNvSpPr/>
          <p:nvPr/>
        </p:nvSpPr>
        <p:spPr>
          <a:xfrm>
            <a:off x="2569171" y="31183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510" name="Rounded Rectangle 2509"/>
          <p:cNvSpPr/>
          <p:nvPr/>
        </p:nvSpPr>
        <p:spPr>
          <a:xfrm>
            <a:off x="2739171" y="31033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511" name="Oval 2510"/>
          <p:cNvSpPr/>
          <p:nvPr/>
        </p:nvSpPr>
        <p:spPr>
          <a:xfrm>
            <a:off x="6272910" y="38493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Oval 2511"/>
          <p:cNvSpPr/>
          <p:nvPr/>
        </p:nvSpPr>
        <p:spPr>
          <a:xfrm>
            <a:off x="6302910" y="38793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513" name="Rounded Rectangle 2512"/>
          <p:cNvSpPr/>
          <p:nvPr/>
        </p:nvSpPr>
        <p:spPr>
          <a:xfrm>
            <a:off x="6472910" y="38643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514" name="Oval 2513"/>
          <p:cNvSpPr/>
          <p:nvPr/>
        </p:nvSpPr>
        <p:spPr>
          <a:xfrm>
            <a:off x="4977626" y="468781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5" name="Oval 2514"/>
          <p:cNvSpPr/>
          <p:nvPr/>
        </p:nvSpPr>
        <p:spPr>
          <a:xfrm>
            <a:off x="5007626" y="471781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516" name="Rounded Rectangle 2515"/>
          <p:cNvSpPr/>
          <p:nvPr/>
        </p:nvSpPr>
        <p:spPr>
          <a:xfrm>
            <a:off x="5177626" y="470281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517" name="Oval 2516"/>
          <p:cNvSpPr/>
          <p:nvPr/>
        </p:nvSpPr>
        <p:spPr>
          <a:xfrm>
            <a:off x="3661464" y="185641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8" name="Oval 2517"/>
          <p:cNvSpPr/>
          <p:nvPr/>
        </p:nvSpPr>
        <p:spPr>
          <a:xfrm>
            <a:off x="3691464" y="188641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519" name="Rounded Rectangle 2518"/>
          <p:cNvSpPr/>
          <p:nvPr/>
        </p:nvSpPr>
        <p:spPr>
          <a:xfrm>
            <a:off x="3861464" y="187141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520" name="Oval 2519"/>
          <p:cNvSpPr/>
          <p:nvPr/>
        </p:nvSpPr>
        <p:spPr>
          <a:xfrm>
            <a:off x="938961" y="110725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1" name="Oval 2520"/>
          <p:cNvSpPr/>
          <p:nvPr/>
        </p:nvSpPr>
        <p:spPr>
          <a:xfrm>
            <a:off x="968961" y="113725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522" name="Rounded Rectangle 2521"/>
          <p:cNvSpPr/>
          <p:nvPr/>
        </p:nvSpPr>
        <p:spPr>
          <a:xfrm>
            <a:off x="1138961" y="112225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523" name="Oval 2522"/>
          <p:cNvSpPr/>
          <p:nvPr/>
        </p:nvSpPr>
        <p:spPr>
          <a:xfrm>
            <a:off x="2843911" y="415537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4" name="Oval 2523"/>
          <p:cNvSpPr/>
          <p:nvPr/>
        </p:nvSpPr>
        <p:spPr>
          <a:xfrm>
            <a:off x="2873911" y="418537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525" name="Rounded Rectangle 2524"/>
          <p:cNvSpPr/>
          <p:nvPr/>
        </p:nvSpPr>
        <p:spPr>
          <a:xfrm>
            <a:off x="3043911" y="417037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526" name="Oval 2525"/>
          <p:cNvSpPr/>
          <p:nvPr/>
        </p:nvSpPr>
        <p:spPr>
          <a:xfrm>
            <a:off x="3996625" y="78505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7" name="Oval 2526"/>
          <p:cNvSpPr/>
          <p:nvPr/>
        </p:nvSpPr>
        <p:spPr>
          <a:xfrm>
            <a:off x="4026625" y="81505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528" name="Rounded Rectangle 2527"/>
          <p:cNvSpPr/>
          <p:nvPr/>
        </p:nvSpPr>
        <p:spPr>
          <a:xfrm>
            <a:off x="4196625" y="80005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529" name="Oval 2528"/>
          <p:cNvSpPr/>
          <p:nvPr/>
        </p:nvSpPr>
        <p:spPr>
          <a:xfrm>
            <a:off x="7415184" y="57553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0" name="Oval 2529"/>
          <p:cNvSpPr/>
          <p:nvPr/>
        </p:nvSpPr>
        <p:spPr>
          <a:xfrm>
            <a:off x="7445184" y="57853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531" name="Rounded Rectangle 2530"/>
          <p:cNvSpPr/>
          <p:nvPr/>
        </p:nvSpPr>
        <p:spPr>
          <a:xfrm>
            <a:off x="7615184" y="57703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532" name="Oval 2531"/>
          <p:cNvSpPr/>
          <p:nvPr/>
        </p:nvSpPr>
        <p:spPr>
          <a:xfrm>
            <a:off x="6295227" y="78505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3" name="Oval 2532"/>
          <p:cNvSpPr/>
          <p:nvPr/>
        </p:nvSpPr>
        <p:spPr>
          <a:xfrm>
            <a:off x="6325227" y="81505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534" name="Rounded Rectangle 2533"/>
          <p:cNvSpPr/>
          <p:nvPr/>
        </p:nvSpPr>
        <p:spPr>
          <a:xfrm>
            <a:off x="6495227" y="80005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535" name="Oval 2534"/>
          <p:cNvSpPr/>
          <p:nvPr/>
        </p:nvSpPr>
        <p:spPr>
          <a:xfrm>
            <a:off x="6576925" y="29342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6" name="Oval 2535"/>
          <p:cNvSpPr/>
          <p:nvPr/>
        </p:nvSpPr>
        <p:spPr>
          <a:xfrm>
            <a:off x="6606925" y="29642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537" name="Rounded Rectangle 2536"/>
          <p:cNvSpPr/>
          <p:nvPr/>
        </p:nvSpPr>
        <p:spPr>
          <a:xfrm>
            <a:off x="6776925" y="29492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538" name="Oval 2537"/>
          <p:cNvSpPr/>
          <p:nvPr/>
        </p:nvSpPr>
        <p:spPr>
          <a:xfrm>
            <a:off x="4139367" y="499219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9" name="Oval 2538"/>
          <p:cNvSpPr/>
          <p:nvPr/>
        </p:nvSpPr>
        <p:spPr>
          <a:xfrm>
            <a:off x="4169367" y="502219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540" name="Rounded Rectangle 2539"/>
          <p:cNvSpPr/>
          <p:nvPr/>
        </p:nvSpPr>
        <p:spPr>
          <a:xfrm>
            <a:off x="4339367" y="500719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541" name="Oval 2540"/>
          <p:cNvSpPr/>
          <p:nvPr/>
        </p:nvSpPr>
        <p:spPr>
          <a:xfrm>
            <a:off x="5129001" y="102949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2" name="Oval 2541"/>
          <p:cNvSpPr/>
          <p:nvPr/>
        </p:nvSpPr>
        <p:spPr>
          <a:xfrm>
            <a:off x="5159001" y="105949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543" name="Rounded Rectangle 2542"/>
          <p:cNvSpPr/>
          <p:nvPr/>
        </p:nvSpPr>
        <p:spPr>
          <a:xfrm>
            <a:off x="5329001" y="104449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544" name="Oval 2543"/>
          <p:cNvSpPr/>
          <p:nvPr/>
        </p:nvSpPr>
        <p:spPr>
          <a:xfrm>
            <a:off x="2157384" y="544885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5" name="Oval 2544"/>
          <p:cNvSpPr/>
          <p:nvPr/>
        </p:nvSpPr>
        <p:spPr>
          <a:xfrm>
            <a:off x="2187384" y="547885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546" name="Rounded Rectangle 2545"/>
          <p:cNvSpPr/>
          <p:nvPr/>
        </p:nvSpPr>
        <p:spPr>
          <a:xfrm>
            <a:off x="2357384" y="546385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547" name="Oval 2546"/>
          <p:cNvSpPr/>
          <p:nvPr/>
        </p:nvSpPr>
        <p:spPr>
          <a:xfrm>
            <a:off x="5053762" y="278377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8" name="Oval 2547"/>
          <p:cNvSpPr/>
          <p:nvPr/>
        </p:nvSpPr>
        <p:spPr>
          <a:xfrm>
            <a:off x="5083762" y="281377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549" name="Rounded Rectangle 2548"/>
          <p:cNvSpPr/>
          <p:nvPr/>
        </p:nvSpPr>
        <p:spPr>
          <a:xfrm>
            <a:off x="5253762" y="279877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550" name="Oval 2549"/>
          <p:cNvSpPr/>
          <p:nvPr/>
        </p:nvSpPr>
        <p:spPr>
          <a:xfrm>
            <a:off x="3377429" y="613446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1" name="Oval 2550"/>
          <p:cNvSpPr/>
          <p:nvPr/>
        </p:nvSpPr>
        <p:spPr>
          <a:xfrm>
            <a:off x="3407429" y="616446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552" name="Rounded Rectangle 2551"/>
          <p:cNvSpPr/>
          <p:nvPr/>
        </p:nvSpPr>
        <p:spPr>
          <a:xfrm>
            <a:off x="3577429" y="614946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553" name="Oval 2552"/>
          <p:cNvSpPr/>
          <p:nvPr/>
        </p:nvSpPr>
        <p:spPr>
          <a:xfrm>
            <a:off x="5282551" y="179107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4" name="Oval 2553"/>
          <p:cNvSpPr/>
          <p:nvPr/>
        </p:nvSpPr>
        <p:spPr>
          <a:xfrm>
            <a:off x="5312551" y="182107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555" name="Rounded Rectangle 2554"/>
          <p:cNvSpPr/>
          <p:nvPr/>
        </p:nvSpPr>
        <p:spPr>
          <a:xfrm>
            <a:off x="5482551" y="180607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556" name="Oval 2555"/>
          <p:cNvSpPr/>
          <p:nvPr/>
        </p:nvSpPr>
        <p:spPr>
          <a:xfrm>
            <a:off x="710369" y="445993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7" name="Oval 2556"/>
          <p:cNvSpPr/>
          <p:nvPr/>
        </p:nvSpPr>
        <p:spPr>
          <a:xfrm>
            <a:off x="740369" y="448993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558" name="Rounded Rectangle 2557"/>
          <p:cNvSpPr/>
          <p:nvPr/>
        </p:nvSpPr>
        <p:spPr>
          <a:xfrm>
            <a:off x="910369" y="447493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559" name="Oval 2558"/>
          <p:cNvSpPr/>
          <p:nvPr/>
        </p:nvSpPr>
        <p:spPr>
          <a:xfrm>
            <a:off x="3529701" y="293407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" name="Oval 2559"/>
          <p:cNvSpPr/>
          <p:nvPr/>
        </p:nvSpPr>
        <p:spPr>
          <a:xfrm>
            <a:off x="3559701" y="296407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561" name="Rounded Rectangle 2560"/>
          <p:cNvSpPr/>
          <p:nvPr/>
        </p:nvSpPr>
        <p:spPr>
          <a:xfrm>
            <a:off x="3729701" y="294907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"/>
          <p:cNvSpPr/>
          <p:nvPr/>
        </p:nvSpPr>
        <p:spPr>
          <a:xfrm>
            <a:off x="3055680" y="50760"/>
            <a:ext cx="30322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25: WADD | RWY 27 | STAR GAGA1B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2" name=""/>
          <p:cNvSpPr/>
          <p:nvPr/>
        </p:nvSpPr>
        <p:spPr>
          <a:xfrm flipH="1" flipV="1">
            <a:off x="3863520" y="2776320"/>
            <a:ext cx="2505240" cy="2593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3" name=""/>
          <p:cNvSpPr/>
          <p:nvPr/>
        </p:nvSpPr>
        <p:spPr>
          <a:xfrm flipH="1" flipV="1">
            <a:off x="3357720" y="1639800"/>
            <a:ext cx="506160" cy="1136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4" name=""/>
          <p:cNvSpPr/>
          <p:nvPr/>
        </p:nvSpPr>
        <p:spPr>
          <a:xfrm flipH="1">
            <a:off x="3205080" y="1639800"/>
            <a:ext cx="152640" cy="9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5" name=""/>
          <p:cNvSpPr/>
          <p:nvPr/>
        </p:nvSpPr>
        <p:spPr>
          <a:xfrm flipH="1">
            <a:off x="3048120" y="1649520"/>
            <a:ext cx="156960" cy="11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6" name=""/>
          <p:cNvSpPr/>
          <p:nvPr/>
        </p:nvSpPr>
        <p:spPr>
          <a:xfrm flipH="1">
            <a:off x="2774520" y="1660680"/>
            <a:ext cx="273240" cy="18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8080" bIns="-28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07" name=""/>
          <p:cNvGrpSpPr/>
          <p:nvPr/>
        </p:nvGrpSpPr>
        <p:grpSpPr>
          <a:xfrm>
            <a:off x="6305400" y="5307120"/>
            <a:ext cx="610200" cy="200520"/>
            <a:chOff x="6305400" y="5307120"/>
            <a:chExt cx="610200" cy="200520"/>
          </a:xfrm>
        </p:grpSpPr>
        <p:sp>
          <p:nvSpPr>
            <p:cNvPr id="2508" name=""/>
            <p:cNvSpPr/>
            <p:nvPr/>
          </p:nvSpPr>
          <p:spPr>
            <a:xfrm>
              <a:off x="630540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9" name=""/>
            <p:cNvSpPr/>
            <p:nvPr/>
          </p:nvSpPr>
          <p:spPr>
            <a:xfrm>
              <a:off x="6407280" y="530712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GAGAK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10" name=""/>
          <p:cNvGrpSpPr/>
          <p:nvPr/>
        </p:nvGrpSpPr>
        <p:grpSpPr>
          <a:xfrm>
            <a:off x="3813120" y="2712960"/>
            <a:ext cx="567720" cy="200520"/>
            <a:chOff x="3813120" y="2712960"/>
            <a:chExt cx="567720" cy="200520"/>
          </a:xfrm>
        </p:grpSpPr>
        <p:sp>
          <p:nvSpPr>
            <p:cNvPr id="2511" name=""/>
            <p:cNvSpPr/>
            <p:nvPr/>
          </p:nvSpPr>
          <p:spPr>
            <a:xfrm>
              <a:off x="3813120" y="27255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2" name=""/>
            <p:cNvSpPr/>
            <p:nvPr/>
          </p:nvSpPr>
          <p:spPr>
            <a:xfrm>
              <a:off x="3906000" y="271296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KEDAT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13" name=""/>
          <p:cNvGrpSpPr/>
          <p:nvPr/>
        </p:nvGrpSpPr>
        <p:grpSpPr>
          <a:xfrm>
            <a:off x="3306600" y="1576440"/>
            <a:ext cx="575280" cy="200520"/>
            <a:chOff x="3306600" y="1576440"/>
            <a:chExt cx="575280" cy="200520"/>
          </a:xfrm>
        </p:grpSpPr>
        <p:sp>
          <p:nvSpPr>
            <p:cNvPr id="2514" name=""/>
            <p:cNvSpPr/>
            <p:nvPr/>
          </p:nvSpPr>
          <p:spPr>
            <a:xfrm>
              <a:off x="3306600" y="15890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5" name=""/>
            <p:cNvSpPr/>
            <p:nvPr/>
          </p:nvSpPr>
          <p:spPr>
            <a:xfrm>
              <a:off x="3391920" y="157644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BENOA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16" name=""/>
          <p:cNvGrpSpPr/>
          <p:nvPr/>
        </p:nvGrpSpPr>
        <p:grpSpPr>
          <a:xfrm>
            <a:off x="3164040" y="1585800"/>
            <a:ext cx="546840" cy="200520"/>
            <a:chOff x="3164040" y="1585800"/>
            <a:chExt cx="546840" cy="200520"/>
          </a:xfrm>
        </p:grpSpPr>
        <p:sp>
          <p:nvSpPr>
            <p:cNvPr id="2517" name=""/>
            <p:cNvSpPr/>
            <p:nvPr/>
          </p:nvSpPr>
          <p:spPr>
            <a:xfrm>
              <a:off x="3164040" y="160956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8" name=""/>
            <p:cNvSpPr/>
            <p:nvPr/>
          </p:nvSpPr>
          <p:spPr>
            <a:xfrm>
              <a:off x="3236040" y="158580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97DME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19" name=""/>
          <p:cNvGrpSpPr/>
          <p:nvPr/>
        </p:nvGrpSpPr>
        <p:grpSpPr>
          <a:xfrm>
            <a:off x="3006720" y="1596960"/>
            <a:ext cx="548640" cy="200520"/>
            <a:chOff x="3006720" y="1596960"/>
            <a:chExt cx="548640" cy="200520"/>
          </a:xfrm>
        </p:grpSpPr>
        <p:sp>
          <p:nvSpPr>
            <p:cNvPr id="2520" name=""/>
            <p:cNvSpPr/>
            <p:nvPr/>
          </p:nvSpPr>
          <p:spPr>
            <a:xfrm>
              <a:off x="3006720" y="162072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1" name=""/>
            <p:cNvSpPr/>
            <p:nvPr/>
          </p:nvSpPr>
          <p:spPr>
            <a:xfrm>
              <a:off x="3080520" y="159696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62DME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22" name=""/>
          <p:cNvGrpSpPr/>
          <p:nvPr/>
        </p:nvGrpSpPr>
        <p:grpSpPr>
          <a:xfrm>
            <a:off x="2711520" y="1616040"/>
            <a:ext cx="543240" cy="200520"/>
            <a:chOff x="2711520" y="1616040"/>
            <a:chExt cx="543240" cy="200520"/>
          </a:xfrm>
        </p:grpSpPr>
        <p:sp>
          <p:nvSpPr>
            <p:cNvPr id="2523" name=""/>
            <p:cNvSpPr/>
            <p:nvPr/>
          </p:nvSpPr>
          <p:spPr>
            <a:xfrm>
              <a:off x="2711520" y="16160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4" name=""/>
            <p:cNvSpPr/>
            <p:nvPr/>
          </p:nvSpPr>
          <p:spPr>
            <a:xfrm>
              <a:off x="2828520" y="16160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25" name=""/>
          <p:cNvGrpSpPr/>
          <p:nvPr/>
        </p:nvGrpSpPr>
        <p:grpSpPr>
          <a:xfrm>
            <a:off x="3657600" y="1905120"/>
            <a:ext cx="479160" cy="200520"/>
            <a:chOff x="3657600" y="1905120"/>
            <a:chExt cx="479160" cy="200520"/>
          </a:xfrm>
        </p:grpSpPr>
        <p:sp>
          <p:nvSpPr>
            <p:cNvPr id="2526" name=""/>
            <p:cNvSpPr/>
            <p:nvPr/>
          </p:nvSpPr>
          <p:spPr>
            <a:xfrm>
              <a:off x="3657600" y="19112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7" name=""/>
            <p:cNvSpPr/>
            <p:nvPr/>
          </p:nvSpPr>
          <p:spPr>
            <a:xfrm>
              <a:off x="379908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28" name=""/>
          <p:cNvGrpSpPr/>
          <p:nvPr/>
        </p:nvGrpSpPr>
        <p:grpSpPr>
          <a:xfrm>
            <a:off x="8458200" y="457200"/>
            <a:ext cx="479160" cy="200520"/>
            <a:chOff x="8458200" y="457200"/>
            <a:chExt cx="479160" cy="200520"/>
          </a:xfrm>
        </p:grpSpPr>
        <p:sp>
          <p:nvSpPr>
            <p:cNvPr id="2529" name=""/>
            <p:cNvSpPr/>
            <p:nvPr/>
          </p:nvSpPr>
          <p:spPr>
            <a:xfrm>
              <a:off x="8458200" y="463320"/>
              <a:ext cx="114120" cy="11376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3840" bIns="338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0" name=""/>
            <p:cNvSpPr/>
            <p:nvPr/>
          </p:nvSpPr>
          <p:spPr>
            <a:xfrm>
              <a:off x="859968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31" name=""/>
          <p:cNvGrpSpPr/>
          <p:nvPr/>
        </p:nvGrpSpPr>
        <p:grpSpPr>
          <a:xfrm>
            <a:off x="7696080" y="3276720"/>
            <a:ext cx="479160" cy="200520"/>
            <a:chOff x="7696080" y="3276720"/>
            <a:chExt cx="479160" cy="200520"/>
          </a:xfrm>
        </p:grpSpPr>
        <p:sp>
          <p:nvSpPr>
            <p:cNvPr id="2532" name=""/>
            <p:cNvSpPr/>
            <p:nvPr/>
          </p:nvSpPr>
          <p:spPr>
            <a:xfrm>
              <a:off x="7696080" y="328320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3" name=""/>
            <p:cNvSpPr/>
            <p:nvPr/>
          </p:nvSpPr>
          <p:spPr>
            <a:xfrm>
              <a:off x="7837560" y="327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34" name=""/>
          <p:cNvGrpSpPr/>
          <p:nvPr/>
        </p:nvGrpSpPr>
        <p:grpSpPr>
          <a:xfrm>
            <a:off x="4495680" y="6248520"/>
            <a:ext cx="461880" cy="200520"/>
            <a:chOff x="4495680" y="6248520"/>
            <a:chExt cx="461880" cy="200520"/>
          </a:xfrm>
        </p:grpSpPr>
        <p:sp>
          <p:nvSpPr>
            <p:cNvPr id="2535" name=""/>
            <p:cNvSpPr/>
            <p:nvPr/>
          </p:nvSpPr>
          <p:spPr>
            <a:xfrm>
              <a:off x="4495680" y="6264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6" name=""/>
            <p:cNvSpPr/>
            <p:nvPr/>
          </p:nvSpPr>
          <p:spPr>
            <a:xfrm>
              <a:off x="461988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37" name=""/>
          <p:cNvGrpSpPr/>
          <p:nvPr/>
        </p:nvGrpSpPr>
        <p:grpSpPr>
          <a:xfrm>
            <a:off x="1295280" y="4114800"/>
            <a:ext cx="460080" cy="200520"/>
            <a:chOff x="1295280" y="4114800"/>
            <a:chExt cx="460080" cy="200520"/>
          </a:xfrm>
        </p:grpSpPr>
        <p:sp>
          <p:nvSpPr>
            <p:cNvPr id="2538" name=""/>
            <p:cNvSpPr/>
            <p:nvPr/>
          </p:nvSpPr>
          <p:spPr>
            <a:xfrm>
              <a:off x="1295280" y="413064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9" name=""/>
            <p:cNvSpPr/>
            <p:nvPr/>
          </p:nvSpPr>
          <p:spPr>
            <a:xfrm>
              <a:off x="141768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40" name=""/>
          <p:cNvGrpSpPr/>
          <p:nvPr/>
        </p:nvGrpSpPr>
        <p:grpSpPr>
          <a:xfrm>
            <a:off x="152280" y="1828800"/>
            <a:ext cx="461520" cy="200520"/>
            <a:chOff x="152280" y="1828800"/>
            <a:chExt cx="461520" cy="200520"/>
          </a:xfrm>
        </p:grpSpPr>
        <p:sp>
          <p:nvSpPr>
            <p:cNvPr id="2541" name=""/>
            <p:cNvSpPr/>
            <p:nvPr/>
          </p:nvSpPr>
          <p:spPr>
            <a:xfrm>
              <a:off x="152280" y="1844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2" name=""/>
            <p:cNvSpPr/>
            <p:nvPr/>
          </p:nvSpPr>
          <p:spPr>
            <a:xfrm>
              <a:off x="27612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43" name=""/>
          <p:cNvGrpSpPr/>
          <p:nvPr/>
        </p:nvGrpSpPr>
        <p:grpSpPr>
          <a:xfrm>
            <a:off x="4800600" y="4876920"/>
            <a:ext cx="461520" cy="200520"/>
            <a:chOff x="4800600" y="4876920"/>
            <a:chExt cx="461520" cy="200520"/>
          </a:xfrm>
        </p:grpSpPr>
        <p:sp>
          <p:nvSpPr>
            <p:cNvPr id="2544" name=""/>
            <p:cNvSpPr/>
            <p:nvPr/>
          </p:nvSpPr>
          <p:spPr>
            <a:xfrm>
              <a:off x="4800600" y="4891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5" name=""/>
            <p:cNvSpPr/>
            <p:nvPr/>
          </p:nvSpPr>
          <p:spPr>
            <a:xfrm>
              <a:off x="492444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46" name=""/>
          <p:cNvGrpSpPr/>
          <p:nvPr/>
        </p:nvGrpSpPr>
        <p:grpSpPr>
          <a:xfrm>
            <a:off x="5491080" y="2438280"/>
            <a:ext cx="461880" cy="200520"/>
            <a:chOff x="5491080" y="2438280"/>
            <a:chExt cx="461880" cy="200520"/>
          </a:xfrm>
        </p:grpSpPr>
        <p:sp>
          <p:nvSpPr>
            <p:cNvPr id="2547" name=""/>
            <p:cNvSpPr/>
            <p:nvPr/>
          </p:nvSpPr>
          <p:spPr>
            <a:xfrm>
              <a:off x="5491080" y="2452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8" name=""/>
            <p:cNvSpPr/>
            <p:nvPr/>
          </p:nvSpPr>
          <p:spPr>
            <a:xfrm>
              <a:off x="561528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49" name=""/>
          <p:cNvGrpSpPr/>
          <p:nvPr/>
        </p:nvGrpSpPr>
        <p:grpSpPr>
          <a:xfrm>
            <a:off x="2819520" y="5410080"/>
            <a:ext cx="461520" cy="200520"/>
            <a:chOff x="2819520" y="5410080"/>
            <a:chExt cx="461520" cy="200520"/>
          </a:xfrm>
        </p:grpSpPr>
        <p:sp>
          <p:nvSpPr>
            <p:cNvPr id="2550" name=""/>
            <p:cNvSpPr/>
            <p:nvPr/>
          </p:nvSpPr>
          <p:spPr>
            <a:xfrm>
              <a:off x="2819520" y="5424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1" name=""/>
            <p:cNvSpPr/>
            <p:nvPr/>
          </p:nvSpPr>
          <p:spPr>
            <a:xfrm>
              <a:off x="2943360" y="5410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52" name=""/>
          <p:cNvGrpSpPr/>
          <p:nvPr/>
        </p:nvGrpSpPr>
        <p:grpSpPr>
          <a:xfrm>
            <a:off x="8458200" y="6400800"/>
            <a:ext cx="461520" cy="200520"/>
            <a:chOff x="8458200" y="6400800"/>
            <a:chExt cx="461520" cy="200520"/>
          </a:xfrm>
        </p:grpSpPr>
        <p:sp>
          <p:nvSpPr>
            <p:cNvPr id="2553" name=""/>
            <p:cNvSpPr/>
            <p:nvPr/>
          </p:nvSpPr>
          <p:spPr>
            <a:xfrm>
              <a:off x="8458200" y="6416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4" name=""/>
            <p:cNvSpPr/>
            <p:nvPr/>
          </p:nvSpPr>
          <p:spPr>
            <a:xfrm>
              <a:off x="858204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55" name=""/>
          <p:cNvGrpSpPr/>
          <p:nvPr/>
        </p:nvGrpSpPr>
        <p:grpSpPr>
          <a:xfrm>
            <a:off x="3276720" y="3962520"/>
            <a:ext cx="460080" cy="200520"/>
            <a:chOff x="3276720" y="3962520"/>
            <a:chExt cx="460080" cy="200520"/>
          </a:xfrm>
        </p:grpSpPr>
        <p:sp>
          <p:nvSpPr>
            <p:cNvPr id="2556" name=""/>
            <p:cNvSpPr/>
            <p:nvPr/>
          </p:nvSpPr>
          <p:spPr>
            <a:xfrm>
              <a:off x="3276720" y="39769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7" name=""/>
            <p:cNvSpPr/>
            <p:nvPr/>
          </p:nvSpPr>
          <p:spPr>
            <a:xfrm>
              <a:off x="339912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58" name=""/>
          <p:cNvGrpSpPr/>
          <p:nvPr/>
        </p:nvGrpSpPr>
        <p:grpSpPr>
          <a:xfrm>
            <a:off x="2392200" y="2854440"/>
            <a:ext cx="461880" cy="200520"/>
            <a:chOff x="2392200" y="2854440"/>
            <a:chExt cx="461880" cy="200520"/>
          </a:xfrm>
        </p:grpSpPr>
        <p:sp>
          <p:nvSpPr>
            <p:cNvPr id="2559" name=""/>
            <p:cNvSpPr/>
            <p:nvPr/>
          </p:nvSpPr>
          <p:spPr>
            <a:xfrm>
              <a:off x="2392200" y="2870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0" name=""/>
            <p:cNvSpPr/>
            <p:nvPr/>
          </p:nvSpPr>
          <p:spPr>
            <a:xfrm>
              <a:off x="2516400" y="2854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61" name=""/>
          <p:cNvGrpSpPr/>
          <p:nvPr/>
        </p:nvGrpSpPr>
        <p:grpSpPr>
          <a:xfrm>
            <a:off x="5851440" y="3637080"/>
            <a:ext cx="461880" cy="200520"/>
            <a:chOff x="5851440" y="3637080"/>
            <a:chExt cx="461880" cy="200520"/>
          </a:xfrm>
        </p:grpSpPr>
        <p:sp>
          <p:nvSpPr>
            <p:cNvPr id="2562" name=""/>
            <p:cNvSpPr/>
            <p:nvPr/>
          </p:nvSpPr>
          <p:spPr>
            <a:xfrm>
              <a:off x="5851440" y="3652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3" name=""/>
            <p:cNvSpPr/>
            <p:nvPr/>
          </p:nvSpPr>
          <p:spPr>
            <a:xfrm>
              <a:off x="5975640" y="363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64" name=""/>
          <p:cNvGrpSpPr/>
          <p:nvPr/>
        </p:nvGrpSpPr>
        <p:grpSpPr>
          <a:xfrm>
            <a:off x="7543800" y="5029200"/>
            <a:ext cx="460080" cy="200520"/>
            <a:chOff x="7543800" y="5029200"/>
            <a:chExt cx="460080" cy="200520"/>
          </a:xfrm>
        </p:grpSpPr>
        <p:sp>
          <p:nvSpPr>
            <p:cNvPr id="2565" name=""/>
            <p:cNvSpPr/>
            <p:nvPr/>
          </p:nvSpPr>
          <p:spPr>
            <a:xfrm>
              <a:off x="7543800" y="504504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6" name=""/>
            <p:cNvSpPr/>
            <p:nvPr/>
          </p:nvSpPr>
          <p:spPr>
            <a:xfrm>
              <a:off x="766620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67" name=""/>
          <p:cNvGrpSpPr/>
          <p:nvPr/>
        </p:nvGrpSpPr>
        <p:grpSpPr>
          <a:xfrm>
            <a:off x="7162920" y="1828800"/>
            <a:ext cx="461160" cy="200520"/>
            <a:chOff x="7162920" y="1828800"/>
            <a:chExt cx="461160" cy="200520"/>
          </a:xfrm>
        </p:grpSpPr>
        <p:sp>
          <p:nvSpPr>
            <p:cNvPr id="2568" name=""/>
            <p:cNvSpPr/>
            <p:nvPr/>
          </p:nvSpPr>
          <p:spPr>
            <a:xfrm>
              <a:off x="7162920" y="18428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9" name=""/>
            <p:cNvSpPr/>
            <p:nvPr/>
          </p:nvSpPr>
          <p:spPr>
            <a:xfrm>
              <a:off x="728640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70" name=""/>
          <p:cNvGrpSpPr/>
          <p:nvPr/>
        </p:nvGrpSpPr>
        <p:grpSpPr>
          <a:xfrm>
            <a:off x="6095880" y="6248520"/>
            <a:ext cx="461880" cy="200520"/>
            <a:chOff x="6095880" y="6248520"/>
            <a:chExt cx="461880" cy="200520"/>
          </a:xfrm>
        </p:grpSpPr>
        <p:sp>
          <p:nvSpPr>
            <p:cNvPr id="2571" name=""/>
            <p:cNvSpPr/>
            <p:nvPr/>
          </p:nvSpPr>
          <p:spPr>
            <a:xfrm>
              <a:off x="6095880" y="62643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2" name=""/>
            <p:cNvSpPr/>
            <p:nvPr/>
          </p:nvSpPr>
          <p:spPr>
            <a:xfrm>
              <a:off x="622008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73" name=""/>
          <p:cNvGrpSpPr/>
          <p:nvPr/>
        </p:nvGrpSpPr>
        <p:grpSpPr>
          <a:xfrm>
            <a:off x="380880" y="6400800"/>
            <a:ext cx="460080" cy="200520"/>
            <a:chOff x="380880" y="6400800"/>
            <a:chExt cx="460080" cy="200520"/>
          </a:xfrm>
        </p:grpSpPr>
        <p:sp>
          <p:nvSpPr>
            <p:cNvPr id="2574" name=""/>
            <p:cNvSpPr/>
            <p:nvPr/>
          </p:nvSpPr>
          <p:spPr>
            <a:xfrm>
              <a:off x="380880" y="641664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5" name=""/>
            <p:cNvSpPr/>
            <p:nvPr/>
          </p:nvSpPr>
          <p:spPr>
            <a:xfrm>
              <a:off x="50328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76" name=""/>
          <p:cNvGrpSpPr/>
          <p:nvPr/>
        </p:nvGrpSpPr>
        <p:grpSpPr>
          <a:xfrm>
            <a:off x="3657600" y="1219320"/>
            <a:ext cx="460080" cy="200520"/>
            <a:chOff x="3657600" y="1219320"/>
            <a:chExt cx="460080" cy="200520"/>
          </a:xfrm>
        </p:grpSpPr>
        <p:sp>
          <p:nvSpPr>
            <p:cNvPr id="2577" name=""/>
            <p:cNvSpPr/>
            <p:nvPr/>
          </p:nvSpPr>
          <p:spPr>
            <a:xfrm>
              <a:off x="3657600" y="123516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8" name=""/>
            <p:cNvSpPr/>
            <p:nvPr/>
          </p:nvSpPr>
          <p:spPr>
            <a:xfrm>
              <a:off x="378000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79" name=""/>
          <p:cNvGrpSpPr/>
          <p:nvPr/>
        </p:nvGrpSpPr>
        <p:grpSpPr>
          <a:xfrm>
            <a:off x="2023920" y="846000"/>
            <a:ext cx="461880" cy="200520"/>
            <a:chOff x="2023920" y="846000"/>
            <a:chExt cx="461880" cy="200520"/>
          </a:xfrm>
        </p:grpSpPr>
        <p:sp>
          <p:nvSpPr>
            <p:cNvPr id="2580" name=""/>
            <p:cNvSpPr/>
            <p:nvPr/>
          </p:nvSpPr>
          <p:spPr>
            <a:xfrm>
              <a:off x="2023920" y="861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1" name=""/>
            <p:cNvSpPr/>
            <p:nvPr/>
          </p:nvSpPr>
          <p:spPr>
            <a:xfrm>
              <a:off x="2148120" y="84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82" name=""/>
          <p:cNvGrpSpPr/>
          <p:nvPr/>
        </p:nvGrpSpPr>
        <p:grpSpPr>
          <a:xfrm>
            <a:off x="4351320" y="1638360"/>
            <a:ext cx="461880" cy="200520"/>
            <a:chOff x="4351320" y="1638360"/>
            <a:chExt cx="461880" cy="200520"/>
          </a:xfrm>
        </p:grpSpPr>
        <p:sp>
          <p:nvSpPr>
            <p:cNvPr id="2583" name=""/>
            <p:cNvSpPr/>
            <p:nvPr/>
          </p:nvSpPr>
          <p:spPr>
            <a:xfrm>
              <a:off x="4351320" y="1652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4" name=""/>
            <p:cNvSpPr/>
            <p:nvPr/>
          </p:nvSpPr>
          <p:spPr>
            <a:xfrm>
              <a:off x="4475520" y="1638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85" name="Rounded Rectangle 2584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2586" name="Oval 2585"/>
          <p:cNvSpPr/>
          <p:nvPr/>
        </p:nvSpPr>
        <p:spPr>
          <a:xfrm>
            <a:off x="3614661" y="18684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7" name="Oval 2586"/>
          <p:cNvSpPr/>
          <p:nvPr/>
        </p:nvSpPr>
        <p:spPr>
          <a:xfrm>
            <a:off x="3644661" y="18984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588" name="Rounded Rectangle 2587"/>
          <p:cNvSpPr/>
          <p:nvPr/>
        </p:nvSpPr>
        <p:spPr>
          <a:xfrm>
            <a:off x="3814661" y="18834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589" name="Oval 2588"/>
          <p:cNvSpPr/>
          <p:nvPr/>
        </p:nvSpPr>
        <p:spPr>
          <a:xfrm>
            <a:off x="8415260" y="4202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0" name="Oval 2589"/>
          <p:cNvSpPr/>
          <p:nvPr/>
        </p:nvSpPr>
        <p:spPr>
          <a:xfrm>
            <a:off x="8445260" y="4502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591" name="Rounded Rectangle 2590"/>
          <p:cNvSpPr/>
          <p:nvPr/>
        </p:nvSpPr>
        <p:spPr>
          <a:xfrm>
            <a:off x="8615260" y="4352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592" name="Oval 2591"/>
          <p:cNvSpPr/>
          <p:nvPr/>
        </p:nvSpPr>
        <p:spPr>
          <a:xfrm>
            <a:off x="7653323" y="32402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3" name="Oval 2592"/>
          <p:cNvSpPr/>
          <p:nvPr/>
        </p:nvSpPr>
        <p:spPr>
          <a:xfrm>
            <a:off x="7683323" y="32702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594" name="Rounded Rectangle 2593"/>
          <p:cNvSpPr/>
          <p:nvPr/>
        </p:nvSpPr>
        <p:spPr>
          <a:xfrm>
            <a:off x="7853323" y="32552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595" name="Oval 2594"/>
          <p:cNvSpPr/>
          <p:nvPr/>
        </p:nvSpPr>
        <p:spPr>
          <a:xfrm>
            <a:off x="4444100" y="62127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6" name="Oval 2595"/>
          <p:cNvSpPr/>
          <p:nvPr/>
        </p:nvSpPr>
        <p:spPr>
          <a:xfrm>
            <a:off x="4474100" y="62427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597" name="Rounded Rectangle 2596"/>
          <p:cNvSpPr/>
          <p:nvPr/>
        </p:nvSpPr>
        <p:spPr>
          <a:xfrm>
            <a:off x="4644100" y="62277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598" name="Oval 2597"/>
          <p:cNvSpPr/>
          <p:nvPr/>
        </p:nvSpPr>
        <p:spPr>
          <a:xfrm>
            <a:off x="1242979" y="40788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9" name="Oval 2598"/>
          <p:cNvSpPr/>
          <p:nvPr/>
        </p:nvSpPr>
        <p:spPr>
          <a:xfrm>
            <a:off x="1272979" y="41088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600" name="Rounded Rectangle 2599"/>
          <p:cNvSpPr/>
          <p:nvPr/>
        </p:nvSpPr>
        <p:spPr>
          <a:xfrm>
            <a:off x="1442979" y="40938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601" name="Oval 2600"/>
          <p:cNvSpPr/>
          <p:nvPr/>
        </p:nvSpPr>
        <p:spPr>
          <a:xfrm>
            <a:off x="100701" y="17930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2" name="Oval 2601"/>
          <p:cNvSpPr/>
          <p:nvPr/>
        </p:nvSpPr>
        <p:spPr>
          <a:xfrm>
            <a:off x="130701" y="18230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603" name="Rounded Rectangle 2602"/>
          <p:cNvSpPr/>
          <p:nvPr/>
        </p:nvSpPr>
        <p:spPr>
          <a:xfrm>
            <a:off x="300701" y="18080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604" name="Oval 2603"/>
          <p:cNvSpPr/>
          <p:nvPr/>
        </p:nvSpPr>
        <p:spPr>
          <a:xfrm>
            <a:off x="4749021" y="48397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5" name="Oval 2604"/>
          <p:cNvSpPr/>
          <p:nvPr/>
        </p:nvSpPr>
        <p:spPr>
          <a:xfrm>
            <a:off x="4779021" y="48697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606" name="Rounded Rectangle 2605"/>
          <p:cNvSpPr/>
          <p:nvPr/>
        </p:nvSpPr>
        <p:spPr>
          <a:xfrm>
            <a:off x="4949021" y="48547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607" name="Oval 2606"/>
          <p:cNvSpPr/>
          <p:nvPr/>
        </p:nvSpPr>
        <p:spPr>
          <a:xfrm>
            <a:off x="5439503" y="240110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8" name="Oval 2607"/>
          <p:cNvSpPr/>
          <p:nvPr/>
        </p:nvSpPr>
        <p:spPr>
          <a:xfrm>
            <a:off x="5469503" y="243110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609" name="Rounded Rectangle 2608"/>
          <p:cNvSpPr/>
          <p:nvPr/>
        </p:nvSpPr>
        <p:spPr>
          <a:xfrm>
            <a:off x="5639503" y="241610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610" name="Oval 2609"/>
          <p:cNvSpPr/>
          <p:nvPr/>
        </p:nvSpPr>
        <p:spPr>
          <a:xfrm>
            <a:off x="2767939" y="537290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1" name="Oval 2610"/>
          <p:cNvSpPr/>
          <p:nvPr/>
        </p:nvSpPr>
        <p:spPr>
          <a:xfrm>
            <a:off x="2797939" y="540290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612" name="Rounded Rectangle 2611"/>
          <p:cNvSpPr/>
          <p:nvPr/>
        </p:nvSpPr>
        <p:spPr>
          <a:xfrm>
            <a:off x="2967939" y="538790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613" name="Oval 2612"/>
          <p:cNvSpPr/>
          <p:nvPr/>
        </p:nvSpPr>
        <p:spPr>
          <a:xfrm>
            <a:off x="8406622" y="636506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4" name="Oval 2613"/>
          <p:cNvSpPr/>
          <p:nvPr/>
        </p:nvSpPr>
        <p:spPr>
          <a:xfrm>
            <a:off x="8436622" y="639506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615" name="Rounded Rectangle 2614"/>
          <p:cNvSpPr/>
          <p:nvPr/>
        </p:nvSpPr>
        <p:spPr>
          <a:xfrm>
            <a:off x="8606622" y="638006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616" name="Oval 2615"/>
          <p:cNvSpPr/>
          <p:nvPr/>
        </p:nvSpPr>
        <p:spPr>
          <a:xfrm>
            <a:off x="3224420" y="39253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7" name="Oval 2616"/>
          <p:cNvSpPr/>
          <p:nvPr/>
        </p:nvSpPr>
        <p:spPr>
          <a:xfrm>
            <a:off x="3254420" y="39553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618" name="Rounded Rectangle 2617"/>
          <p:cNvSpPr/>
          <p:nvPr/>
        </p:nvSpPr>
        <p:spPr>
          <a:xfrm>
            <a:off x="3424420" y="39403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619" name="Oval 2618"/>
          <p:cNvSpPr/>
          <p:nvPr/>
        </p:nvSpPr>
        <p:spPr>
          <a:xfrm>
            <a:off x="2340623" y="28186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Oval 2619"/>
          <p:cNvSpPr/>
          <p:nvPr/>
        </p:nvSpPr>
        <p:spPr>
          <a:xfrm>
            <a:off x="2370623" y="28486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621" name="Rounded Rectangle 2620"/>
          <p:cNvSpPr/>
          <p:nvPr/>
        </p:nvSpPr>
        <p:spPr>
          <a:xfrm>
            <a:off x="2540623" y="28336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622" name="Oval 2621"/>
          <p:cNvSpPr/>
          <p:nvPr/>
        </p:nvSpPr>
        <p:spPr>
          <a:xfrm>
            <a:off x="5799861" y="36013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3" name="Oval 2622"/>
          <p:cNvSpPr/>
          <p:nvPr/>
        </p:nvSpPr>
        <p:spPr>
          <a:xfrm>
            <a:off x="5829861" y="36313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624" name="Rounded Rectangle 2623"/>
          <p:cNvSpPr/>
          <p:nvPr/>
        </p:nvSpPr>
        <p:spPr>
          <a:xfrm>
            <a:off x="5999861" y="36163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625" name="Oval 2624"/>
          <p:cNvSpPr/>
          <p:nvPr/>
        </p:nvSpPr>
        <p:spPr>
          <a:xfrm>
            <a:off x="7491500" y="49927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Oval 2625"/>
          <p:cNvSpPr/>
          <p:nvPr/>
        </p:nvSpPr>
        <p:spPr>
          <a:xfrm>
            <a:off x="7521500" y="50227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627" name="Rounded Rectangle 2626"/>
          <p:cNvSpPr/>
          <p:nvPr/>
        </p:nvSpPr>
        <p:spPr>
          <a:xfrm>
            <a:off x="7691500" y="50077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628" name="Oval 2627"/>
          <p:cNvSpPr/>
          <p:nvPr/>
        </p:nvSpPr>
        <p:spPr>
          <a:xfrm>
            <a:off x="7111163" y="17912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Oval 2628"/>
          <p:cNvSpPr/>
          <p:nvPr/>
        </p:nvSpPr>
        <p:spPr>
          <a:xfrm>
            <a:off x="7141163" y="18212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630" name="Rounded Rectangle 2629"/>
          <p:cNvSpPr/>
          <p:nvPr/>
        </p:nvSpPr>
        <p:spPr>
          <a:xfrm>
            <a:off x="7311163" y="18062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631" name="Oval 2630"/>
          <p:cNvSpPr/>
          <p:nvPr/>
        </p:nvSpPr>
        <p:spPr>
          <a:xfrm>
            <a:off x="6044301" y="62120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Oval 2631"/>
          <p:cNvSpPr/>
          <p:nvPr/>
        </p:nvSpPr>
        <p:spPr>
          <a:xfrm>
            <a:off x="6074301" y="62420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633" name="Rounded Rectangle 2632"/>
          <p:cNvSpPr/>
          <p:nvPr/>
        </p:nvSpPr>
        <p:spPr>
          <a:xfrm>
            <a:off x="6244301" y="62270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634" name="Oval 2633"/>
          <p:cNvSpPr/>
          <p:nvPr/>
        </p:nvSpPr>
        <p:spPr>
          <a:xfrm>
            <a:off x="328400" y="63643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Oval 2634"/>
          <p:cNvSpPr/>
          <p:nvPr/>
        </p:nvSpPr>
        <p:spPr>
          <a:xfrm>
            <a:off x="358400" y="63943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636" name="Rounded Rectangle 2635"/>
          <p:cNvSpPr/>
          <p:nvPr/>
        </p:nvSpPr>
        <p:spPr>
          <a:xfrm>
            <a:off x="528400" y="63793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637" name="Oval 2636"/>
          <p:cNvSpPr/>
          <p:nvPr/>
        </p:nvSpPr>
        <p:spPr>
          <a:xfrm>
            <a:off x="3605121" y="11828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Oval 2637"/>
          <p:cNvSpPr/>
          <p:nvPr/>
        </p:nvSpPr>
        <p:spPr>
          <a:xfrm>
            <a:off x="3635121" y="12128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639" name="Rounded Rectangle 2638"/>
          <p:cNvSpPr/>
          <p:nvPr/>
        </p:nvSpPr>
        <p:spPr>
          <a:xfrm>
            <a:off x="3805121" y="11978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640" name="Oval 2639"/>
          <p:cNvSpPr/>
          <p:nvPr/>
        </p:nvSpPr>
        <p:spPr>
          <a:xfrm>
            <a:off x="1972342" y="81026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Oval 2640"/>
          <p:cNvSpPr/>
          <p:nvPr/>
        </p:nvSpPr>
        <p:spPr>
          <a:xfrm>
            <a:off x="2002342" y="84026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642" name="Rounded Rectangle 2641"/>
          <p:cNvSpPr/>
          <p:nvPr/>
        </p:nvSpPr>
        <p:spPr>
          <a:xfrm>
            <a:off x="2172342" y="82526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643" name="Oval 2642"/>
          <p:cNvSpPr/>
          <p:nvPr/>
        </p:nvSpPr>
        <p:spPr>
          <a:xfrm>
            <a:off x="4299740" y="16011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Oval 2643"/>
          <p:cNvSpPr/>
          <p:nvPr/>
        </p:nvSpPr>
        <p:spPr>
          <a:xfrm>
            <a:off x="4329740" y="16311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645" name="Rounded Rectangle 2644"/>
          <p:cNvSpPr/>
          <p:nvPr/>
        </p:nvSpPr>
        <p:spPr>
          <a:xfrm>
            <a:off x="4499740" y="16161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"/>
          <p:cNvSpPr/>
          <p:nvPr/>
        </p:nvSpPr>
        <p:spPr>
          <a:xfrm>
            <a:off x="3145680" y="50760"/>
            <a:ext cx="28522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26: WIII | RWY 07R | STAR CARLI2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6" name=""/>
          <p:cNvSpPr/>
          <p:nvPr/>
        </p:nvSpPr>
        <p:spPr>
          <a:xfrm flipV="1">
            <a:off x="3279600" y="1639800"/>
            <a:ext cx="2352960" cy="39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7200" bIns="-7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7" name=""/>
          <p:cNvSpPr/>
          <p:nvPr/>
        </p:nvSpPr>
        <p:spPr>
          <a:xfrm>
            <a:off x="5632560" y="1639800"/>
            <a:ext cx="231840" cy="806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8" name=""/>
          <p:cNvSpPr/>
          <p:nvPr/>
        </p:nvSpPr>
        <p:spPr>
          <a:xfrm flipH="1">
            <a:off x="4692240" y="2446200"/>
            <a:ext cx="1171800" cy="2297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9" name=""/>
          <p:cNvSpPr/>
          <p:nvPr/>
        </p:nvSpPr>
        <p:spPr>
          <a:xfrm flipH="1">
            <a:off x="3846600" y="4743360"/>
            <a:ext cx="846000" cy="227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0" name=""/>
          <p:cNvSpPr/>
          <p:nvPr/>
        </p:nvSpPr>
        <p:spPr>
          <a:xfrm>
            <a:off x="3846600" y="4970520"/>
            <a:ext cx="162000" cy="399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1" name=""/>
          <p:cNvSpPr/>
          <p:nvPr/>
        </p:nvSpPr>
        <p:spPr>
          <a:xfrm flipV="1">
            <a:off x="4008600" y="5173200"/>
            <a:ext cx="487080" cy="196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2" name=""/>
          <p:cNvSpPr/>
          <p:nvPr/>
        </p:nvSpPr>
        <p:spPr>
          <a:xfrm flipV="1">
            <a:off x="4495680" y="5059080"/>
            <a:ext cx="236520" cy="114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3" name=""/>
          <p:cNvSpPr/>
          <p:nvPr/>
        </p:nvSpPr>
        <p:spPr>
          <a:xfrm flipV="1">
            <a:off x="4732200" y="4937040"/>
            <a:ext cx="301680" cy="122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94" name=""/>
          <p:cNvGrpSpPr/>
          <p:nvPr/>
        </p:nvGrpSpPr>
        <p:grpSpPr>
          <a:xfrm>
            <a:off x="3216240" y="1616040"/>
            <a:ext cx="580680" cy="200520"/>
            <a:chOff x="3216240" y="1616040"/>
            <a:chExt cx="580680" cy="200520"/>
          </a:xfrm>
        </p:grpSpPr>
        <p:sp>
          <p:nvSpPr>
            <p:cNvPr id="2595" name=""/>
            <p:cNvSpPr/>
            <p:nvPr/>
          </p:nvSpPr>
          <p:spPr>
            <a:xfrm>
              <a:off x="3216240" y="16160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6" name=""/>
            <p:cNvSpPr/>
            <p:nvPr/>
          </p:nvSpPr>
          <p:spPr>
            <a:xfrm>
              <a:off x="3346560" y="16160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CARLI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97" name=""/>
          <p:cNvGrpSpPr/>
          <p:nvPr/>
        </p:nvGrpSpPr>
        <p:grpSpPr>
          <a:xfrm>
            <a:off x="5581800" y="1576440"/>
            <a:ext cx="543240" cy="200520"/>
            <a:chOff x="5581800" y="1576440"/>
            <a:chExt cx="543240" cy="200520"/>
          </a:xfrm>
        </p:grpSpPr>
        <p:sp>
          <p:nvSpPr>
            <p:cNvPr id="2598" name=""/>
            <p:cNvSpPr/>
            <p:nvPr/>
          </p:nvSpPr>
          <p:spPr>
            <a:xfrm>
              <a:off x="5581800" y="158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9" name=""/>
            <p:cNvSpPr/>
            <p:nvPr/>
          </p:nvSpPr>
          <p:spPr>
            <a:xfrm>
              <a:off x="5698800" y="15764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DKI44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0" name=""/>
          <p:cNvGrpSpPr/>
          <p:nvPr/>
        </p:nvGrpSpPr>
        <p:grpSpPr>
          <a:xfrm>
            <a:off x="5813280" y="2382840"/>
            <a:ext cx="572400" cy="200520"/>
            <a:chOff x="5813280" y="2382840"/>
            <a:chExt cx="572400" cy="200520"/>
          </a:xfrm>
        </p:grpSpPr>
        <p:sp>
          <p:nvSpPr>
            <p:cNvPr id="2601" name=""/>
            <p:cNvSpPr/>
            <p:nvPr/>
          </p:nvSpPr>
          <p:spPr>
            <a:xfrm>
              <a:off x="5813280" y="23954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2" name=""/>
            <p:cNvSpPr/>
            <p:nvPr/>
          </p:nvSpPr>
          <p:spPr>
            <a:xfrm>
              <a:off x="5901840" y="238284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NOKTA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3" name=""/>
          <p:cNvGrpSpPr/>
          <p:nvPr/>
        </p:nvGrpSpPr>
        <p:grpSpPr>
          <a:xfrm>
            <a:off x="4653000" y="4680000"/>
            <a:ext cx="522720" cy="200520"/>
            <a:chOff x="4653000" y="4680000"/>
            <a:chExt cx="522720" cy="200520"/>
          </a:xfrm>
        </p:grpSpPr>
        <p:sp>
          <p:nvSpPr>
            <p:cNvPr id="2604" name=""/>
            <p:cNvSpPr/>
            <p:nvPr/>
          </p:nvSpPr>
          <p:spPr>
            <a:xfrm>
              <a:off x="4653000" y="47037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5" name=""/>
            <p:cNvSpPr/>
            <p:nvPr/>
          </p:nvSpPr>
          <p:spPr>
            <a:xfrm>
              <a:off x="4749480" y="46800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DKI28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6" name=""/>
          <p:cNvGrpSpPr/>
          <p:nvPr/>
        </p:nvGrpSpPr>
        <p:grpSpPr>
          <a:xfrm>
            <a:off x="3795840" y="4906800"/>
            <a:ext cx="590760" cy="200520"/>
            <a:chOff x="3795840" y="4906800"/>
            <a:chExt cx="590760" cy="200520"/>
          </a:xfrm>
        </p:grpSpPr>
        <p:sp>
          <p:nvSpPr>
            <p:cNvPr id="2607" name=""/>
            <p:cNvSpPr/>
            <p:nvPr/>
          </p:nvSpPr>
          <p:spPr>
            <a:xfrm>
              <a:off x="3795840" y="49197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8" name=""/>
            <p:cNvSpPr/>
            <p:nvPr/>
          </p:nvSpPr>
          <p:spPr>
            <a:xfrm>
              <a:off x="3931560" y="490680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DKI-42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9" name=""/>
          <p:cNvGrpSpPr/>
          <p:nvPr/>
        </p:nvGrpSpPr>
        <p:grpSpPr>
          <a:xfrm>
            <a:off x="3968640" y="5307120"/>
            <a:ext cx="477720" cy="200520"/>
            <a:chOff x="3968640" y="5307120"/>
            <a:chExt cx="477720" cy="200520"/>
          </a:xfrm>
        </p:grpSpPr>
        <p:sp>
          <p:nvSpPr>
            <p:cNvPr id="2610" name=""/>
            <p:cNvSpPr/>
            <p:nvPr/>
          </p:nvSpPr>
          <p:spPr>
            <a:xfrm>
              <a:off x="3968640" y="53308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1" name=""/>
            <p:cNvSpPr/>
            <p:nvPr/>
          </p:nvSpPr>
          <p:spPr>
            <a:xfrm>
              <a:off x="4059720" y="530712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12" name=""/>
          <p:cNvGrpSpPr/>
          <p:nvPr/>
        </p:nvGrpSpPr>
        <p:grpSpPr>
          <a:xfrm>
            <a:off x="4456080" y="5110200"/>
            <a:ext cx="539640" cy="200520"/>
            <a:chOff x="4456080" y="5110200"/>
            <a:chExt cx="539640" cy="200520"/>
          </a:xfrm>
        </p:grpSpPr>
        <p:sp>
          <p:nvSpPr>
            <p:cNvPr id="2613" name=""/>
            <p:cNvSpPr/>
            <p:nvPr/>
          </p:nvSpPr>
          <p:spPr>
            <a:xfrm>
              <a:off x="4456080" y="51339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4" name=""/>
            <p:cNvSpPr/>
            <p:nvPr/>
          </p:nvSpPr>
          <p:spPr>
            <a:xfrm>
              <a:off x="4536000" y="511020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CF07R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15" name=""/>
          <p:cNvGrpSpPr/>
          <p:nvPr/>
        </p:nvGrpSpPr>
        <p:grpSpPr>
          <a:xfrm>
            <a:off x="4692600" y="4995720"/>
            <a:ext cx="551520" cy="200520"/>
            <a:chOff x="4692600" y="4995720"/>
            <a:chExt cx="551520" cy="200520"/>
          </a:xfrm>
        </p:grpSpPr>
        <p:sp>
          <p:nvSpPr>
            <p:cNvPr id="2616" name=""/>
            <p:cNvSpPr/>
            <p:nvPr/>
          </p:nvSpPr>
          <p:spPr>
            <a:xfrm>
              <a:off x="4692600" y="50180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7" name=""/>
            <p:cNvSpPr/>
            <p:nvPr/>
          </p:nvSpPr>
          <p:spPr>
            <a:xfrm>
              <a:off x="4760280" y="499572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OM07R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18" name=""/>
          <p:cNvGrpSpPr/>
          <p:nvPr/>
        </p:nvGrpSpPr>
        <p:grpSpPr>
          <a:xfrm>
            <a:off x="4970520" y="4873680"/>
            <a:ext cx="600480" cy="200520"/>
            <a:chOff x="4970520" y="4873680"/>
            <a:chExt cx="600480" cy="200520"/>
          </a:xfrm>
        </p:grpSpPr>
        <p:sp>
          <p:nvSpPr>
            <p:cNvPr id="2619" name=""/>
            <p:cNvSpPr/>
            <p:nvPr/>
          </p:nvSpPr>
          <p:spPr>
            <a:xfrm>
              <a:off x="4970520" y="487368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0" name=""/>
            <p:cNvSpPr/>
            <p:nvPr/>
          </p:nvSpPr>
          <p:spPr>
            <a:xfrm>
              <a:off x="5081040" y="48736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RW07R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21" name=""/>
          <p:cNvGrpSpPr/>
          <p:nvPr/>
        </p:nvGrpSpPr>
        <p:grpSpPr>
          <a:xfrm>
            <a:off x="5334120" y="6095880"/>
            <a:ext cx="479160" cy="200520"/>
            <a:chOff x="5334120" y="6095880"/>
            <a:chExt cx="479160" cy="200520"/>
          </a:xfrm>
        </p:grpSpPr>
        <p:sp>
          <p:nvSpPr>
            <p:cNvPr id="2622" name=""/>
            <p:cNvSpPr/>
            <p:nvPr/>
          </p:nvSpPr>
          <p:spPr>
            <a:xfrm>
              <a:off x="5334120" y="610200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3" name=""/>
            <p:cNvSpPr/>
            <p:nvPr/>
          </p:nvSpPr>
          <p:spPr>
            <a:xfrm>
              <a:off x="547560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24" name=""/>
          <p:cNvGrpSpPr/>
          <p:nvPr/>
        </p:nvGrpSpPr>
        <p:grpSpPr>
          <a:xfrm>
            <a:off x="304920" y="3962520"/>
            <a:ext cx="479160" cy="200520"/>
            <a:chOff x="304920" y="3962520"/>
            <a:chExt cx="479160" cy="200520"/>
          </a:xfrm>
        </p:grpSpPr>
        <p:sp>
          <p:nvSpPr>
            <p:cNvPr id="2625" name=""/>
            <p:cNvSpPr/>
            <p:nvPr/>
          </p:nvSpPr>
          <p:spPr>
            <a:xfrm>
              <a:off x="304920" y="39690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6" name=""/>
            <p:cNvSpPr/>
            <p:nvPr/>
          </p:nvSpPr>
          <p:spPr>
            <a:xfrm>
              <a:off x="44640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27" name=""/>
          <p:cNvGrpSpPr/>
          <p:nvPr/>
        </p:nvGrpSpPr>
        <p:grpSpPr>
          <a:xfrm>
            <a:off x="6276960" y="3978360"/>
            <a:ext cx="468720" cy="200520"/>
            <a:chOff x="6276960" y="3978360"/>
            <a:chExt cx="468720" cy="200520"/>
          </a:xfrm>
        </p:grpSpPr>
        <p:sp>
          <p:nvSpPr>
            <p:cNvPr id="2628" name=""/>
            <p:cNvSpPr/>
            <p:nvPr/>
          </p:nvSpPr>
          <p:spPr>
            <a:xfrm>
              <a:off x="6276960" y="3992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9" name=""/>
            <p:cNvSpPr/>
            <p:nvPr/>
          </p:nvSpPr>
          <p:spPr>
            <a:xfrm>
              <a:off x="6408000" y="3978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30" name=""/>
          <p:cNvGrpSpPr/>
          <p:nvPr/>
        </p:nvGrpSpPr>
        <p:grpSpPr>
          <a:xfrm>
            <a:off x="4038480" y="3200400"/>
            <a:ext cx="461880" cy="200520"/>
            <a:chOff x="4038480" y="3200400"/>
            <a:chExt cx="461880" cy="200520"/>
          </a:xfrm>
        </p:grpSpPr>
        <p:sp>
          <p:nvSpPr>
            <p:cNvPr id="2631" name=""/>
            <p:cNvSpPr/>
            <p:nvPr/>
          </p:nvSpPr>
          <p:spPr>
            <a:xfrm>
              <a:off x="4038480" y="3216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2" name=""/>
            <p:cNvSpPr/>
            <p:nvPr/>
          </p:nvSpPr>
          <p:spPr>
            <a:xfrm>
              <a:off x="416268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33" name=""/>
          <p:cNvGrpSpPr/>
          <p:nvPr/>
        </p:nvGrpSpPr>
        <p:grpSpPr>
          <a:xfrm>
            <a:off x="1905120" y="6324480"/>
            <a:ext cx="461520" cy="200520"/>
            <a:chOff x="1905120" y="6324480"/>
            <a:chExt cx="461520" cy="200520"/>
          </a:xfrm>
        </p:grpSpPr>
        <p:sp>
          <p:nvSpPr>
            <p:cNvPr id="2634" name=""/>
            <p:cNvSpPr/>
            <p:nvPr/>
          </p:nvSpPr>
          <p:spPr>
            <a:xfrm>
              <a:off x="1905120" y="6338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5" name=""/>
            <p:cNvSpPr/>
            <p:nvPr/>
          </p:nvSpPr>
          <p:spPr>
            <a:xfrm>
              <a:off x="202896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36" name=""/>
          <p:cNvGrpSpPr/>
          <p:nvPr/>
        </p:nvGrpSpPr>
        <p:grpSpPr>
          <a:xfrm>
            <a:off x="4371840" y="836640"/>
            <a:ext cx="461880" cy="200520"/>
            <a:chOff x="4371840" y="836640"/>
            <a:chExt cx="461880" cy="200520"/>
          </a:xfrm>
        </p:grpSpPr>
        <p:sp>
          <p:nvSpPr>
            <p:cNvPr id="2637" name=""/>
            <p:cNvSpPr/>
            <p:nvPr/>
          </p:nvSpPr>
          <p:spPr>
            <a:xfrm>
              <a:off x="4371840" y="851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8" name=""/>
            <p:cNvSpPr/>
            <p:nvPr/>
          </p:nvSpPr>
          <p:spPr>
            <a:xfrm>
              <a:off x="4496040" y="836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39" name=""/>
          <p:cNvGrpSpPr/>
          <p:nvPr/>
        </p:nvGrpSpPr>
        <p:grpSpPr>
          <a:xfrm>
            <a:off x="7620120" y="3200400"/>
            <a:ext cx="460080" cy="200520"/>
            <a:chOff x="7620120" y="3200400"/>
            <a:chExt cx="460080" cy="200520"/>
          </a:xfrm>
        </p:grpSpPr>
        <p:sp>
          <p:nvSpPr>
            <p:cNvPr id="2640" name=""/>
            <p:cNvSpPr/>
            <p:nvPr/>
          </p:nvSpPr>
          <p:spPr>
            <a:xfrm>
              <a:off x="7620120" y="3214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1" name=""/>
            <p:cNvSpPr/>
            <p:nvPr/>
          </p:nvSpPr>
          <p:spPr>
            <a:xfrm>
              <a:off x="774252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42" name=""/>
          <p:cNvGrpSpPr/>
          <p:nvPr/>
        </p:nvGrpSpPr>
        <p:grpSpPr>
          <a:xfrm>
            <a:off x="6248520" y="5029200"/>
            <a:ext cx="460080" cy="200520"/>
            <a:chOff x="6248520" y="5029200"/>
            <a:chExt cx="460080" cy="200520"/>
          </a:xfrm>
        </p:grpSpPr>
        <p:sp>
          <p:nvSpPr>
            <p:cNvPr id="2643" name=""/>
            <p:cNvSpPr/>
            <p:nvPr/>
          </p:nvSpPr>
          <p:spPr>
            <a:xfrm>
              <a:off x="6248520" y="504504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4" name=""/>
            <p:cNvSpPr/>
            <p:nvPr/>
          </p:nvSpPr>
          <p:spPr>
            <a:xfrm>
              <a:off x="637092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45" name=""/>
          <p:cNvGrpSpPr/>
          <p:nvPr/>
        </p:nvGrpSpPr>
        <p:grpSpPr>
          <a:xfrm>
            <a:off x="1752480" y="4724280"/>
            <a:ext cx="460440" cy="200520"/>
            <a:chOff x="1752480" y="4724280"/>
            <a:chExt cx="460440" cy="200520"/>
          </a:xfrm>
        </p:grpSpPr>
        <p:sp>
          <p:nvSpPr>
            <p:cNvPr id="2646" name=""/>
            <p:cNvSpPr/>
            <p:nvPr/>
          </p:nvSpPr>
          <p:spPr>
            <a:xfrm>
              <a:off x="1752480" y="47386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7" name=""/>
            <p:cNvSpPr/>
            <p:nvPr/>
          </p:nvSpPr>
          <p:spPr>
            <a:xfrm>
              <a:off x="187524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48" name=""/>
          <p:cNvGrpSpPr/>
          <p:nvPr/>
        </p:nvGrpSpPr>
        <p:grpSpPr>
          <a:xfrm>
            <a:off x="6318360" y="820800"/>
            <a:ext cx="461520" cy="200520"/>
            <a:chOff x="6318360" y="820800"/>
            <a:chExt cx="461520" cy="200520"/>
          </a:xfrm>
        </p:grpSpPr>
        <p:sp>
          <p:nvSpPr>
            <p:cNvPr id="2649" name=""/>
            <p:cNvSpPr/>
            <p:nvPr/>
          </p:nvSpPr>
          <p:spPr>
            <a:xfrm>
              <a:off x="6318360" y="836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0" name=""/>
            <p:cNvSpPr/>
            <p:nvPr/>
          </p:nvSpPr>
          <p:spPr>
            <a:xfrm>
              <a:off x="6442200" y="82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51" name=""/>
          <p:cNvGrpSpPr/>
          <p:nvPr/>
        </p:nvGrpSpPr>
        <p:grpSpPr>
          <a:xfrm>
            <a:off x="3505320" y="4114800"/>
            <a:ext cx="461160" cy="200520"/>
            <a:chOff x="3505320" y="4114800"/>
            <a:chExt cx="461160" cy="200520"/>
          </a:xfrm>
        </p:grpSpPr>
        <p:sp>
          <p:nvSpPr>
            <p:cNvPr id="2652" name=""/>
            <p:cNvSpPr/>
            <p:nvPr/>
          </p:nvSpPr>
          <p:spPr>
            <a:xfrm>
              <a:off x="3505320" y="413064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3" name=""/>
            <p:cNvSpPr/>
            <p:nvPr/>
          </p:nvSpPr>
          <p:spPr>
            <a:xfrm>
              <a:off x="362880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54" name=""/>
          <p:cNvGrpSpPr/>
          <p:nvPr/>
        </p:nvGrpSpPr>
        <p:grpSpPr>
          <a:xfrm>
            <a:off x="2743200" y="814320"/>
            <a:ext cx="461880" cy="200520"/>
            <a:chOff x="2743200" y="814320"/>
            <a:chExt cx="461880" cy="200520"/>
          </a:xfrm>
        </p:grpSpPr>
        <p:sp>
          <p:nvSpPr>
            <p:cNvPr id="2655" name=""/>
            <p:cNvSpPr/>
            <p:nvPr/>
          </p:nvSpPr>
          <p:spPr>
            <a:xfrm>
              <a:off x="2743200" y="82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6" name=""/>
            <p:cNvSpPr/>
            <p:nvPr/>
          </p:nvSpPr>
          <p:spPr>
            <a:xfrm>
              <a:off x="2867400" y="814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57" name=""/>
          <p:cNvGrpSpPr/>
          <p:nvPr/>
        </p:nvGrpSpPr>
        <p:grpSpPr>
          <a:xfrm>
            <a:off x="4876920" y="2133720"/>
            <a:ext cx="460080" cy="200520"/>
            <a:chOff x="4876920" y="2133720"/>
            <a:chExt cx="460080" cy="200520"/>
          </a:xfrm>
        </p:grpSpPr>
        <p:sp>
          <p:nvSpPr>
            <p:cNvPr id="2658" name=""/>
            <p:cNvSpPr/>
            <p:nvPr/>
          </p:nvSpPr>
          <p:spPr>
            <a:xfrm>
              <a:off x="4876920" y="2148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9" name=""/>
            <p:cNvSpPr/>
            <p:nvPr/>
          </p:nvSpPr>
          <p:spPr>
            <a:xfrm>
              <a:off x="499932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0" name=""/>
          <p:cNvGrpSpPr/>
          <p:nvPr/>
        </p:nvGrpSpPr>
        <p:grpSpPr>
          <a:xfrm>
            <a:off x="3048120" y="2286000"/>
            <a:ext cx="461160" cy="200520"/>
            <a:chOff x="3048120" y="2286000"/>
            <a:chExt cx="461160" cy="200520"/>
          </a:xfrm>
        </p:grpSpPr>
        <p:sp>
          <p:nvSpPr>
            <p:cNvPr id="2661" name=""/>
            <p:cNvSpPr/>
            <p:nvPr/>
          </p:nvSpPr>
          <p:spPr>
            <a:xfrm>
              <a:off x="3048120" y="230004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2" name=""/>
            <p:cNvSpPr/>
            <p:nvPr/>
          </p:nvSpPr>
          <p:spPr>
            <a:xfrm>
              <a:off x="3171600" y="228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3" name=""/>
          <p:cNvGrpSpPr/>
          <p:nvPr/>
        </p:nvGrpSpPr>
        <p:grpSpPr>
          <a:xfrm>
            <a:off x="1981080" y="2743200"/>
            <a:ext cx="461880" cy="200520"/>
            <a:chOff x="1981080" y="2743200"/>
            <a:chExt cx="461880" cy="200520"/>
          </a:xfrm>
        </p:grpSpPr>
        <p:sp>
          <p:nvSpPr>
            <p:cNvPr id="2664" name=""/>
            <p:cNvSpPr/>
            <p:nvPr/>
          </p:nvSpPr>
          <p:spPr>
            <a:xfrm>
              <a:off x="1981080" y="2757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5" name=""/>
            <p:cNvSpPr/>
            <p:nvPr/>
          </p:nvSpPr>
          <p:spPr>
            <a:xfrm>
              <a:off x="210528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6" name=""/>
          <p:cNvGrpSpPr/>
          <p:nvPr/>
        </p:nvGrpSpPr>
        <p:grpSpPr>
          <a:xfrm>
            <a:off x="3719520" y="6084720"/>
            <a:ext cx="461880" cy="200520"/>
            <a:chOff x="3719520" y="6084720"/>
            <a:chExt cx="461880" cy="200520"/>
          </a:xfrm>
        </p:grpSpPr>
        <p:sp>
          <p:nvSpPr>
            <p:cNvPr id="2667" name=""/>
            <p:cNvSpPr/>
            <p:nvPr/>
          </p:nvSpPr>
          <p:spPr>
            <a:xfrm>
              <a:off x="3719520" y="6099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8" name=""/>
            <p:cNvSpPr/>
            <p:nvPr/>
          </p:nvSpPr>
          <p:spPr>
            <a:xfrm>
              <a:off x="3843720" y="6084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9" name=""/>
          <p:cNvGrpSpPr/>
          <p:nvPr/>
        </p:nvGrpSpPr>
        <p:grpSpPr>
          <a:xfrm>
            <a:off x="3200400" y="5029200"/>
            <a:ext cx="461520" cy="200520"/>
            <a:chOff x="3200400" y="5029200"/>
            <a:chExt cx="461520" cy="200520"/>
          </a:xfrm>
        </p:grpSpPr>
        <p:sp>
          <p:nvSpPr>
            <p:cNvPr id="2670" name=""/>
            <p:cNvSpPr/>
            <p:nvPr/>
          </p:nvSpPr>
          <p:spPr>
            <a:xfrm>
              <a:off x="3200400" y="50450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1" name=""/>
            <p:cNvSpPr/>
            <p:nvPr/>
          </p:nvSpPr>
          <p:spPr>
            <a:xfrm>
              <a:off x="332424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72" name=""/>
          <p:cNvGrpSpPr/>
          <p:nvPr/>
        </p:nvGrpSpPr>
        <p:grpSpPr>
          <a:xfrm>
            <a:off x="6705720" y="2057400"/>
            <a:ext cx="461160" cy="200520"/>
            <a:chOff x="6705720" y="2057400"/>
            <a:chExt cx="461160" cy="200520"/>
          </a:xfrm>
        </p:grpSpPr>
        <p:sp>
          <p:nvSpPr>
            <p:cNvPr id="2673" name=""/>
            <p:cNvSpPr/>
            <p:nvPr/>
          </p:nvSpPr>
          <p:spPr>
            <a:xfrm>
              <a:off x="6705720" y="207324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4" name=""/>
            <p:cNvSpPr/>
            <p:nvPr/>
          </p:nvSpPr>
          <p:spPr>
            <a:xfrm>
              <a:off x="682920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75" name=""/>
          <p:cNvGrpSpPr/>
          <p:nvPr/>
        </p:nvGrpSpPr>
        <p:grpSpPr>
          <a:xfrm>
            <a:off x="7086600" y="6019920"/>
            <a:ext cx="461520" cy="200520"/>
            <a:chOff x="7086600" y="6019920"/>
            <a:chExt cx="461520" cy="200520"/>
          </a:xfrm>
        </p:grpSpPr>
        <p:sp>
          <p:nvSpPr>
            <p:cNvPr id="2676" name=""/>
            <p:cNvSpPr/>
            <p:nvPr/>
          </p:nvSpPr>
          <p:spPr>
            <a:xfrm>
              <a:off x="7086600" y="6035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7" name=""/>
            <p:cNvSpPr/>
            <p:nvPr/>
          </p:nvSpPr>
          <p:spPr>
            <a:xfrm>
              <a:off x="721044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78" name=""/>
          <p:cNvGrpSpPr/>
          <p:nvPr/>
        </p:nvGrpSpPr>
        <p:grpSpPr>
          <a:xfrm>
            <a:off x="457200" y="5867280"/>
            <a:ext cx="461520" cy="200520"/>
            <a:chOff x="457200" y="5867280"/>
            <a:chExt cx="461520" cy="200520"/>
          </a:xfrm>
        </p:grpSpPr>
        <p:sp>
          <p:nvSpPr>
            <p:cNvPr id="2679" name=""/>
            <p:cNvSpPr/>
            <p:nvPr/>
          </p:nvSpPr>
          <p:spPr>
            <a:xfrm>
              <a:off x="457200" y="58831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80" name=""/>
            <p:cNvSpPr/>
            <p:nvPr/>
          </p:nvSpPr>
          <p:spPr>
            <a:xfrm>
              <a:off x="581040" y="5867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81" name="Rounded Rectangle 2680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2682" name="Oval 2681"/>
          <p:cNvSpPr/>
          <p:nvPr/>
        </p:nvSpPr>
        <p:spPr>
          <a:xfrm>
            <a:off x="5291179" y="60592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3" name="Oval 2682"/>
          <p:cNvSpPr/>
          <p:nvPr/>
        </p:nvSpPr>
        <p:spPr>
          <a:xfrm>
            <a:off x="5321179" y="60892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684" name="Rounded Rectangle 2683"/>
          <p:cNvSpPr/>
          <p:nvPr/>
        </p:nvSpPr>
        <p:spPr>
          <a:xfrm>
            <a:off x="5491179" y="60742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685" name="Oval 2684"/>
          <p:cNvSpPr/>
          <p:nvPr/>
        </p:nvSpPr>
        <p:spPr>
          <a:xfrm>
            <a:off x="261977" y="39260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Oval 2685"/>
          <p:cNvSpPr/>
          <p:nvPr/>
        </p:nvSpPr>
        <p:spPr>
          <a:xfrm>
            <a:off x="291977" y="39560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687" name="Rounded Rectangle 2686"/>
          <p:cNvSpPr/>
          <p:nvPr/>
        </p:nvSpPr>
        <p:spPr>
          <a:xfrm>
            <a:off x="461977" y="39410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688" name="Oval 2687"/>
          <p:cNvSpPr/>
          <p:nvPr/>
        </p:nvSpPr>
        <p:spPr>
          <a:xfrm>
            <a:off x="6225379" y="394082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Oval 2688"/>
          <p:cNvSpPr/>
          <p:nvPr/>
        </p:nvSpPr>
        <p:spPr>
          <a:xfrm>
            <a:off x="6255379" y="397082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690" name="Rounded Rectangle 2689"/>
          <p:cNvSpPr/>
          <p:nvPr/>
        </p:nvSpPr>
        <p:spPr>
          <a:xfrm>
            <a:off x="6425379" y="395582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691" name="Oval 2690"/>
          <p:cNvSpPr/>
          <p:nvPr/>
        </p:nvSpPr>
        <p:spPr>
          <a:xfrm>
            <a:off x="3986896" y="31646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2" name="Oval 2691"/>
          <p:cNvSpPr/>
          <p:nvPr/>
        </p:nvSpPr>
        <p:spPr>
          <a:xfrm>
            <a:off x="4016896" y="31946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693" name="Rounded Rectangle 2692"/>
          <p:cNvSpPr/>
          <p:nvPr/>
        </p:nvSpPr>
        <p:spPr>
          <a:xfrm>
            <a:off x="4186896" y="31796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694" name="Oval 2693"/>
          <p:cNvSpPr/>
          <p:nvPr/>
        </p:nvSpPr>
        <p:spPr>
          <a:xfrm>
            <a:off x="1853540" y="628694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Oval 2694"/>
          <p:cNvSpPr/>
          <p:nvPr/>
        </p:nvSpPr>
        <p:spPr>
          <a:xfrm>
            <a:off x="1883540" y="631694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696" name="Rounded Rectangle 2695"/>
          <p:cNvSpPr/>
          <p:nvPr/>
        </p:nvSpPr>
        <p:spPr>
          <a:xfrm>
            <a:off x="2053540" y="630194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697" name="Oval 2696"/>
          <p:cNvSpPr/>
          <p:nvPr/>
        </p:nvSpPr>
        <p:spPr>
          <a:xfrm>
            <a:off x="4320257" y="79946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8" name="Oval 2697"/>
          <p:cNvSpPr/>
          <p:nvPr/>
        </p:nvSpPr>
        <p:spPr>
          <a:xfrm>
            <a:off x="4350257" y="82946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699" name="Rounded Rectangle 2698"/>
          <p:cNvSpPr/>
          <p:nvPr/>
        </p:nvSpPr>
        <p:spPr>
          <a:xfrm>
            <a:off x="4520257" y="81446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700" name="Oval 2699"/>
          <p:cNvSpPr/>
          <p:nvPr/>
        </p:nvSpPr>
        <p:spPr>
          <a:xfrm>
            <a:off x="7567637" y="31628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Oval 2700"/>
          <p:cNvSpPr/>
          <p:nvPr/>
        </p:nvSpPr>
        <p:spPr>
          <a:xfrm>
            <a:off x="7597637" y="31928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702" name="Rounded Rectangle 2701"/>
          <p:cNvSpPr/>
          <p:nvPr/>
        </p:nvSpPr>
        <p:spPr>
          <a:xfrm>
            <a:off x="7767637" y="31778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703" name="Oval 2702"/>
          <p:cNvSpPr/>
          <p:nvPr/>
        </p:nvSpPr>
        <p:spPr>
          <a:xfrm>
            <a:off x="6196219" y="49932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Oval 2703"/>
          <p:cNvSpPr/>
          <p:nvPr/>
        </p:nvSpPr>
        <p:spPr>
          <a:xfrm>
            <a:off x="6226219" y="50232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705" name="Rounded Rectangle 2704"/>
          <p:cNvSpPr/>
          <p:nvPr/>
        </p:nvSpPr>
        <p:spPr>
          <a:xfrm>
            <a:off x="6396219" y="50082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706" name="Oval 2705"/>
          <p:cNvSpPr/>
          <p:nvPr/>
        </p:nvSpPr>
        <p:spPr>
          <a:xfrm>
            <a:off x="1700178" y="468710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7" name="Oval 2706"/>
          <p:cNvSpPr/>
          <p:nvPr/>
        </p:nvSpPr>
        <p:spPr>
          <a:xfrm>
            <a:off x="1730178" y="471710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708" name="Rounded Rectangle 2707"/>
          <p:cNvSpPr/>
          <p:nvPr/>
        </p:nvSpPr>
        <p:spPr>
          <a:xfrm>
            <a:off x="1900178" y="470210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709" name="Oval 2708"/>
          <p:cNvSpPr/>
          <p:nvPr/>
        </p:nvSpPr>
        <p:spPr>
          <a:xfrm>
            <a:off x="6266778" y="7850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0" name="Oval 2709"/>
          <p:cNvSpPr/>
          <p:nvPr/>
        </p:nvSpPr>
        <p:spPr>
          <a:xfrm>
            <a:off x="6296778" y="8150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711" name="Rounded Rectangle 2710"/>
          <p:cNvSpPr/>
          <p:nvPr/>
        </p:nvSpPr>
        <p:spPr>
          <a:xfrm>
            <a:off x="6466778" y="8000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712" name="Oval 2711"/>
          <p:cNvSpPr/>
          <p:nvPr/>
        </p:nvSpPr>
        <p:spPr>
          <a:xfrm>
            <a:off x="3453554" y="40783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3" name="Oval 2712"/>
          <p:cNvSpPr/>
          <p:nvPr/>
        </p:nvSpPr>
        <p:spPr>
          <a:xfrm>
            <a:off x="3483554" y="41083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714" name="Rounded Rectangle 2713"/>
          <p:cNvSpPr/>
          <p:nvPr/>
        </p:nvSpPr>
        <p:spPr>
          <a:xfrm>
            <a:off x="3653554" y="40933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715" name="Oval 2714"/>
          <p:cNvSpPr/>
          <p:nvPr/>
        </p:nvSpPr>
        <p:spPr>
          <a:xfrm>
            <a:off x="2691615" y="7771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Oval 2715"/>
          <p:cNvSpPr/>
          <p:nvPr/>
        </p:nvSpPr>
        <p:spPr>
          <a:xfrm>
            <a:off x="2721615" y="8071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717" name="Rounded Rectangle 2716"/>
          <p:cNvSpPr/>
          <p:nvPr/>
        </p:nvSpPr>
        <p:spPr>
          <a:xfrm>
            <a:off x="2891615" y="7921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718" name="Oval 2717"/>
          <p:cNvSpPr/>
          <p:nvPr/>
        </p:nvSpPr>
        <p:spPr>
          <a:xfrm>
            <a:off x="4824614" y="20965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9" name="Oval 2718"/>
          <p:cNvSpPr/>
          <p:nvPr/>
        </p:nvSpPr>
        <p:spPr>
          <a:xfrm>
            <a:off x="4854614" y="21265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720" name="Rounded Rectangle 2719"/>
          <p:cNvSpPr/>
          <p:nvPr/>
        </p:nvSpPr>
        <p:spPr>
          <a:xfrm>
            <a:off x="5024614" y="21115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721" name="Oval 2720"/>
          <p:cNvSpPr/>
          <p:nvPr/>
        </p:nvSpPr>
        <p:spPr>
          <a:xfrm>
            <a:off x="2996354" y="22482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Oval 2721"/>
          <p:cNvSpPr/>
          <p:nvPr/>
        </p:nvSpPr>
        <p:spPr>
          <a:xfrm>
            <a:off x="3026354" y="22782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723" name="Rounded Rectangle 2722"/>
          <p:cNvSpPr/>
          <p:nvPr/>
        </p:nvSpPr>
        <p:spPr>
          <a:xfrm>
            <a:off x="3196354" y="22632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724" name="Oval 2723"/>
          <p:cNvSpPr/>
          <p:nvPr/>
        </p:nvSpPr>
        <p:spPr>
          <a:xfrm>
            <a:off x="1929494" y="270602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5" name="Oval 2724"/>
          <p:cNvSpPr/>
          <p:nvPr/>
        </p:nvSpPr>
        <p:spPr>
          <a:xfrm>
            <a:off x="1959494" y="273602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726" name="Rounded Rectangle 2725"/>
          <p:cNvSpPr/>
          <p:nvPr/>
        </p:nvSpPr>
        <p:spPr>
          <a:xfrm>
            <a:off x="2129494" y="272102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727" name="Oval 2726"/>
          <p:cNvSpPr/>
          <p:nvPr/>
        </p:nvSpPr>
        <p:spPr>
          <a:xfrm>
            <a:off x="3667940" y="60475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8" name="Oval 2727"/>
          <p:cNvSpPr/>
          <p:nvPr/>
        </p:nvSpPr>
        <p:spPr>
          <a:xfrm>
            <a:off x="3697940" y="60775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729" name="Rounded Rectangle 2728"/>
          <p:cNvSpPr/>
          <p:nvPr/>
        </p:nvSpPr>
        <p:spPr>
          <a:xfrm>
            <a:off x="3867940" y="60625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730" name="Oval 2729"/>
          <p:cNvSpPr/>
          <p:nvPr/>
        </p:nvSpPr>
        <p:spPr>
          <a:xfrm>
            <a:off x="3148814" y="49925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1" name="Oval 2730"/>
          <p:cNvSpPr/>
          <p:nvPr/>
        </p:nvSpPr>
        <p:spPr>
          <a:xfrm>
            <a:off x="3178814" y="50225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732" name="Rounded Rectangle 2731"/>
          <p:cNvSpPr/>
          <p:nvPr/>
        </p:nvSpPr>
        <p:spPr>
          <a:xfrm>
            <a:off x="3348814" y="50075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733" name="Oval 2732"/>
          <p:cNvSpPr/>
          <p:nvPr/>
        </p:nvSpPr>
        <p:spPr>
          <a:xfrm>
            <a:off x="6653957" y="20209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4" name="Oval 2733"/>
          <p:cNvSpPr/>
          <p:nvPr/>
        </p:nvSpPr>
        <p:spPr>
          <a:xfrm>
            <a:off x="6683957" y="20509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735" name="Rounded Rectangle 2734"/>
          <p:cNvSpPr/>
          <p:nvPr/>
        </p:nvSpPr>
        <p:spPr>
          <a:xfrm>
            <a:off x="6853957" y="20359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736" name="Oval 2735"/>
          <p:cNvSpPr/>
          <p:nvPr/>
        </p:nvSpPr>
        <p:spPr>
          <a:xfrm>
            <a:off x="7035015" y="59841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7" name="Oval 2736"/>
          <p:cNvSpPr/>
          <p:nvPr/>
        </p:nvSpPr>
        <p:spPr>
          <a:xfrm>
            <a:off x="7065015" y="60141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738" name="Rounded Rectangle 2737"/>
          <p:cNvSpPr/>
          <p:nvPr/>
        </p:nvSpPr>
        <p:spPr>
          <a:xfrm>
            <a:off x="7235015" y="59991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739" name="Oval 2738"/>
          <p:cNvSpPr/>
          <p:nvPr/>
        </p:nvSpPr>
        <p:spPr>
          <a:xfrm>
            <a:off x="405617" y="583064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0" name="Oval 2739"/>
          <p:cNvSpPr/>
          <p:nvPr/>
        </p:nvSpPr>
        <p:spPr>
          <a:xfrm>
            <a:off x="435617" y="586064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741" name="Rounded Rectangle 2740"/>
          <p:cNvSpPr/>
          <p:nvPr/>
        </p:nvSpPr>
        <p:spPr>
          <a:xfrm>
            <a:off x="605617" y="584564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"/>
          <p:cNvSpPr/>
          <p:nvPr/>
        </p:nvSpPr>
        <p:spPr>
          <a:xfrm>
            <a:off x="3227400" y="50760"/>
            <a:ext cx="2689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27: VVTS | RWY 25L | STAR T10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2" name=""/>
          <p:cNvSpPr/>
          <p:nvPr/>
        </p:nvSpPr>
        <p:spPr>
          <a:xfrm>
            <a:off x="1901880" y="2389320"/>
            <a:ext cx="1789200" cy="650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3" name=""/>
          <p:cNvSpPr/>
          <p:nvPr/>
        </p:nvSpPr>
        <p:spPr>
          <a:xfrm>
            <a:off x="3691080" y="3040200"/>
            <a:ext cx="3551040" cy="1581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4" name=""/>
          <p:cNvSpPr/>
          <p:nvPr/>
        </p:nvSpPr>
        <p:spPr>
          <a:xfrm>
            <a:off x="7242120" y="4621320"/>
            <a:ext cx="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5" name=""/>
          <p:cNvSpPr/>
          <p:nvPr/>
        </p:nvSpPr>
        <p:spPr>
          <a:xfrm flipV="1">
            <a:off x="7242120" y="4098600"/>
            <a:ext cx="0" cy="52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6" name=""/>
          <p:cNvSpPr/>
          <p:nvPr/>
        </p:nvSpPr>
        <p:spPr>
          <a:xfrm flipH="1">
            <a:off x="6754680" y="4098960"/>
            <a:ext cx="487440" cy="187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7" name=""/>
          <p:cNvSpPr/>
          <p:nvPr/>
        </p:nvSpPr>
        <p:spPr>
          <a:xfrm flipH="1">
            <a:off x="6110280" y="4286160"/>
            <a:ext cx="644400" cy="247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88" name=""/>
          <p:cNvGrpSpPr/>
          <p:nvPr/>
        </p:nvGrpSpPr>
        <p:grpSpPr>
          <a:xfrm>
            <a:off x="1838160" y="2325600"/>
            <a:ext cx="595800" cy="200520"/>
            <a:chOff x="1838160" y="2325600"/>
            <a:chExt cx="595800" cy="200520"/>
          </a:xfrm>
        </p:grpSpPr>
        <p:sp>
          <p:nvSpPr>
            <p:cNvPr id="2689" name=""/>
            <p:cNvSpPr/>
            <p:nvPr/>
          </p:nvSpPr>
          <p:spPr>
            <a:xfrm>
              <a:off x="1838160" y="232560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0" name=""/>
            <p:cNvSpPr/>
            <p:nvPr/>
          </p:nvSpPr>
          <p:spPr>
            <a:xfrm>
              <a:off x="1954440" y="232560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POPET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91" name=""/>
          <p:cNvGrpSpPr/>
          <p:nvPr/>
        </p:nvGrpSpPr>
        <p:grpSpPr>
          <a:xfrm>
            <a:off x="3639960" y="2976480"/>
            <a:ext cx="570240" cy="200520"/>
            <a:chOff x="3639960" y="2976480"/>
            <a:chExt cx="570240" cy="200520"/>
          </a:xfrm>
        </p:grpSpPr>
        <p:sp>
          <p:nvSpPr>
            <p:cNvPr id="2692" name=""/>
            <p:cNvSpPr/>
            <p:nvPr/>
          </p:nvSpPr>
          <p:spPr>
            <a:xfrm>
              <a:off x="3639960" y="29894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3" name=""/>
            <p:cNvSpPr/>
            <p:nvPr/>
          </p:nvSpPr>
          <p:spPr>
            <a:xfrm>
              <a:off x="3730680" y="297648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SAPEN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94" name=""/>
          <p:cNvGrpSpPr/>
          <p:nvPr/>
        </p:nvGrpSpPr>
        <p:grpSpPr>
          <a:xfrm>
            <a:off x="7191360" y="4557600"/>
            <a:ext cx="483840" cy="200520"/>
            <a:chOff x="7191360" y="4557600"/>
            <a:chExt cx="483840" cy="200520"/>
          </a:xfrm>
        </p:grpSpPr>
        <p:sp>
          <p:nvSpPr>
            <p:cNvPr id="2695" name=""/>
            <p:cNvSpPr/>
            <p:nvPr/>
          </p:nvSpPr>
          <p:spPr>
            <a:xfrm>
              <a:off x="7191360" y="4570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6" name=""/>
            <p:cNvSpPr/>
            <p:nvPr/>
          </p:nvSpPr>
          <p:spPr>
            <a:xfrm>
              <a:off x="7317720" y="455760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TSN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97" name=""/>
          <p:cNvGrpSpPr/>
          <p:nvPr/>
        </p:nvGrpSpPr>
        <p:grpSpPr>
          <a:xfrm>
            <a:off x="7191360" y="4557600"/>
            <a:ext cx="500400" cy="200520"/>
            <a:chOff x="7191360" y="4557600"/>
            <a:chExt cx="500400" cy="200520"/>
          </a:xfrm>
        </p:grpSpPr>
        <p:sp>
          <p:nvSpPr>
            <p:cNvPr id="2698" name=""/>
            <p:cNvSpPr/>
            <p:nvPr/>
          </p:nvSpPr>
          <p:spPr>
            <a:xfrm>
              <a:off x="7191360" y="4570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9" name=""/>
            <p:cNvSpPr/>
            <p:nvPr/>
          </p:nvSpPr>
          <p:spPr>
            <a:xfrm>
              <a:off x="7300800" y="4557600"/>
              <a:ext cx="390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DISC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00" name=""/>
          <p:cNvGrpSpPr/>
          <p:nvPr/>
        </p:nvGrpSpPr>
        <p:grpSpPr>
          <a:xfrm>
            <a:off x="7202520" y="4035600"/>
            <a:ext cx="517320" cy="200520"/>
            <a:chOff x="7202520" y="4035600"/>
            <a:chExt cx="517320" cy="200520"/>
          </a:xfrm>
        </p:grpSpPr>
        <p:sp>
          <p:nvSpPr>
            <p:cNvPr id="2701" name=""/>
            <p:cNvSpPr/>
            <p:nvPr/>
          </p:nvSpPr>
          <p:spPr>
            <a:xfrm>
              <a:off x="7202520" y="40593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02" name=""/>
            <p:cNvSpPr/>
            <p:nvPr/>
          </p:nvSpPr>
          <p:spPr>
            <a:xfrm>
              <a:off x="7304400" y="403560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CI25L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03" name=""/>
          <p:cNvGrpSpPr/>
          <p:nvPr/>
        </p:nvGrpSpPr>
        <p:grpSpPr>
          <a:xfrm>
            <a:off x="6715080" y="4222800"/>
            <a:ext cx="499680" cy="200520"/>
            <a:chOff x="6715080" y="4222800"/>
            <a:chExt cx="499680" cy="200520"/>
          </a:xfrm>
        </p:grpSpPr>
        <p:sp>
          <p:nvSpPr>
            <p:cNvPr id="2704" name=""/>
            <p:cNvSpPr/>
            <p:nvPr/>
          </p:nvSpPr>
          <p:spPr>
            <a:xfrm>
              <a:off x="6715080" y="42465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05" name=""/>
            <p:cNvSpPr/>
            <p:nvPr/>
          </p:nvSpPr>
          <p:spPr>
            <a:xfrm>
              <a:off x="6784200" y="422280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SGNB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06" name=""/>
          <p:cNvGrpSpPr/>
          <p:nvPr/>
        </p:nvGrpSpPr>
        <p:grpSpPr>
          <a:xfrm>
            <a:off x="6046920" y="4470480"/>
            <a:ext cx="595440" cy="200520"/>
            <a:chOff x="6046920" y="4470480"/>
            <a:chExt cx="595440" cy="200520"/>
          </a:xfrm>
        </p:grpSpPr>
        <p:sp>
          <p:nvSpPr>
            <p:cNvPr id="2707" name=""/>
            <p:cNvSpPr/>
            <p:nvPr/>
          </p:nvSpPr>
          <p:spPr>
            <a:xfrm>
              <a:off x="6046920" y="4470480"/>
              <a:ext cx="12672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08" name=""/>
            <p:cNvSpPr/>
            <p:nvPr/>
          </p:nvSpPr>
          <p:spPr>
            <a:xfrm>
              <a:off x="6162840" y="447048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RW25L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09" name=""/>
          <p:cNvGrpSpPr/>
          <p:nvPr/>
        </p:nvGrpSpPr>
        <p:grpSpPr>
          <a:xfrm>
            <a:off x="533520" y="6248520"/>
            <a:ext cx="479160" cy="200520"/>
            <a:chOff x="533520" y="6248520"/>
            <a:chExt cx="479160" cy="200520"/>
          </a:xfrm>
        </p:grpSpPr>
        <p:sp>
          <p:nvSpPr>
            <p:cNvPr id="2710" name=""/>
            <p:cNvSpPr/>
            <p:nvPr/>
          </p:nvSpPr>
          <p:spPr>
            <a:xfrm>
              <a:off x="533520" y="625464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1" name=""/>
            <p:cNvSpPr/>
            <p:nvPr/>
          </p:nvSpPr>
          <p:spPr>
            <a:xfrm>
              <a:off x="67500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12" name=""/>
          <p:cNvGrpSpPr/>
          <p:nvPr/>
        </p:nvGrpSpPr>
        <p:grpSpPr>
          <a:xfrm>
            <a:off x="8305920" y="914400"/>
            <a:ext cx="479160" cy="200520"/>
            <a:chOff x="8305920" y="914400"/>
            <a:chExt cx="479160" cy="200520"/>
          </a:xfrm>
        </p:grpSpPr>
        <p:sp>
          <p:nvSpPr>
            <p:cNvPr id="2713" name=""/>
            <p:cNvSpPr/>
            <p:nvPr/>
          </p:nvSpPr>
          <p:spPr>
            <a:xfrm>
              <a:off x="8305920" y="92088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4" name=""/>
            <p:cNvSpPr/>
            <p:nvPr/>
          </p:nvSpPr>
          <p:spPr>
            <a:xfrm>
              <a:off x="8447400" y="914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15" name=""/>
          <p:cNvGrpSpPr/>
          <p:nvPr/>
        </p:nvGrpSpPr>
        <p:grpSpPr>
          <a:xfrm>
            <a:off x="6045120" y="1949400"/>
            <a:ext cx="461880" cy="200520"/>
            <a:chOff x="6045120" y="1949400"/>
            <a:chExt cx="461880" cy="200520"/>
          </a:xfrm>
        </p:grpSpPr>
        <p:sp>
          <p:nvSpPr>
            <p:cNvPr id="2716" name=""/>
            <p:cNvSpPr/>
            <p:nvPr/>
          </p:nvSpPr>
          <p:spPr>
            <a:xfrm>
              <a:off x="6045120" y="19652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7" name=""/>
            <p:cNvSpPr/>
            <p:nvPr/>
          </p:nvSpPr>
          <p:spPr>
            <a:xfrm>
              <a:off x="6169320" y="1949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18" name=""/>
          <p:cNvGrpSpPr/>
          <p:nvPr/>
        </p:nvGrpSpPr>
        <p:grpSpPr>
          <a:xfrm>
            <a:off x="7848720" y="4114800"/>
            <a:ext cx="460080" cy="200520"/>
            <a:chOff x="7848720" y="4114800"/>
            <a:chExt cx="460080" cy="200520"/>
          </a:xfrm>
        </p:grpSpPr>
        <p:sp>
          <p:nvSpPr>
            <p:cNvPr id="2719" name=""/>
            <p:cNvSpPr/>
            <p:nvPr/>
          </p:nvSpPr>
          <p:spPr>
            <a:xfrm>
              <a:off x="7848720" y="4130640"/>
              <a:ext cx="950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0" name=""/>
            <p:cNvSpPr/>
            <p:nvPr/>
          </p:nvSpPr>
          <p:spPr>
            <a:xfrm>
              <a:off x="797112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21" name=""/>
          <p:cNvGrpSpPr/>
          <p:nvPr/>
        </p:nvGrpSpPr>
        <p:grpSpPr>
          <a:xfrm>
            <a:off x="5105520" y="4952880"/>
            <a:ext cx="461520" cy="200520"/>
            <a:chOff x="5105520" y="4952880"/>
            <a:chExt cx="461520" cy="200520"/>
          </a:xfrm>
        </p:grpSpPr>
        <p:sp>
          <p:nvSpPr>
            <p:cNvPr id="2722" name=""/>
            <p:cNvSpPr/>
            <p:nvPr/>
          </p:nvSpPr>
          <p:spPr>
            <a:xfrm>
              <a:off x="5105520" y="49687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3" name=""/>
            <p:cNvSpPr/>
            <p:nvPr/>
          </p:nvSpPr>
          <p:spPr>
            <a:xfrm>
              <a:off x="522936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24" name=""/>
          <p:cNvGrpSpPr/>
          <p:nvPr/>
        </p:nvGrpSpPr>
        <p:grpSpPr>
          <a:xfrm>
            <a:off x="720720" y="3454560"/>
            <a:ext cx="461880" cy="200520"/>
            <a:chOff x="720720" y="3454560"/>
            <a:chExt cx="461880" cy="200520"/>
          </a:xfrm>
        </p:grpSpPr>
        <p:sp>
          <p:nvSpPr>
            <p:cNvPr id="2725" name=""/>
            <p:cNvSpPr/>
            <p:nvPr/>
          </p:nvSpPr>
          <p:spPr>
            <a:xfrm>
              <a:off x="720720" y="3468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6" name=""/>
            <p:cNvSpPr/>
            <p:nvPr/>
          </p:nvSpPr>
          <p:spPr>
            <a:xfrm>
              <a:off x="844920" y="3454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27" name=""/>
          <p:cNvGrpSpPr/>
          <p:nvPr/>
        </p:nvGrpSpPr>
        <p:grpSpPr>
          <a:xfrm>
            <a:off x="1828800" y="3429000"/>
            <a:ext cx="461880" cy="200520"/>
            <a:chOff x="1828800" y="3429000"/>
            <a:chExt cx="461880" cy="200520"/>
          </a:xfrm>
        </p:grpSpPr>
        <p:sp>
          <p:nvSpPr>
            <p:cNvPr id="2728" name=""/>
            <p:cNvSpPr/>
            <p:nvPr/>
          </p:nvSpPr>
          <p:spPr>
            <a:xfrm>
              <a:off x="1828800" y="34444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9" name=""/>
            <p:cNvSpPr/>
            <p:nvPr/>
          </p:nvSpPr>
          <p:spPr>
            <a:xfrm>
              <a:off x="195300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30" name=""/>
          <p:cNvGrpSpPr/>
          <p:nvPr/>
        </p:nvGrpSpPr>
        <p:grpSpPr>
          <a:xfrm>
            <a:off x="7174080" y="2693880"/>
            <a:ext cx="461520" cy="200520"/>
            <a:chOff x="7174080" y="2693880"/>
            <a:chExt cx="461520" cy="200520"/>
          </a:xfrm>
        </p:grpSpPr>
        <p:sp>
          <p:nvSpPr>
            <p:cNvPr id="2731" name=""/>
            <p:cNvSpPr/>
            <p:nvPr/>
          </p:nvSpPr>
          <p:spPr>
            <a:xfrm>
              <a:off x="7174080" y="2708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2" name=""/>
            <p:cNvSpPr/>
            <p:nvPr/>
          </p:nvSpPr>
          <p:spPr>
            <a:xfrm>
              <a:off x="7297920" y="269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33" name=""/>
          <p:cNvGrpSpPr/>
          <p:nvPr/>
        </p:nvGrpSpPr>
        <p:grpSpPr>
          <a:xfrm>
            <a:off x="5245200" y="3176640"/>
            <a:ext cx="461520" cy="200520"/>
            <a:chOff x="5245200" y="3176640"/>
            <a:chExt cx="461520" cy="200520"/>
          </a:xfrm>
        </p:grpSpPr>
        <p:sp>
          <p:nvSpPr>
            <p:cNvPr id="2734" name=""/>
            <p:cNvSpPr/>
            <p:nvPr/>
          </p:nvSpPr>
          <p:spPr>
            <a:xfrm>
              <a:off x="5245200" y="3191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5" name=""/>
            <p:cNvSpPr/>
            <p:nvPr/>
          </p:nvSpPr>
          <p:spPr>
            <a:xfrm>
              <a:off x="5369040" y="3176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36" name=""/>
          <p:cNvGrpSpPr/>
          <p:nvPr/>
        </p:nvGrpSpPr>
        <p:grpSpPr>
          <a:xfrm>
            <a:off x="4114800" y="2286000"/>
            <a:ext cx="459720" cy="200520"/>
            <a:chOff x="4114800" y="2286000"/>
            <a:chExt cx="459720" cy="200520"/>
          </a:xfrm>
        </p:grpSpPr>
        <p:sp>
          <p:nvSpPr>
            <p:cNvPr id="2737" name=""/>
            <p:cNvSpPr/>
            <p:nvPr/>
          </p:nvSpPr>
          <p:spPr>
            <a:xfrm>
              <a:off x="4114800" y="230184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8" name=""/>
            <p:cNvSpPr/>
            <p:nvPr/>
          </p:nvSpPr>
          <p:spPr>
            <a:xfrm>
              <a:off x="4236840" y="228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39" name=""/>
          <p:cNvGrpSpPr/>
          <p:nvPr/>
        </p:nvGrpSpPr>
        <p:grpSpPr>
          <a:xfrm>
            <a:off x="7162920" y="3429000"/>
            <a:ext cx="460080" cy="200520"/>
            <a:chOff x="7162920" y="3429000"/>
            <a:chExt cx="460080" cy="200520"/>
          </a:xfrm>
        </p:grpSpPr>
        <p:sp>
          <p:nvSpPr>
            <p:cNvPr id="2740" name=""/>
            <p:cNvSpPr/>
            <p:nvPr/>
          </p:nvSpPr>
          <p:spPr>
            <a:xfrm>
              <a:off x="7162920" y="344304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41" name=""/>
            <p:cNvSpPr/>
            <p:nvPr/>
          </p:nvSpPr>
          <p:spPr>
            <a:xfrm>
              <a:off x="728532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42" name=""/>
          <p:cNvGrpSpPr/>
          <p:nvPr/>
        </p:nvGrpSpPr>
        <p:grpSpPr>
          <a:xfrm>
            <a:off x="704880" y="1949400"/>
            <a:ext cx="461520" cy="200520"/>
            <a:chOff x="704880" y="1949400"/>
            <a:chExt cx="461520" cy="200520"/>
          </a:xfrm>
        </p:grpSpPr>
        <p:sp>
          <p:nvSpPr>
            <p:cNvPr id="2743" name=""/>
            <p:cNvSpPr/>
            <p:nvPr/>
          </p:nvSpPr>
          <p:spPr>
            <a:xfrm>
              <a:off x="704880" y="19652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44" name=""/>
            <p:cNvSpPr/>
            <p:nvPr/>
          </p:nvSpPr>
          <p:spPr>
            <a:xfrm>
              <a:off x="828720" y="1949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45" name=""/>
          <p:cNvGrpSpPr/>
          <p:nvPr/>
        </p:nvGrpSpPr>
        <p:grpSpPr>
          <a:xfrm>
            <a:off x="8318520" y="4941720"/>
            <a:ext cx="461520" cy="200520"/>
            <a:chOff x="8318520" y="4941720"/>
            <a:chExt cx="461520" cy="200520"/>
          </a:xfrm>
        </p:grpSpPr>
        <p:sp>
          <p:nvSpPr>
            <p:cNvPr id="2746" name=""/>
            <p:cNvSpPr/>
            <p:nvPr/>
          </p:nvSpPr>
          <p:spPr>
            <a:xfrm>
              <a:off x="8318520" y="49579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47" name=""/>
            <p:cNvSpPr/>
            <p:nvPr/>
          </p:nvSpPr>
          <p:spPr>
            <a:xfrm>
              <a:off x="8442360" y="4941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48" name=""/>
          <p:cNvGrpSpPr/>
          <p:nvPr/>
        </p:nvGrpSpPr>
        <p:grpSpPr>
          <a:xfrm>
            <a:off x="2438280" y="1447920"/>
            <a:ext cx="461520" cy="200520"/>
            <a:chOff x="2438280" y="1447920"/>
            <a:chExt cx="461520" cy="200520"/>
          </a:xfrm>
        </p:grpSpPr>
        <p:sp>
          <p:nvSpPr>
            <p:cNvPr id="2749" name=""/>
            <p:cNvSpPr/>
            <p:nvPr/>
          </p:nvSpPr>
          <p:spPr>
            <a:xfrm>
              <a:off x="2438280" y="14637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0" name=""/>
            <p:cNvSpPr/>
            <p:nvPr/>
          </p:nvSpPr>
          <p:spPr>
            <a:xfrm>
              <a:off x="256212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51" name=""/>
          <p:cNvGrpSpPr/>
          <p:nvPr/>
        </p:nvGrpSpPr>
        <p:grpSpPr>
          <a:xfrm>
            <a:off x="2819520" y="4038480"/>
            <a:ext cx="461520" cy="200520"/>
            <a:chOff x="2819520" y="4038480"/>
            <a:chExt cx="461520" cy="200520"/>
          </a:xfrm>
        </p:grpSpPr>
        <p:sp>
          <p:nvSpPr>
            <p:cNvPr id="2752" name=""/>
            <p:cNvSpPr/>
            <p:nvPr/>
          </p:nvSpPr>
          <p:spPr>
            <a:xfrm>
              <a:off x="2819520" y="4054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3" name=""/>
            <p:cNvSpPr/>
            <p:nvPr/>
          </p:nvSpPr>
          <p:spPr>
            <a:xfrm>
              <a:off x="294336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54" name=""/>
          <p:cNvGrpSpPr/>
          <p:nvPr/>
        </p:nvGrpSpPr>
        <p:grpSpPr>
          <a:xfrm>
            <a:off x="3352680" y="6172200"/>
            <a:ext cx="461880" cy="200520"/>
            <a:chOff x="3352680" y="6172200"/>
            <a:chExt cx="461880" cy="200520"/>
          </a:xfrm>
        </p:grpSpPr>
        <p:sp>
          <p:nvSpPr>
            <p:cNvPr id="2755" name=""/>
            <p:cNvSpPr/>
            <p:nvPr/>
          </p:nvSpPr>
          <p:spPr>
            <a:xfrm>
              <a:off x="3352680" y="618804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6" name=""/>
            <p:cNvSpPr/>
            <p:nvPr/>
          </p:nvSpPr>
          <p:spPr>
            <a:xfrm>
              <a:off x="347688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57" name=""/>
          <p:cNvGrpSpPr/>
          <p:nvPr/>
        </p:nvGrpSpPr>
        <p:grpSpPr>
          <a:xfrm>
            <a:off x="6273720" y="3271680"/>
            <a:ext cx="460080" cy="200520"/>
            <a:chOff x="6273720" y="3271680"/>
            <a:chExt cx="460080" cy="200520"/>
          </a:xfrm>
        </p:grpSpPr>
        <p:sp>
          <p:nvSpPr>
            <p:cNvPr id="2758" name=""/>
            <p:cNvSpPr/>
            <p:nvPr/>
          </p:nvSpPr>
          <p:spPr>
            <a:xfrm>
              <a:off x="6273720" y="3287880"/>
              <a:ext cx="9540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9" name=""/>
            <p:cNvSpPr/>
            <p:nvPr/>
          </p:nvSpPr>
          <p:spPr>
            <a:xfrm>
              <a:off x="6396120" y="3271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60" name=""/>
          <p:cNvGrpSpPr/>
          <p:nvPr/>
        </p:nvGrpSpPr>
        <p:grpSpPr>
          <a:xfrm>
            <a:off x="4184640" y="4017960"/>
            <a:ext cx="461880" cy="200520"/>
            <a:chOff x="4184640" y="4017960"/>
            <a:chExt cx="461880" cy="200520"/>
          </a:xfrm>
        </p:grpSpPr>
        <p:sp>
          <p:nvSpPr>
            <p:cNvPr id="2761" name=""/>
            <p:cNvSpPr/>
            <p:nvPr/>
          </p:nvSpPr>
          <p:spPr>
            <a:xfrm>
              <a:off x="4184640" y="4032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2" name=""/>
            <p:cNvSpPr/>
            <p:nvPr/>
          </p:nvSpPr>
          <p:spPr>
            <a:xfrm>
              <a:off x="4308840" y="4017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63" name=""/>
          <p:cNvGrpSpPr/>
          <p:nvPr/>
        </p:nvGrpSpPr>
        <p:grpSpPr>
          <a:xfrm>
            <a:off x="7010280" y="6553080"/>
            <a:ext cx="461520" cy="200520"/>
            <a:chOff x="7010280" y="6553080"/>
            <a:chExt cx="461520" cy="200520"/>
          </a:xfrm>
        </p:grpSpPr>
        <p:sp>
          <p:nvSpPr>
            <p:cNvPr id="2764" name=""/>
            <p:cNvSpPr/>
            <p:nvPr/>
          </p:nvSpPr>
          <p:spPr>
            <a:xfrm>
              <a:off x="7010280" y="65689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5" name=""/>
            <p:cNvSpPr/>
            <p:nvPr/>
          </p:nvSpPr>
          <p:spPr>
            <a:xfrm>
              <a:off x="7134120" y="6553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66" name=""/>
          <p:cNvGrpSpPr/>
          <p:nvPr/>
        </p:nvGrpSpPr>
        <p:grpSpPr>
          <a:xfrm>
            <a:off x="4572000" y="304920"/>
            <a:ext cx="461880" cy="200520"/>
            <a:chOff x="4572000" y="304920"/>
            <a:chExt cx="461880" cy="200520"/>
          </a:xfrm>
        </p:grpSpPr>
        <p:sp>
          <p:nvSpPr>
            <p:cNvPr id="2767" name=""/>
            <p:cNvSpPr/>
            <p:nvPr/>
          </p:nvSpPr>
          <p:spPr>
            <a:xfrm>
              <a:off x="4572000" y="32040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8" name=""/>
            <p:cNvSpPr/>
            <p:nvPr/>
          </p:nvSpPr>
          <p:spPr>
            <a:xfrm>
              <a:off x="4696200" y="304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69" name="Rounded Rectangle 2768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2770" name="Oval 2769"/>
          <p:cNvSpPr/>
          <p:nvPr/>
        </p:nvSpPr>
        <p:spPr>
          <a:xfrm>
            <a:off x="490758" y="62118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1" name="Oval 2770"/>
          <p:cNvSpPr/>
          <p:nvPr/>
        </p:nvSpPr>
        <p:spPr>
          <a:xfrm>
            <a:off x="520758" y="62418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772" name="Rounded Rectangle 2771"/>
          <p:cNvSpPr/>
          <p:nvPr/>
        </p:nvSpPr>
        <p:spPr>
          <a:xfrm>
            <a:off x="690758" y="62268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773" name="Oval 2772"/>
          <p:cNvSpPr/>
          <p:nvPr/>
        </p:nvSpPr>
        <p:spPr>
          <a:xfrm>
            <a:off x="8263158" y="8779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4" name="Oval 2773"/>
          <p:cNvSpPr/>
          <p:nvPr/>
        </p:nvSpPr>
        <p:spPr>
          <a:xfrm>
            <a:off x="8293158" y="9079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775" name="Rounded Rectangle 2774"/>
          <p:cNvSpPr/>
          <p:nvPr/>
        </p:nvSpPr>
        <p:spPr>
          <a:xfrm>
            <a:off x="8463158" y="8929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776" name="Oval 2775"/>
          <p:cNvSpPr/>
          <p:nvPr/>
        </p:nvSpPr>
        <p:spPr>
          <a:xfrm>
            <a:off x="5993541" y="191294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7" name="Oval 2776"/>
          <p:cNvSpPr/>
          <p:nvPr/>
        </p:nvSpPr>
        <p:spPr>
          <a:xfrm>
            <a:off x="6023541" y="194294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778" name="Rounded Rectangle 2777"/>
          <p:cNvSpPr/>
          <p:nvPr/>
        </p:nvSpPr>
        <p:spPr>
          <a:xfrm>
            <a:off x="6193541" y="192794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779" name="Oval 2778"/>
          <p:cNvSpPr/>
          <p:nvPr/>
        </p:nvSpPr>
        <p:spPr>
          <a:xfrm>
            <a:off x="7796231" y="40779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0" name="Oval 2779"/>
          <p:cNvSpPr/>
          <p:nvPr/>
        </p:nvSpPr>
        <p:spPr>
          <a:xfrm>
            <a:off x="7826231" y="41079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781" name="Rounded Rectangle 2780"/>
          <p:cNvSpPr/>
          <p:nvPr/>
        </p:nvSpPr>
        <p:spPr>
          <a:xfrm>
            <a:off x="7996231" y="40929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782" name="Oval 2781"/>
          <p:cNvSpPr/>
          <p:nvPr/>
        </p:nvSpPr>
        <p:spPr>
          <a:xfrm>
            <a:off x="5053933" y="491624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3" name="Oval 2782"/>
          <p:cNvSpPr/>
          <p:nvPr/>
        </p:nvSpPr>
        <p:spPr>
          <a:xfrm>
            <a:off x="5083933" y="494624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784" name="Rounded Rectangle 2783"/>
          <p:cNvSpPr/>
          <p:nvPr/>
        </p:nvSpPr>
        <p:spPr>
          <a:xfrm>
            <a:off x="5253933" y="493124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785" name="Oval 2784"/>
          <p:cNvSpPr/>
          <p:nvPr/>
        </p:nvSpPr>
        <p:spPr>
          <a:xfrm>
            <a:off x="669135" y="341702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6" name="Oval 2785"/>
          <p:cNvSpPr/>
          <p:nvPr/>
        </p:nvSpPr>
        <p:spPr>
          <a:xfrm>
            <a:off x="699135" y="344702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787" name="Rounded Rectangle 2786"/>
          <p:cNvSpPr/>
          <p:nvPr/>
        </p:nvSpPr>
        <p:spPr>
          <a:xfrm>
            <a:off x="869135" y="343202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788" name="Oval 2787"/>
          <p:cNvSpPr/>
          <p:nvPr/>
        </p:nvSpPr>
        <p:spPr>
          <a:xfrm>
            <a:off x="1777214" y="33927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9" name="Oval 2788"/>
          <p:cNvSpPr/>
          <p:nvPr/>
        </p:nvSpPr>
        <p:spPr>
          <a:xfrm>
            <a:off x="1807214" y="34227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790" name="Rounded Rectangle 2789"/>
          <p:cNvSpPr/>
          <p:nvPr/>
        </p:nvSpPr>
        <p:spPr>
          <a:xfrm>
            <a:off x="1977214" y="34077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791" name="Oval 2790"/>
          <p:cNvSpPr/>
          <p:nvPr/>
        </p:nvSpPr>
        <p:spPr>
          <a:xfrm>
            <a:off x="7122500" y="26566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2" name="Oval 2791"/>
          <p:cNvSpPr/>
          <p:nvPr/>
        </p:nvSpPr>
        <p:spPr>
          <a:xfrm>
            <a:off x="7152500" y="26866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793" name="Rounded Rectangle 2792"/>
          <p:cNvSpPr/>
          <p:nvPr/>
        </p:nvSpPr>
        <p:spPr>
          <a:xfrm>
            <a:off x="7322500" y="26716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794" name="Oval 2793"/>
          <p:cNvSpPr/>
          <p:nvPr/>
        </p:nvSpPr>
        <p:spPr>
          <a:xfrm>
            <a:off x="5193623" y="313946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5" name="Oval 2794"/>
          <p:cNvSpPr/>
          <p:nvPr/>
        </p:nvSpPr>
        <p:spPr>
          <a:xfrm>
            <a:off x="5223623" y="316946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796" name="Rounded Rectangle 2795"/>
          <p:cNvSpPr/>
          <p:nvPr/>
        </p:nvSpPr>
        <p:spPr>
          <a:xfrm>
            <a:off x="5393623" y="315446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797" name="Oval 2796"/>
          <p:cNvSpPr/>
          <p:nvPr/>
        </p:nvSpPr>
        <p:spPr>
          <a:xfrm>
            <a:off x="4062314" y="22495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8" name="Oval 2797"/>
          <p:cNvSpPr/>
          <p:nvPr/>
        </p:nvSpPr>
        <p:spPr>
          <a:xfrm>
            <a:off x="4092314" y="22795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799" name="Rounded Rectangle 2798"/>
          <p:cNvSpPr/>
          <p:nvPr/>
        </p:nvSpPr>
        <p:spPr>
          <a:xfrm>
            <a:off x="4262314" y="22645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800" name="Oval 2799"/>
          <p:cNvSpPr/>
          <p:nvPr/>
        </p:nvSpPr>
        <p:spPr>
          <a:xfrm>
            <a:off x="7110434" y="33912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1" name="Oval 2800"/>
          <p:cNvSpPr/>
          <p:nvPr/>
        </p:nvSpPr>
        <p:spPr>
          <a:xfrm>
            <a:off x="7140434" y="34212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802" name="Rounded Rectangle 2801"/>
          <p:cNvSpPr/>
          <p:nvPr/>
        </p:nvSpPr>
        <p:spPr>
          <a:xfrm>
            <a:off x="7310434" y="34062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803" name="Oval 2802"/>
          <p:cNvSpPr/>
          <p:nvPr/>
        </p:nvSpPr>
        <p:spPr>
          <a:xfrm>
            <a:off x="653297" y="191294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4" name="Oval 2803"/>
          <p:cNvSpPr/>
          <p:nvPr/>
        </p:nvSpPr>
        <p:spPr>
          <a:xfrm>
            <a:off x="683297" y="194294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805" name="Rounded Rectangle 2804"/>
          <p:cNvSpPr/>
          <p:nvPr/>
        </p:nvSpPr>
        <p:spPr>
          <a:xfrm>
            <a:off x="853297" y="192794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806" name="Oval 2805"/>
          <p:cNvSpPr/>
          <p:nvPr/>
        </p:nvSpPr>
        <p:spPr>
          <a:xfrm>
            <a:off x="8266943" y="490544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7" name="Oval 2806"/>
          <p:cNvSpPr/>
          <p:nvPr/>
        </p:nvSpPr>
        <p:spPr>
          <a:xfrm>
            <a:off x="8296943" y="493544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808" name="Rounded Rectangle 2807"/>
          <p:cNvSpPr/>
          <p:nvPr/>
        </p:nvSpPr>
        <p:spPr>
          <a:xfrm>
            <a:off x="8466943" y="492044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809" name="Oval 2808"/>
          <p:cNvSpPr/>
          <p:nvPr/>
        </p:nvSpPr>
        <p:spPr>
          <a:xfrm>
            <a:off x="2386701" y="14114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0" name="Oval 2809"/>
          <p:cNvSpPr/>
          <p:nvPr/>
        </p:nvSpPr>
        <p:spPr>
          <a:xfrm>
            <a:off x="2416701" y="14414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811" name="Rounded Rectangle 2810"/>
          <p:cNvSpPr/>
          <p:nvPr/>
        </p:nvSpPr>
        <p:spPr>
          <a:xfrm>
            <a:off x="2586701" y="14264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812" name="Oval 2811"/>
          <p:cNvSpPr/>
          <p:nvPr/>
        </p:nvSpPr>
        <p:spPr>
          <a:xfrm>
            <a:off x="2767932" y="400273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3" name="Oval 2812"/>
          <p:cNvSpPr/>
          <p:nvPr/>
        </p:nvSpPr>
        <p:spPr>
          <a:xfrm>
            <a:off x="2797932" y="403273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814" name="Rounded Rectangle 2813"/>
          <p:cNvSpPr/>
          <p:nvPr/>
        </p:nvSpPr>
        <p:spPr>
          <a:xfrm>
            <a:off x="2967932" y="401773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815" name="Oval 2814"/>
          <p:cNvSpPr/>
          <p:nvPr/>
        </p:nvSpPr>
        <p:spPr>
          <a:xfrm>
            <a:off x="3301096" y="61353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6" name="Oval 2815"/>
          <p:cNvSpPr/>
          <p:nvPr/>
        </p:nvSpPr>
        <p:spPr>
          <a:xfrm>
            <a:off x="3331096" y="61653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817" name="Rounded Rectangle 2816"/>
          <p:cNvSpPr/>
          <p:nvPr/>
        </p:nvSpPr>
        <p:spPr>
          <a:xfrm>
            <a:off x="3501096" y="61503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818" name="Oval 2817"/>
          <p:cNvSpPr/>
          <p:nvPr/>
        </p:nvSpPr>
        <p:spPr>
          <a:xfrm>
            <a:off x="6221416" y="323539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9" name="Oval 2818"/>
          <p:cNvSpPr/>
          <p:nvPr/>
        </p:nvSpPr>
        <p:spPr>
          <a:xfrm>
            <a:off x="6251416" y="326539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820" name="Rounded Rectangle 2819"/>
          <p:cNvSpPr/>
          <p:nvPr/>
        </p:nvSpPr>
        <p:spPr>
          <a:xfrm>
            <a:off x="6421416" y="325039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821" name="Oval 2820"/>
          <p:cNvSpPr/>
          <p:nvPr/>
        </p:nvSpPr>
        <p:spPr>
          <a:xfrm>
            <a:off x="4133060" y="398077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2" name="Oval 2821"/>
          <p:cNvSpPr/>
          <p:nvPr/>
        </p:nvSpPr>
        <p:spPr>
          <a:xfrm>
            <a:off x="4163060" y="401077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823" name="Rounded Rectangle 2822"/>
          <p:cNvSpPr/>
          <p:nvPr/>
        </p:nvSpPr>
        <p:spPr>
          <a:xfrm>
            <a:off x="4333060" y="399577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824" name="Oval 2823"/>
          <p:cNvSpPr/>
          <p:nvPr/>
        </p:nvSpPr>
        <p:spPr>
          <a:xfrm>
            <a:off x="6958691" y="64080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5" name="Oval 2824"/>
          <p:cNvSpPr/>
          <p:nvPr/>
        </p:nvSpPr>
        <p:spPr>
          <a:xfrm>
            <a:off x="6988691" y="64380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826" name="Rounded Rectangle 2825"/>
          <p:cNvSpPr/>
          <p:nvPr/>
        </p:nvSpPr>
        <p:spPr>
          <a:xfrm>
            <a:off x="7158691" y="64230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827" name="Oval 2826"/>
          <p:cNvSpPr/>
          <p:nvPr/>
        </p:nvSpPr>
        <p:spPr>
          <a:xfrm>
            <a:off x="4520413" y="2686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8" name="Oval 2827"/>
          <p:cNvSpPr/>
          <p:nvPr/>
        </p:nvSpPr>
        <p:spPr>
          <a:xfrm>
            <a:off x="4550413" y="2986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829" name="Rounded Rectangle 2828"/>
          <p:cNvSpPr/>
          <p:nvPr/>
        </p:nvSpPr>
        <p:spPr>
          <a:xfrm>
            <a:off x="4720413" y="2836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"/>
          <p:cNvSpPr/>
          <p:nvPr/>
        </p:nvSpPr>
        <p:spPr>
          <a:xfrm>
            <a:off x="3184560" y="50760"/>
            <a:ext cx="27745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28: FACT | RWY 01 | STAR WY4C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0" name=""/>
          <p:cNvSpPr/>
          <p:nvPr/>
        </p:nvSpPr>
        <p:spPr>
          <a:xfrm flipH="1">
            <a:off x="4564080" y="1639800"/>
            <a:ext cx="1736640" cy="808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1" name=""/>
          <p:cNvSpPr/>
          <p:nvPr/>
        </p:nvSpPr>
        <p:spPr>
          <a:xfrm flipH="1">
            <a:off x="4047840" y="2448000"/>
            <a:ext cx="515880" cy="2922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2" name=""/>
          <p:cNvSpPr/>
          <p:nvPr/>
        </p:nvSpPr>
        <p:spPr>
          <a:xfrm>
            <a:off x="4048200" y="5370480"/>
            <a:ext cx="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3" name=""/>
          <p:cNvSpPr/>
          <p:nvPr/>
        </p:nvSpPr>
        <p:spPr>
          <a:xfrm flipH="1" flipV="1">
            <a:off x="2842920" y="3935520"/>
            <a:ext cx="1204920" cy="1434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4" name=""/>
          <p:cNvSpPr/>
          <p:nvPr/>
        </p:nvSpPr>
        <p:spPr>
          <a:xfrm flipV="1">
            <a:off x="2843280" y="3522240"/>
            <a:ext cx="73080" cy="412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5" name=""/>
          <p:cNvSpPr/>
          <p:nvPr/>
        </p:nvSpPr>
        <p:spPr>
          <a:xfrm flipV="1">
            <a:off x="2916360" y="3043080"/>
            <a:ext cx="75960" cy="479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76" name=""/>
          <p:cNvGrpSpPr/>
          <p:nvPr/>
        </p:nvGrpSpPr>
        <p:grpSpPr>
          <a:xfrm>
            <a:off x="6237360" y="1576440"/>
            <a:ext cx="555480" cy="200520"/>
            <a:chOff x="6237360" y="1576440"/>
            <a:chExt cx="555480" cy="200520"/>
          </a:xfrm>
        </p:grpSpPr>
        <p:sp>
          <p:nvSpPr>
            <p:cNvPr id="2777" name=""/>
            <p:cNvSpPr/>
            <p:nvPr/>
          </p:nvSpPr>
          <p:spPr>
            <a:xfrm>
              <a:off x="623736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78" name=""/>
            <p:cNvSpPr/>
            <p:nvPr/>
          </p:nvSpPr>
          <p:spPr>
            <a:xfrm>
              <a:off x="6342480" y="15764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WYNB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79" name=""/>
          <p:cNvGrpSpPr/>
          <p:nvPr/>
        </p:nvGrpSpPr>
        <p:grpSpPr>
          <a:xfrm>
            <a:off x="4513320" y="2384280"/>
            <a:ext cx="558000" cy="200520"/>
            <a:chOff x="4513320" y="2384280"/>
            <a:chExt cx="558000" cy="200520"/>
          </a:xfrm>
        </p:grpSpPr>
        <p:sp>
          <p:nvSpPr>
            <p:cNvPr id="2780" name=""/>
            <p:cNvSpPr/>
            <p:nvPr/>
          </p:nvSpPr>
          <p:spPr>
            <a:xfrm>
              <a:off x="4513320" y="2397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1" name=""/>
            <p:cNvSpPr/>
            <p:nvPr/>
          </p:nvSpPr>
          <p:spPr>
            <a:xfrm>
              <a:off x="4616280" y="238428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CTV30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82" name=""/>
          <p:cNvGrpSpPr/>
          <p:nvPr/>
        </p:nvGrpSpPr>
        <p:grpSpPr>
          <a:xfrm>
            <a:off x="3997440" y="5307120"/>
            <a:ext cx="557640" cy="200520"/>
            <a:chOff x="3997440" y="5307120"/>
            <a:chExt cx="557640" cy="200520"/>
          </a:xfrm>
        </p:grpSpPr>
        <p:sp>
          <p:nvSpPr>
            <p:cNvPr id="2783" name=""/>
            <p:cNvSpPr/>
            <p:nvPr/>
          </p:nvSpPr>
          <p:spPr>
            <a:xfrm>
              <a:off x="399744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4" name=""/>
            <p:cNvSpPr/>
            <p:nvPr/>
          </p:nvSpPr>
          <p:spPr>
            <a:xfrm>
              <a:off x="4100040" y="530712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D065H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85" name=""/>
          <p:cNvGrpSpPr/>
          <p:nvPr/>
        </p:nvGrpSpPr>
        <p:grpSpPr>
          <a:xfrm>
            <a:off x="3997440" y="5307120"/>
            <a:ext cx="637560" cy="200520"/>
            <a:chOff x="3997440" y="5307120"/>
            <a:chExt cx="637560" cy="200520"/>
          </a:xfrm>
        </p:grpSpPr>
        <p:sp>
          <p:nvSpPr>
            <p:cNvPr id="2786" name=""/>
            <p:cNvSpPr/>
            <p:nvPr/>
          </p:nvSpPr>
          <p:spPr>
            <a:xfrm>
              <a:off x="399744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7" name=""/>
            <p:cNvSpPr/>
            <p:nvPr/>
          </p:nvSpPr>
          <p:spPr>
            <a:xfrm>
              <a:off x="4087080" y="5307120"/>
              <a:ext cx="547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VECTOR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88" name=""/>
          <p:cNvGrpSpPr/>
          <p:nvPr/>
        </p:nvGrpSpPr>
        <p:grpSpPr>
          <a:xfrm>
            <a:off x="2803680" y="3871800"/>
            <a:ext cx="467280" cy="200520"/>
            <a:chOff x="2803680" y="3871800"/>
            <a:chExt cx="467280" cy="200520"/>
          </a:xfrm>
        </p:grpSpPr>
        <p:sp>
          <p:nvSpPr>
            <p:cNvPr id="2789" name=""/>
            <p:cNvSpPr/>
            <p:nvPr/>
          </p:nvSpPr>
          <p:spPr>
            <a:xfrm>
              <a:off x="2803680" y="389412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0" name=""/>
            <p:cNvSpPr/>
            <p:nvPr/>
          </p:nvSpPr>
          <p:spPr>
            <a:xfrm>
              <a:off x="2904480" y="387180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CI01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91" name=""/>
          <p:cNvGrpSpPr/>
          <p:nvPr/>
        </p:nvGrpSpPr>
        <p:grpSpPr>
          <a:xfrm>
            <a:off x="2874960" y="3459240"/>
            <a:ext cx="464760" cy="200520"/>
            <a:chOff x="2874960" y="3459240"/>
            <a:chExt cx="464760" cy="200520"/>
          </a:xfrm>
        </p:grpSpPr>
        <p:sp>
          <p:nvSpPr>
            <p:cNvPr id="2792" name=""/>
            <p:cNvSpPr/>
            <p:nvPr/>
          </p:nvSpPr>
          <p:spPr>
            <a:xfrm>
              <a:off x="2874960" y="348300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3" name=""/>
            <p:cNvSpPr/>
            <p:nvPr/>
          </p:nvSpPr>
          <p:spPr>
            <a:xfrm>
              <a:off x="2982240" y="345924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FI01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94" name=""/>
          <p:cNvGrpSpPr/>
          <p:nvPr/>
        </p:nvGrpSpPr>
        <p:grpSpPr>
          <a:xfrm>
            <a:off x="2928960" y="2979720"/>
            <a:ext cx="543240" cy="200520"/>
            <a:chOff x="2928960" y="2979720"/>
            <a:chExt cx="543240" cy="200520"/>
          </a:xfrm>
        </p:grpSpPr>
        <p:sp>
          <p:nvSpPr>
            <p:cNvPr id="2795" name=""/>
            <p:cNvSpPr/>
            <p:nvPr/>
          </p:nvSpPr>
          <p:spPr>
            <a:xfrm>
              <a:off x="2928960" y="297972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6" name=""/>
            <p:cNvSpPr/>
            <p:nvPr/>
          </p:nvSpPr>
          <p:spPr>
            <a:xfrm>
              <a:off x="3045960" y="29797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97" name=""/>
          <p:cNvGrpSpPr/>
          <p:nvPr/>
        </p:nvGrpSpPr>
        <p:grpSpPr>
          <a:xfrm>
            <a:off x="8381880" y="6477120"/>
            <a:ext cx="478800" cy="200520"/>
            <a:chOff x="8381880" y="6477120"/>
            <a:chExt cx="478800" cy="200520"/>
          </a:xfrm>
        </p:grpSpPr>
        <p:sp>
          <p:nvSpPr>
            <p:cNvPr id="2798" name=""/>
            <p:cNvSpPr/>
            <p:nvPr/>
          </p:nvSpPr>
          <p:spPr>
            <a:xfrm>
              <a:off x="8381880" y="64836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9" name=""/>
            <p:cNvSpPr/>
            <p:nvPr/>
          </p:nvSpPr>
          <p:spPr>
            <a:xfrm>
              <a:off x="8523000" y="6477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0" name=""/>
          <p:cNvGrpSpPr/>
          <p:nvPr/>
        </p:nvGrpSpPr>
        <p:grpSpPr>
          <a:xfrm>
            <a:off x="3657600" y="2743200"/>
            <a:ext cx="479160" cy="200520"/>
            <a:chOff x="3657600" y="2743200"/>
            <a:chExt cx="479160" cy="200520"/>
          </a:xfrm>
        </p:grpSpPr>
        <p:sp>
          <p:nvSpPr>
            <p:cNvPr id="2801" name=""/>
            <p:cNvSpPr/>
            <p:nvPr/>
          </p:nvSpPr>
          <p:spPr>
            <a:xfrm>
              <a:off x="3657600" y="274932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02" name=""/>
            <p:cNvSpPr/>
            <p:nvPr/>
          </p:nvSpPr>
          <p:spPr>
            <a:xfrm>
              <a:off x="379908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3" name=""/>
          <p:cNvGrpSpPr/>
          <p:nvPr/>
        </p:nvGrpSpPr>
        <p:grpSpPr>
          <a:xfrm>
            <a:off x="457200" y="5029200"/>
            <a:ext cx="460080" cy="200520"/>
            <a:chOff x="457200" y="5029200"/>
            <a:chExt cx="460080" cy="200520"/>
          </a:xfrm>
        </p:grpSpPr>
        <p:sp>
          <p:nvSpPr>
            <p:cNvPr id="2804" name=""/>
            <p:cNvSpPr/>
            <p:nvPr/>
          </p:nvSpPr>
          <p:spPr>
            <a:xfrm>
              <a:off x="457200" y="5043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05" name=""/>
            <p:cNvSpPr/>
            <p:nvPr/>
          </p:nvSpPr>
          <p:spPr>
            <a:xfrm>
              <a:off x="57960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6" name=""/>
          <p:cNvGrpSpPr/>
          <p:nvPr/>
        </p:nvGrpSpPr>
        <p:grpSpPr>
          <a:xfrm>
            <a:off x="2133720" y="5562720"/>
            <a:ext cx="460080" cy="200520"/>
            <a:chOff x="2133720" y="5562720"/>
            <a:chExt cx="460080" cy="200520"/>
          </a:xfrm>
        </p:grpSpPr>
        <p:sp>
          <p:nvSpPr>
            <p:cNvPr id="2807" name=""/>
            <p:cNvSpPr/>
            <p:nvPr/>
          </p:nvSpPr>
          <p:spPr>
            <a:xfrm>
              <a:off x="2133720" y="55785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08" name=""/>
            <p:cNvSpPr/>
            <p:nvPr/>
          </p:nvSpPr>
          <p:spPr>
            <a:xfrm>
              <a:off x="225612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9" name=""/>
          <p:cNvGrpSpPr/>
          <p:nvPr/>
        </p:nvGrpSpPr>
        <p:grpSpPr>
          <a:xfrm>
            <a:off x="5257800" y="4952880"/>
            <a:ext cx="459720" cy="200520"/>
            <a:chOff x="5257800" y="4952880"/>
            <a:chExt cx="459720" cy="200520"/>
          </a:xfrm>
        </p:grpSpPr>
        <p:sp>
          <p:nvSpPr>
            <p:cNvPr id="2810" name=""/>
            <p:cNvSpPr/>
            <p:nvPr/>
          </p:nvSpPr>
          <p:spPr>
            <a:xfrm>
              <a:off x="5257800" y="49687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1" name=""/>
            <p:cNvSpPr/>
            <p:nvPr/>
          </p:nvSpPr>
          <p:spPr>
            <a:xfrm>
              <a:off x="537984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12" name=""/>
          <p:cNvGrpSpPr/>
          <p:nvPr/>
        </p:nvGrpSpPr>
        <p:grpSpPr>
          <a:xfrm>
            <a:off x="3962520" y="838080"/>
            <a:ext cx="461160" cy="200520"/>
            <a:chOff x="3962520" y="838080"/>
            <a:chExt cx="461160" cy="200520"/>
          </a:xfrm>
        </p:grpSpPr>
        <p:sp>
          <p:nvSpPr>
            <p:cNvPr id="2813" name=""/>
            <p:cNvSpPr/>
            <p:nvPr/>
          </p:nvSpPr>
          <p:spPr>
            <a:xfrm>
              <a:off x="3962520" y="8524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4" name=""/>
            <p:cNvSpPr/>
            <p:nvPr/>
          </p:nvSpPr>
          <p:spPr>
            <a:xfrm>
              <a:off x="4086000" y="83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15" name=""/>
          <p:cNvGrpSpPr/>
          <p:nvPr/>
        </p:nvGrpSpPr>
        <p:grpSpPr>
          <a:xfrm>
            <a:off x="5411880" y="3516480"/>
            <a:ext cx="468720" cy="200520"/>
            <a:chOff x="5411880" y="3516480"/>
            <a:chExt cx="468720" cy="200520"/>
          </a:xfrm>
        </p:grpSpPr>
        <p:sp>
          <p:nvSpPr>
            <p:cNvPr id="2816" name=""/>
            <p:cNvSpPr/>
            <p:nvPr/>
          </p:nvSpPr>
          <p:spPr>
            <a:xfrm>
              <a:off x="5411880" y="3530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7" name=""/>
            <p:cNvSpPr/>
            <p:nvPr/>
          </p:nvSpPr>
          <p:spPr>
            <a:xfrm>
              <a:off x="5542920" y="3516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18" name=""/>
          <p:cNvGrpSpPr/>
          <p:nvPr/>
        </p:nvGrpSpPr>
        <p:grpSpPr>
          <a:xfrm>
            <a:off x="4876920" y="6019920"/>
            <a:ext cx="461160" cy="200520"/>
            <a:chOff x="4876920" y="6019920"/>
            <a:chExt cx="461160" cy="200520"/>
          </a:xfrm>
        </p:grpSpPr>
        <p:sp>
          <p:nvSpPr>
            <p:cNvPr id="2819" name=""/>
            <p:cNvSpPr/>
            <p:nvPr/>
          </p:nvSpPr>
          <p:spPr>
            <a:xfrm>
              <a:off x="4876920" y="603576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0" name=""/>
            <p:cNvSpPr/>
            <p:nvPr/>
          </p:nvSpPr>
          <p:spPr>
            <a:xfrm>
              <a:off x="500040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21" name=""/>
          <p:cNvGrpSpPr/>
          <p:nvPr/>
        </p:nvGrpSpPr>
        <p:grpSpPr>
          <a:xfrm>
            <a:off x="838080" y="762120"/>
            <a:ext cx="460080" cy="200520"/>
            <a:chOff x="838080" y="762120"/>
            <a:chExt cx="460080" cy="200520"/>
          </a:xfrm>
        </p:grpSpPr>
        <p:sp>
          <p:nvSpPr>
            <p:cNvPr id="2822" name=""/>
            <p:cNvSpPr/>
            <p:nvPr/>
          </p:nvSpPr>
          <p:spPr>
            <a:xfrm>
              <a:off x="838080" y="7779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3" name=""/>
            <p:cNvSpPr/>
            <p:nvPr/>
          </p:nvSpPr>
          <p:spPr>
            <a:xfrm>
              <a:off x="960480" y="762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24" name=""/>
          <p:cNvGrpSpPr/>
          <p:nvPr/>
        </p:nvGrpSpPr>
        <p:grpSpPr>
          <a:xfrm>
            <a:off x="5216400" y="866880"/>
            <a:ext cx="461880" cy="200520"/>
            <a:chOff x="5216400" y="866880"/>
            <a:chExt cx="461880" cy="200520"/>
          </a:xfrm>
        </p:grpSpPr>
        <p:sp>
          <p:nvSpPr>
            <p:cNvPr id="2825" name=""/>
            <p:cNvSpPr/>
            <p:nvPr/>
          </p:nvSpPr>
          <p:spPr>
            <a:xfrm>
              <a:off x="5216400" y="882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6" name=""/>
            <p:cNvSpPr/>
            <p:nvPr/>
          </p:nvSpPr>
          <p:spPr>
            <a:xfrm>
              <a:off x="5340600" y="866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27" name=""/>
          <p:cNvGrpSpPr/>
          <p:nvPr/>
        </p:nvGrpSpPr>
        <p:grpSpPr>
          <a:xfrm>
            <a:off x="1676520" y="2514600"/>
            <a:ext cx="459720" cy="200520"/>
            <a:chOff x="1676520" y="2514600"/>
            <a:chExt cx="459720" cy="200520"/>
          </a:xfrm>
        </p:grpSpPr>
        <p:sp>
          <p:nvSpPr>
            <p:cNvPr id="2828" name=""/>
            <p:cNvSpPr/>
            <p:nvPr/>
          </p:nvSpPr>
          <p:spPr>
            <a:xfrm>
              <a:off x="1676520" y="2530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9" name=""/>
            <p:cNvSpPr/>
            <p:nvPr/>
          </p:nvSpPr>
          <p:spPr>
            <a:xfrm>
              <a:off x="179856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30" name=""/>
          <p:cNvGrpSpPr/>
          <p:nvPr/>
        </p:nvGrpSpPr>
        <p:grpSpPr>
          <a:xfrm>
            <a:off x="2133720" y="4267080"/>
            <a:ext cx="459720" cy="200520"/>
            <a:chOff x="2133720" y="4267080"/>
            <a:chExt cx="459720" cy="200520"/>
          </a:xfrm>
        </p:grpSpPr>
        <p:sp>
          <p:nvSpPr>
            <p:cNvPr id="2831" name=""/>
            <p:cNvSpPr/>
            <p:nvPr/>
          </p:nvSpPr>
          <p:spPr>
            <a:xfrm>
              <a:off x="2133720" y="42814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2" name=""/>
            <p:cNvSpPr/>
            <p:nvPr/>
          </p:nvSpPr>
          <p:spPr>
            <a:xfrm>
              <a:off x="2255760" y="426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33" name=""/>
          <p:cNvGrpSpPr/>
          <p:nvPr/>
        </p:nvGrpSpPr>
        <p:grpSpPr>
          <a:xfrm>
            <a:off x="3216240" y="1646280"/>
            <a:ext cx="460080" cy="200520"/>
            <a:chOff x="3216240" y="1646280"/>
            <a:chExt cx="460080" cy="200520"/>
          </a:xfrm>
        </p:grpSpPr>
        <p:sp>
          <p:nvSpPr>
            <p:cNvPr id="2834" name=""/>
            <p:cNvSpPr/>
            <p:nvPr/>
          </p:nvSpPr>
          <p:spPr>
            <a:xfrm>
              <a:off x="3216240" y="1662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5" name=""/>
            <p:cNvSpPr/>
            <p:nvPr/>
          </p:nvSpPr>
          <p:spPr>
            <a:xfrm>
              <a:off x="3338640" y="1646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36" name=""/>
          <p:cNvGrpSpPr/>
          <p:nvPr/>
        </p:nvGrpSpPr>
        <p:grpSpPr>
          <a:xfrm>
            <a:off x="7543800" y="1523880"/>
            <a:ext cx="461880" cy="200520"/>
            <a:chOff x="7543800" y="1523880"/>
            <a:chExt cx="461880" cy="200520"/>
          </a:xfrm>
        </p:grpSpPr>
        <p:sp>
          <p:nvSpPr>
            <p:cNvPr id="2837" name=""/>
            <p:cNvSpPr/>
            <p:nvPr/>
          </p:nvSpPr>
          <p:spPr>
            <a:xfrm>
              <a:off x="7543800" y="15397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8" name=""/>
            <p:cNvSpPr/>
            <p:nvPr/>
          </p:nvSpPr>
          <p:spPr>
            <a:xfrm>
              <a:off x="766800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39" name=""/>
          <p:cNvGrpSpPr/>
          <p:nvPr/>
        </p:nvGrpSpPr>
        <p:grpSpPr>
          <a:xfrm>
            <a:off x="3232080" y="6062760"/>
            <a:ext cx="460080" cy="200520"/>
            <a:chOff x="3232080" y="6062760"/>
            <a:chExt cx="460080" cy="200520"/>
          </a:xfrm>
        </p:grpSpPr>
        <p:sp>
          <p:nvSpPr>
            <p:cNvPr id="2840" name=""/>
            <p:cNvSpPr/>
            <p:nvPr/>
          </p:nvSpPr>
          <p:spPr>
            <a:xfrm>
              <a:off x="3232080" y="60768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41" name=""/>
            <p:cNvSpPr/>
            <p:nvPr/>
          </p:nvSpPr>
          <p:spPr>
            <a:xfrm>
              <a:off x="3354480" y="6062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42" name=""/>
          <p:cNvGrpSpPr/>
          <p:nvPr/>
        </p:nvGrpSpPr>
        <p:grpSpPr>
          <a:xfrm>
            <a:off x="3429000" y="4343400"/>
            <a:ext cx="461520" cy="200520"/>
            <a:chOff x="3429000" y="4343400"/>
            <a:chExt cx="461520" cy="200520"/>
          </a:xfrm>
        </p:grpSpPr>
        <p:sp>
          <p:nvSpPr>
            <p:cNvPr id="2843" name=""/>
            <p:cNvSpPr/>
            <p:nvPr/>
          </p:nvSpPr>
          <p:spPr>
            <a:xfrm>
              <a:off x="3429000" y="4357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44" name=""/>
            <p:cNvSpPr/>
            <p:nvPr/>
          </p:nvSpPr>
          <p:spPr>
            <a:xfrm>
              <a:off x="355284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45" name=""/>
          <p:cNvGrpSpPr/>
          <p:nvPr/>
        </p:nvGrpSpPr>
        <p:grpSpPr>
          <a:xfrm>
            <a:off x="8381880" y="304920"/>
            <a:ext cx="460080" cy="200520"/>
            <a:chOff x="8381880" y="304920"/>
            <a:chExt cx="460080" cy="200520"/>
          </a:xfrm>
        </p:grpSpPr>
        <p:sp>
          <p:nvSpPr>
            <p:cNvPr id="2846" name=""/>
            <p:cNvSpPr/>
            <p:nvPr/>
          </p:nvSpPr>
          <p:spPr>
            <a:xfrm>
              <a:off x="8381880" y="31896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47" name=""/>
            <p:cNvSpPr/>
            <p:nvPr/>
          </p:nvSpPr>
          <p:spPr>
            <a:xfrm>
              <a:off x="8504280" y="304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48" name=""/>
          <p:cNvGrpSpPr/>
          <p:nvPr/>
        </p:nvGrpSpPr>
        <p:grpSpPr>
          <a:xfrm>
            <a:off x="5867280" y="2590920"/>
            <a:ext cx="461520" cy="200520"/>
            <a:chOff x="5867280" y="2590920"/>
            <a:chExt cx="461520" cy="200520"/>
          </a:xfrm>
        </p:grpSpPr>
        <p:sp>
          <p:nvSpPr>
            <p:cNvPr id="2849" name=""/>
            <p:cNvSpPr/>
            <p:nvPr/>
          </p:nvSpPr>
          <p:spPr>
            <a:xfrm>
              <a:off x="5867280" y="2605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50" name=""/>
            <p:cNvSpPr/>
            <p:nvPr/>
          </p:nvSpPr>
          <p:spPr>
            <a:xfrm>
              <a:off x="599112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51" name=""/>
          <p:cNvGrpSpPr/>
          <p:nvPr/>
        </p:nvGrpSpPr>
        <p:grpSpPr>
          <a:xfrm>
            <a:off x="6210360" y="5645160"/>
            <a:ext cx="461520" cy="200520"/>
            <a:chOff x="6210360" y="5645160"/>
            <a:chExt cx="461520" cy="200520"/>
          </a:xfrm>
        </p:grpSpPr>
        <p:sp>
          <p:nvSpPr>
            <p:cNvPr id="2852" name=""/>
            <p:cNvSpPr/>
            <p:nvPr/>
          </p:nvSpPr>
          <p:spPr>
            <a:xfrm>
              <a:off x="6210360" y="566100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53" name=""/>
            <p:cNvSpPr/>
            <p:nvPr/>
          </p:nvSpPr>
          <p:spPr>
            <a:xfrm>
              <a:off x="6334200" y="5645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54" name=""/>
          <p:cNvGrpSpPr/>
          <p:nvPr/>
        </p:nvGrpSpPr>
        <p:grpSpPr>
          <a:xfrm>
            <a:off x="6248520" y="4419720"/>
            <a:ext cx="461520" cy="200520"/>
            <a:chOff x="6248520" y="4419720"/>
            <a:chExt cx="461520" cy="200520"/>
          </a:xfrm>
        </p:grpSpPr>
        <p:sp>
          <p:nvSpPr>
            <p:cNvPr id="2855" name=""/>
            <p:cNvSpPr/>
            <p:nvPr/>
          </p:nvSpPr>
          <p:spPr>
            <a:xfrm>
              <a:off x="6248520" y="4434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56" name=""/>
            <p:cNvSpPr/>
            <p:nvPr/>
          </p:nvSpPr>
          <p:spPr>
            <a:xfrm>
              <a:off x="637236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57" name="Rounded Rectangle 2856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2858" name="Oval 2857"/>
          <p:cNvSpPr/>
          <p:nvPr/>
        </p:nvSpPr>
        <p:spPr>
          <a:xfrm>
            <a:off x="8338938" y="64080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9" name="Oval 2858"/>
          <p:cNvSpPr/>
          <p:nvPr/>
        </p:nvSpPr>
        <p:spPr>
          <a:xfrm>
            <a:off x="8368938" y="64380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860" name="Rounded Rectangle 2859"/>
          <p:cNvSpPr/>
          <p:nvPr/>
        </p:nvSpPr>
        <p:spPr>
          <a:xfrm>
            <a:off x="8538938" y="64230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861" name="Oval 2860"/>
          <p:cNvSpPr/>
          <p:nvPr/>
        </p:nvSpPr>
        <p:spPr>
          <a:xfrm>
            <a:off x="3614658" y="27063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2" name="Oval 2861"/>
          <p:cNvSpPr/>
          <p:nvPr/>
        </p:nvSpPr>
        <p:spPr>
          <a:xfrm>
            <a:off x="3644658" y="27363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863" name="Rounded Rectangle 2862"/>
          <p:cNvSpPr/>
          <p:nvPr/>
        </p:nvSpPr>
        <p:spPr>
          <a:xfrm>
            <a:off x="3814658" y="27213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864" name="Oval 2863"/>
          <p:cNvSpPr/>
          <p:nvPr/>
        </p:nvSpPr>
        <p:spPr>
          <a:xfrm>
            <a:off x="404904" y="49916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5" name="Oval 2864"/>
          <p:cNvSpPr/>
          <p:nvPr/>
        </p:nvSpPr>
        <p:spPr>
          <a:xfrm>
            <a:off x="434904" y="50216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866" name="Rounded Rectangle 2865"/>
          <p:cNvSpPr/>
          <p:nvPr/>
        </p:nvSpPr>
        <p:spPr>
          <a:xfrm>
            <a:off x="604904" y="50066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867" name="Oval 2866"/>
          <p:cNvSpPr/>
          <p:nvPr/>
        </p:nvSpPr>
        <p:spPr>
          <a:xfrm>
            <a:off x="2081428" y="552698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8" name="Oval 2867"/>
          <p:cNvSpPr/>
          <p:nvPr/>
        </p:nvSpPr>
        <p:spPr>
          <a:xfrm>
            <a:off x="2111428" y="555698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869" name="Rounded Rectangle 2868"/>
          <p:cNvSpPr/>
          <p:nvPr/>
        </p:nvSpPr>
        <p:spPr>
          <a:xfrm>
            <a:off x="2281428" y="554198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870" name="Oval 2869"/>
          <p:cNvSpPr/>
          <p:nvPr/>
        </p:nvSpPr>
        <p:spPr>
          <a:xfrm>
            <a:off x="5205327" y="491642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1" name="Oval 2870"/>
          <p:cNvSpPr/>
          <p:nvPr/>
        </p:nvSpPr>
        <p:spPr>
          <a:xfrm>
            <a:off x="5235327" y="494642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872" name="Rounded Rectangle 2871"/>
          <p:cNvSpPr/>
          <p:nvPr/>
        </p:nvSpPr>
        <p:spPr>
          <a:xfrm>
            <a:off x="5405327" y="493142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873" name="Oval 2872"/>
          <p:cNvSpPr/>
          <p:nvPr/>
        </p:nvSpPr>
        <p:spPr>
          <a:xfrm>
            <a:off x="3910760" y="80090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4" name="Oval 2873"/>
          <p:cNvSpPr/>
          <p:nvPr/>
        </p:nvSpPr>
        <p:spPr>
          <a:xfrm>
            <a:off x="3940760" y="83090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875" name="Rounded Rectangle 2874"/>
          <p:cNvSpPr/>
          <p:nvPr/>
        </p:nvSpPr>
        <p:spPr>
          <a:xfrm>
            <a:off x="4110760" y="81590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876" name="Oval 2875"/>
          <p:cNvSpPr/>
          <p:nvPr/>
        </p:nvSpPr>
        <p:spPr>
          <a:xfrm>
            <a:off x="5360308" y="34789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7" name="Oval 2876"/>
          <p:cNvSpPr/>
          <p:nvPr/>
        </p:nvSpPr>
        <p:spPr>
          <a:xfrm>
            <a:off x="5390308" y="35089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878" name="Rounded Rectangle 2877"/>
          <p:cNvSpPr/>
          <p:nvPr/>
        </p:nvSpPr>
        <p:spPr>
          <a:xfrm>
            <a:off x="5560308" y="34939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879" name="Oval 2878"/>
          <p:cNvSpPr/>
          <p:nvPr/>
        </p:nvSpPr>
        <p:spPr>
          <a:xfrm>
            <a:off x="4825158" y="59834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0" name="Oval 2879"/>
          <p:cNvSpPr/>
          <p:nvPr/>
        </p:nvSpPr>
        <p:spPr>
          <a:xfrm>
            <a:off x="4855158" y="60134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881" name="Rounded Rectangle 2880"/>
          <p:cNvSpPr/>
          <p:nvPr/>
        </p:nvSpPr>
        <p:spPr>
          <a:xfrm>
            <a:off x="5025158" y="59984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882" name="Oval 2881"/>
          <p:cNvSpPr/>
          <p:nvPr/>
        </p:nvSpPr>
        <p:spPr>
          <a:xfrm>
            <a:off x="785780" y="7263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3" name="Oval 2882"/>
          <p:cNvSpPr/>
          <p:nvPr/>
        </p:nvSpPr>
        <p:spPr>
          <a:xfrm>
            <a:off x="815780" y="7563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884" name="Rounded Rectangle 2883"/>
          <p:cNvSpPr/>
          <p:nvPr/>
        </p:nvSpPr>
        <p:spPr>
          <a:xfrm>
            <a:off x="985780" y="7413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885" name="Oval 2884"/>
          <p:cNvSpPr/>
          <p:nvPr/>
        </p:nvSpPr>
        <p:spPr>
          <a:xfrm>
            <a:off x="5164827" y="83114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6" name="Oval 2885"/>
          <p:cNvSpPr/>
          <p:nvPr/>
        </p:nvSpPr>
        <p:spPr>
          <a:xfrm>
            <a:off x="5194827" y="86114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887" name="Rounded Rectangle 2886"/>
          <p:cNvSpPr/>
          <p:nvPr/>
        </p:nvSpPr>
        <p:spPr>
          <a:xfrm>
            <a:off x="5364827" y="84614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888" name="Oval 2887"/>
          <p:cNvSpPr/>
          <p:nvPr/>
        </p:nvSpPr>
        <p:spPr>
          <a:xfrm>
            <a:off x="1624049" y="24788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9" name="Oval 2888"/>
          <p:cNvSpPr/>
          <p:nvPr/>
        </p:nvSpPr>
        <p:spPr>
          <a:xfrm>
            <a:off x="1654049" y="25088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890" name="Rounded Rectangle 2889"/>
          <p:cNvSpPr/>
          <p:nvPr/>
        </p:nvSpPr>
        <p:spPr>
          <a:xfrm>
            <a:off x="1824049" y="24938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891" name="Oval 2890"/>
          <p:cNvSpPr/>
          <p:nvPr/>
        </p:nvSpPr>
        <p:spPr>
          <a:xfrm>
            <a:off x="2081242" y="42298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2" name="Oval 2891"/>
          <p:cNvSpPr/>
          <p:nvPr/>
        </p:nvSpPr>
        <p:spPr>
          <a:xfrm>
            <a:off x="2111242" y="42598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893" name="Rounded Rectangle 2892"/>
          <p:cNvSpPr/>
          <p:nvPr/>
        </p:nvSpPr>
        <p:spPr>
          <a:xfrm>
            <a:off x="2281242" y="42448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894" name="Oval 2893"/>
          <p:cNvSpPr/>
          <p:nvPr/>
        </p:nvSpPr>
        <p:spPr>
          <a:xfrm>
            <a:off x="3163947" y="161054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5" name="Oval 2894"/>
          <p:cNvSpPr/>
          <p:nvPr/>
        </p:nvSpPr>
        <p:spPr>
          <a:xfrm>
            <a:off x="3193947" y="164054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896" name="Rounded Rectangle 2895"/>
          <p:cNvSpPr/>
          <p:nvPr/>
        </p:nvSpPr>
        <p:spPr>
          <a:xfrm>
            <a:off x="3363947" y="162554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897" name="Oval 2896"/>
          <p:cNvSpPr/>
          <p:nvPr/>
        </p:nvSpPr>
        <p:spPr>
          <a:xfrm>
            <a:off x="7492224" y="148742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8" name="Oval 2897"/>
          <p:cNvSpPr/>
          <p:nvPr/>
        </p:nvSpPr>
        <p:spPr>
          <a:xfrm>
            <a:off x="7522224" y="151742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899" name="Rounded Rectangle 2898"/>
          <p:cNvSpPr/>
          <p:nvPr/>
        </p:nvSpPr>
        <p:spPr>
          <a:xfrm>
            <a:off x="7692224" y="150242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900" name="Oval 2899"/>
          <p:cNvSpPr/>
          <p:nvPr/>
        </p:nvSpPr>
        <p:spPr>
          <a:xfrm>
            <a:off x="3179782" y="602522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1" name="Oval 2900"/>
          <p:cNvSpPr/>
          <p:nvPr/>
        </p:nvSpPr>
        <p:spPr>
          <a:xfrm>
            <a:off x="3209782" y="605522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902" name="Rounded Rectangle 2901"/>
          <p:cNvSpPr/>
          <p:nvPr/>
        </p:nvSpPr>
        <p:spPr>
          <a:xfrm>
            <a:off x="3379782" y="604022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903" name="Oval 2902"/>
          <p:cNvSpPr/>
          <p:nvPr/>
        </p:nvSpPr>
        <p:spPr>
          <a:xfrm>
            <a:off x="3377424" y="430586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4" name="Oval 2903"/>
          <p:cNvSpPr/>
          <p:nvPr/>
        </p:nvSpPr>
        <p:spPr>
          <a:xfrm>
            <a:off x="3407424" y="433586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905" name="Rounded Rectangle 2904"/>
          <p:cNvSpPr/>
          <p:nvPr/>
        </p:nvSpPr>
        <p:spPr>
          <a:xfrm>
            <a:off x="3577424" y="432086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906" name="Oval 2905"/>
          <p:cNvSpPr/>
          <p:nvPr/>
        </p:nvSpPr>
        <p:spPr>
          <a:xfrm>
            <a:off x="8329586" y="26719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7" name="Oval 2906"/>
          <p:cNvSpPr/>
          <p:nvPr/>
        </p:nvSpPr>
        <p:spPr>
          <a:xfrm>
            <a:off x="8359586" y="29719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908" name="Rounded Rectangle 2907"/>
          <p:cNvSpPr/>
          <p:nvPr/>
        </p:nvSpPr>
        <p:spPr>
          <a:xfrm>
            <a:off x="8529586" y="28219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909" name="Oval 2908"/>
          <p:cNvSpPr/>
          <p:nvPr/>
        </p:nvSpPr>
        <p:spPr>
          <a:xfrm>
            <a:off x="5815700" y="255374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0" name="Oval 2909"/>
          <p:cNvSpPr/>
          <p:nvPr/>
        </p:nvSpPr>
        <p:spPr>
          <a:xfrm>
            <a:off x="5845700" y="258374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911" name="Rounded Rectangle 2910"/>
          <p:cNvSpPr/>
          <p:nvPr/>
        </p:nvSpPr>
        <p:spPr>
          <a:xfrm>
            <a:off x="6015700" y="256874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912" name="Oval 2911"/>
          <p:cNvSpPr/>
          <p:nvPr/>
        </p:nvSpPr>
        <p:spPr>
          <a:xfrm>
            <a:off x="6158785" y="560870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3" name="Oval 2912"/>
          <p:cNvSpPr/>
          <p:nvPr/>
        </p:nvSpPr>
        <p:spPr>
          <a:xfrm>
            <a:off x="6188785" y="563870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914" name="Rounded Rectangle 2913"/>
          <p:cNvSpPr/>
          <p:nvPr/>
        </p:nvSpPr>
        <p:spPr>
          <a:xfrm>
            <a:off x="6358785" y="562370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915" name="Oval 2914"/>
          <p:cNvSpPr/>
          <p:nvPr/>
        </p:nvSpPr>
        <p:spPr>
          <a:xfrm>
            <a:off x="6196949" y="43825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6" name="Oval 2915"/>
          <p:cNvSpPr/>
          <p:nvPr/>
        </p:nvSpPr>
        <p:spPr>
          <a:xfrm>
            <a:off x="6226949" y="44125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917" name="Rounded Rectangle 2916"/>
          <p:cNvSpPr/>
          <p:nvPr/>
        </p:nvSpPr>
        <p:spPr>
          <a:xfrm>
            <a:off x="6396949" y="43975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"/>
          <p:cNvSpPr/>
          <p:nvPr/>
        </p:nvSpPr>
        <p:spPr>
          <a:xfrm>
            <a:off x="3176280" y="50760"/>
            <a:ext cx="27914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29: HKJK | RWY 6 | STAR AVIT1P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8" name=""/>
          <p:cNvSpPr/>
          <p:nvPr/>
        </p:nvSpPr>
        <p:spPr>
          <a:xfrm flipH="1">
            <a:off x="3297240" y="1639800"/>
            <a:ext cx="3022560" cy="3730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9" name=""/>
          <p:cNvSpPr/>
          <p:nvPr/>
        </p:nvSpPr>
        <p:spPr>
          <a:xfrm flipH="1" flipV="1">
            <a:off x="2824200" y="5225760"/>
            <a:ext cx="473040" cy="144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0" name=""/>
          <p:cNvSpPr/>
          <p:nvPr/>
        </p:nvSpPr>
        <p:spPr>
          <a:xfrm flipV="1">
            <a:off x="2824200" y="5100120"/>
            <a:ext cx="181080" cy="125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1" name=""/>
          <p:cNvSpPr/>
          <p:nvPr/>
        </p:nvSpPr>
        <p:spPr>
          <a:xfrm flipV="1">
            <a:off x="3005280" y="5025600"/>
            <a:ext cx="101520" cy="74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2" name=""/>
          <p:cNvSpPr/>
          <p:nvPr/>
        </p:nvSpPr>
        <p:spPr>
          <a:xfrm flipV="1">
            <a:off x="3106800" y="4919400"/>
            <a:ext cx="146160" cy="106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63" name=""/>
          <p:cNvGrpSpPr/>
          <p:nvPr/>
        </p:nvGrpSpPr>
        <p:grpSpPr>
          <a:xfrm>
            <a:off x="6256440" y="1576440"/>
            <a:ext cx="578520" cy="200520"/>
            <a:chOff x="6256440" y="1576440"/>
            <a:chExt cx="578520" cy="200520"/>
          </a:xfrm>
        </p:grpSpPr>
        <p:sp>
          <p:nvSpPr>
            <p:cNvPr id="2864" name=""/>
            <p:cNvSpPr/>
            <p:nvPr/>
          </p:nvSpPr>
          <p:spPr>
            <a:xfrm>
              <a:off x="6256440" y="1576440"/>
              <a:ext cx="12672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65" name=""/>
            <p:cNvSpPr/>
            <p:nvPr/>
          </p:nvSpPr>
          <p:spPr>
            <a:xfrm>
              <a:off x="6388920" y="157644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AVITU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66" name=""/>
          <p:cNvGrpSpPr/>
          <p:nvPr/>
        </p:nvGrpSpPr>
        <p:grpSpPr>
          <a:xfrm>
            <a:off x="3246480" y="5307120"/>
            <a:ext cx="451440" cy="200520"/>
            <a:chOff x="3246480" y="5307120"/>
            <a:chExt cx="451440" cy="200520"/>
          </a:xfrm>
        </p:grpSpPr>
        <p:sp>
          <p:nvSpPr>
            <p:cNvPr id="2867" name=""/>
            <p:cNvSpPr/>
            <p:nvPr/>
          </p:nvSpPr>
          <p:spPr>
            <a:xfrm>
              <a:off x="324648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68" name=""/>
            <p:cNvSpPr/>
            <p:nvPr/>
          </p:nvSpPr>
          <p:spPr>
            <a:xfrm>
              <a:off x="3404520" y="5307120"/>
              <a:ext cx="2934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69" name=""/>
          <p:cNvGrpSpPr/>
          <p:nvPr/>
        </p:nvGrpSpPr>
        <p:grpSpPr>
          <a:xfrm>
            <a:off x="2773440" y="5162400"/>
            <a:ext cx="540360" cy="200520"/>
            <a:chOff x="2773440" y="5162400"/>
            <a:chExt cx="540360" cy="200520"/>
          </a:xfrm>
        </p:grpSpPr>
        <p:sp>
          <p:nvSpPr>
            <p:cNvPr id="2870" name=""/>
            <p:cNvSpPr/>
            <p:nvPr/>
          </p:nvSpPr>
          <p:spPr>
            <a:xfrm>
              <a:off x="2773440" y="5175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71" name=""/>
            <p:cNvSpPr/>
            <p:nvPr/>
          </p:nvSpPr>
          <p:spPr>
            <a:xfrm>
              <a:off x="2893680" y="516240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TV-11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72" name=""/>
          <p:cNvGrpSpPr/>
          <p:nvPr/>
        </p:nvGrpSpPr>
        <p:grpSpPr>
          <a:xfrm>
            <a:off x="2963880" y="5037120"/>
            <a:ext cx="467280" cy="200520"/>
            <a:chOff x="2963880" y="5037120"/>
            <a:chExt cx="467280" cy="200520"/>
          </a:xfrm>
        </p:grpSpPr>
        <p:sp>
          <p:nvSpPr>
            <p:cNvPr id="2873" name=""/>
            <p:cNvSpPr/>
            <p:nvPr/>
          </p:nvSpPr>
          <p:spPr>
            <a:xfrm>
              <a:off x="2963880" y="50594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74" name=""/>
            <p:cNvSpPr/>
            <p:nvPr/>
          </p:nvSpPr>
          <p:spPr>
            <a:xfrm>
              <a:off x="3064680" y="503712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75" name=""/>
          <p:cNvGrpSpPr/>
          <p:nvPr/>
        </p:nvGrpSpPr>
        <p:grpSpPr>
          <a:xfrm>
            <a:off x="3065400" y="4962600"/>
            <a:ext cx="545400" cy="200520"/>
            <a:chOff x="3065400" y="4962600"/>
            <a:chExt cx="545400" cy="200520"/>
          </a:xfrm>
        </p:grpSpPr>
        <p:sp>
          <p:nvSpPr>
            <p:cNvPr id="2876" name=""/>
            <p:cNvSpPr/>
            <p:nvPr/>
          </p:nvSpPr>
          <p:spPr>
            <a:xfrm>
              <a:off x="3065400" y="4984920"/>
              <a:ext cx="824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77" name=""/>
            <p:cNvSpPr/>
            <p:nvPr/>
          </p:nvSpPr>
          <p:spPr>
            <a:xfrm>
              <a:off x="3175560" y="496260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NONB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78" name=""/>
          <p:cNvGrpSpPr/>
          <p:nvPr/>
        </p:nvGrpSpPr>
        <p:grpSpPr>
          <a:xfrm>
            <a:off x="3189240" y="4856040"/>
            <a:ext cx="580680" cy="200520"/>
            <a:chOff x="3189240" y="4856040"/>
            <a:chExt cx="580680" cy="200520"/>
          </a:xfrm>
        </p:grpSpPr>
        <p:sp>
          <p:nvSpPr>
            <p:cNvPr id="2879" name=""/>
            <p:cNvSpPr/>
            <p:nvPr/>
          </p:nvSpPr>
          <p:spPr>
            <a:xfrm>
              <a:off x="3189240" y="48560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0" name=""/>
            <p:cNvSpPr/>
            <p:nvPr/>
          </p:nvSpPr>
          <p:spPr>
            <a:xfrm>
              <a:off x="3343680" y="48560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81" name=""/>
          <p:cNvGrpSpPr/>
          <p:nvPr/>
        </p:nvGrpSpPr>
        <p:grpSpPr>
          <a:xfrm>
            <a:off x="2084400" y="846000"/>
            <a:ext cx="479160" cy="200520"/>
            <a:chOff x="2084400" y="846000"/>
            <a:chExt cx="479160" cy="200520"/>
          </a:xfrm>
        </p:grpSpPr>
        <p:sp>
          <p:nvSpPr>
            <p:cNvPr id="2882" name=""/>
            <p:cNvSpPr/>
            <p:nvPr/>
          </p:nvSpPr>
          <p:spPr>
            <a:xfrm>
              <a:off x="2084400" y="85248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3" name=""/>
            <p:cNvSpPr/>
            <p:nvPr/>
          </p:nvSpPr>
          <p:spPr>
            <a:xfrm>
              <a:off x="2225880" y="84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84" name=""/>
          <p:cNvGrpSpPr/>
          <p:nvPr/>
        </p:nvGrpSpPr>
        <p:grpSpPr>
          <a:xfrm>
            <a:off x="1981080" y="5181480"/>
            <a:ext cx="478800" cy="200520"/>
            <a:chOff x="1981080" y="5181480"/>
            <a:chExt cx="478800" cy="200520"/>
          </a:xfrm>
        </p:grpSpPr>
        <p:sp>
          <p:nvSpPr>
            <p:cNvPr id="2885" name=""/>
            <p:cNvSpPr/>
            <p:nvPr/>
          </p:nvSpPr>
          <p:spPr>
            <a:xfrm>
              <a:off x="1981080" y="518796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6" name=""/>
            <p:cNvSpPr/>
            <p:nvPr/>
          </p:nvSpPr>
          <p:spPr>
            <a:xfrm>
              <a:off x="2122200" y="5181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87" name=""/>
          <p:cNvGrpSpPr/>
          <p:nvPr/>
        </p:nvGrpSpPr>
        <p:grpSpPr>
          <a:xfrm>
            <a:off x="3932280" y="2428920"/>
            <a:ext cx="479160" cy="200520"/>
            <a:chOff x="3932280" y="2428920"/>
            <a:chExt cx="479160" cy="200520"/>
          </a:xfrm>
        </p:grpSpPr>
        <p:sp>
          <p:nvSpPr>
            <p:cNvPr id="2888" name=""/>
            <p:cNvSpPr/>
            <p:nvPr/>
          </p:nvSpPr>
          <p:spPr>
            <a:xfrm>
              <a:off x="3932280" y="24354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9" name=""/>
            <p:cNvSpPr/>
            <p:nvPr/>
          </p:nvSpPr>
          <p:spPr>
            <a:xfrm>
              <a:off x="4073760" y="2428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90" name=""/>
          <p:cNvGrpSpPr/>
          <p:nvPr/>
        </p:nvGrpSpPr>
        <p:grpSpPr>
          <a:xfrm>
            <a:off x="5638680" y="4191120"/>
            <a:ext cx="461880" cy="200520"/>
            <a:chOff x="5638680" y="4191120"/>
            <a:chExt cx="461880" cy="200520"/>
          </a:xfrm>
        </p:grpSpPr>
        <p:sp>
          <p:nvSpPr>
            <p:cNvPr id="2891" name=""/>
            <p:cNvSpPr/>
            <p:nvPr/>
          </p:nvSpPr>
          <p:spPr>
            <a:xfrm>
              <a:off x="5638680" y="4205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2" name=""/>
            <p:cNvSpPr/>
            <p:nvPr/>
          </p:nvSpPr>
          <p:spPr>
            <a:xfrm>
              <a:off x="576288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93" name=""/>
          <p:cNvGrpSpPr/>
          <p:nvPr/>
        </p:nvGrpSpPr>
        <p:grpSpPr>
          <a:xfrm>
            <a:off x="1295280" y="3124080"/>
            <a:ext cx="460440" cy="200520"/>
            <a:chOff x="1295280" y="3124080"/>
            <a:chExt cx="460440" cy="200520"/>
          </a:xfrm>
        </p:grpSpPr>
        <p:sp>
          <p:nvSpPr>
            <p:cNvPr id="2894" name=""/>
            <p:cNvSpPr/>
            <p:nvPr/>
          </p:nvSpPr>
          <p:spPr>
            <a:xfrm>
              <a:off x="1295280" y="31399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5" name=""/>
            <p:cNvSpPr/>
            <p:nvPr/>
          </p:nvSpPr>
          <p:spPr>
            <a:xfrm>
              <a:off x="141804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96" name=""/>
          <p:cNvGrpSpPr/>
          <p:nvPr/>
        </p:nvGrpSpPr>
        <p:grpSpPr>
          <a:xfrm>
            <a:off x="8229600" y="6172200"/>
            <a:ext cx="461520" cy="200520"/>
            <a:chOff x="8229600" y="6172200"/>
            <a:chExt cx="461520" cy="200520"/>
          </a:xfrm>
        </p:grpSpPr>
        <p:sp>
          <p:nvSpPr>
            <p:cNvPr id="2897" name=""/>
            <p:cNvSpPr/>
            <p:nvPr/>
          </p:nvSpPr>
          <p:spPr>
            <a:xfrm>
              <a:off x="8229600" y="6188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8" name=""/>
            <p:cNvSpPr/>
            <p:nvPr/>
          </p:nvSpPr>
          <p:spPr>
            <a:xfrm>
              <a:off x="835344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99" name=""/>
          <p:cNvGrpSpPr/>
          <p:nvPr/>
        </p:nvGrpSpPr>
        <p:grpSpPr>
          <a:xfrm>
            <a:off x="5943600" y="457200"/>
            <a:ext cx="461520" cy="200520"/>
            <a:chOff x="5943600" y="457200"/>
            <a:chExt cx="461520" cy="200520"/>
          </a:xfrm>
        </p:grpSpPr>
        <p:sp>
          <p:nvSpPr>
            <p:cNvPr id="2900" name=""/>
            <p:cNvSpPr/>
            <p:nvPr/>
          </p:nvSpPr>
          <p:spPr>
            <a:xfrm>
              <a:off x="5943600" y="4726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01" name=""/>
            <p:cNvSpPr/>
            <p:nvPr/>
          </p:nvSpPr>
          <p:spPr>
            <a:xfrm>
              <a:off x="606744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02" name=""/>
          <p:cNvGrpSpPr/>
          <p:nvPr/>
        </p:nvGrpSpPr>
        <p:grpSpPr>
          <a:xfrm>
            <a:off x="7620120" y="2362320"/>
            <a:ext cx="460080" cy="200520"/>
            <a:chOff x="7620120" y="2362320"/>
            <a:chExt cx="460080" cy="200520"/>
          </a:xfrm>
        </p:grpSpPr>
        <p:sp>
          <p:nvSpPr>
            <p:cNvPr id="2903" name=""/>
            <p:cNvSpPr/>
            <p:nvPr/>
          </p:nvSpPr>
          <p:spPr>
            <a:xfrm>
              <a:off x="7620120" y="23767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04" name=""/>
            <p:cNvSpPr/>
            <p:nvPr/>
          </p:nvSpPr>
          <p:spPr>
            <a:xfrm>
              <a:off x="7742520" y="236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05" name=""/>
          <p:cNvGrpSpPr/>
          <p:nvPr/>
        </p:nvGrpSpPr>
        <p:grpSpPr>
          <a:xfrm>
            <a:off x="4876920" y="1295280"/>
            <a:ext cx="461160" cy="200520"/>
            <a:chOff x="4876920" y="1295280"/>
            <a:chExt cx="461160" cy="200520"/>
          </a:xfrm>
        </p:grpSpPr>
        <p:sp>
          <p:nvSpPr>
            <p:cNvPr id="2906" name=""/>
            <p:cNvSpPr/>
            <p:nvPr/>
          </p:nvSpPr>
          <p:spPr>
            <a:xfrm>
              <a:off x="4876920" y="13093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07" name=""/>
            <p:cNvSpPr/>
            <p:nvPr/>
          </p:nvSpPr>
          <p:spPr>
            <a:xfrm>
              <a:off x="500040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08" name=""/>
          <p:cNvGrpSpPr/>
          <p:nvPr/>
        </p:nvGrpSpPr>
        <p:grpSpPr>
          <a:xfrm>
            <a:off x="2743200" y="5638680"/>
            <a:ext cx="460080" cy="200520"/>
            <a:chOff x="2743200" y="5638680"/>
            <a:chExt cx="460080" cy="200520"/>
          </a:xfrm>
        </p:grpSpPr>
        <p:sp>
          <p:nvSpPr>
            <p:cNvPr id="2909" name=""/>
            <p:cNvSpPr/>
            <p:nvPr/>
          </p:nvSpPr>
          <p:spPr>
            <a:xfrm>
              <a:off x="2743200" y="56545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10" name=""/>
            <p:cNvSpPr/>
            <p:nvPr/>
          </p:nvSpPr>
          <p:spPr>
            <a:xfrm>
              <a:off x="286560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11" name=""/>
          <p:cNvGrpSpPr/>
          <p:nvPr/>
        </p:nvGrpSpPr>
        <p:grpSpPr>
          <a:xfrm>
            <a:off x="5334120" y="5105520"/>
            <a:ext cx="461520" cy="200520"/>
            <a:chOff x="5334120" y="5105520"/>
            <a:chExt cx="461520" cy="200520"/>
          </a:xfrm>
        </p:grpSpPr>
        <p:sp>
          <p:nvSpPr>
            <p:cNvPr id="2912" name=""/>
            <p:cNvSpPr/>
            <p:nvPr/>
          </p:nvSpPr>
          <p:spPr>
            <a:xfrm>
              <a:off x="5334120" y="5121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13" name=""/>
            <p:cNvSpPr/>
            <p:nvPr/>
          </p:nvSpPr>
          <p:spPr>
            <a:xfrm>
              <a:off x="545796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14" name=""/>
          <p:cNvGrpSpPr/>
          <p:nvPr/>
        </p:nvGrpSpPr>
        <p:grpSpPr>
          <a:xfrm>
            <a:off x="6248520" y="2971800"/>
            <a:ext cx="460080" cy="200520"/>
            <a:chOff x="6248520" y="2971800"/>
            <a:chExt cx="460080" cy="200520"/>
          </a:xfrm>
        </p:grpSpPr>
        <p:sp>
          <p:nvSpPr>
            <p:cNvPr id="2915" name=""/>
            <p:cNvSpPr/>
            <p:nvPr/>
          </p:nvSpPr>
          <p:spPr>
            <a:xfrm>
              <a:off x="6248520" y="29862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16" name=""/>
            <p:cNvSpPr/>
            <p:nvPr/>
          </p:nvSpPr>
          <p:spPr>
            <a:xfrm>
              <a:off x="637092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17" name=""/>
          <p:cNvGrpSpPr/>
          <p:nvPr/>
        </p:nvGrpSpPr>
        <p:grpSpPr>
          <a:xfrm>
            <a:off x="304920" y="4038480"/>
            <a:ext cx="461160" cy="200520"/>
            <a:chOff x="304920" y="4038480"/>
            <a:chExt cx="461160" cy="200520"/>
          </a:xfrm>
        </p:grpSpPr>
        <p:sp>
          <p:nvSpPr>
            <p:cNvPr id="2918" name=""/>
            <p:cNvSpPr/>
            <p:nvPr/>
          </p:nvSpPr>
          <p:spPr>
            <a:xfrm>
              <a:off x="304920" y="4054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19" name=""/>
            <p:cNvSpPr/>
            <p:nvPr/>
          </p:nvSpPr>
          <p:spPr>
            <a:xfrm>
              <a:off x="42840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20" name=""/>
          <p:cNvGrpSpPr/>
          <p:nvPr/>
        </p:nvGrpSpPr>
        <p:grpSpPr>
          <a:xfrm>
            <a:off x="6019920" y="6400800"/>
            <a:ext cx="461160" cy="200520"/>
            <a:chOff x="6019920" y="6400800"/>
            <a:chExt cx="461160" cy="200520"/>
          </a:xfrm>
        </p:grpSpPr>
        <p:sp>
          <p:nvSpPr>
            <p:cNvPr id="2921" name=""/>
            <p:cNvSpPr/>
            <p:nvPr/>
          </p:nvSpPr>
          <p:spPr>
            <a:xfrm>
              <a:off x="6019920" y="641520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22" name=""/>
            <p:cNvSpPr/>
            <p:nvPr/>
          </p:nvSpPr>
          <p:spPr>
            <a:xfrm>
              <a:off x="614340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23" name=""/>
          <p:cNvGrpSpPr/>
          <p:nvPr/>
        </p:nvGrpSpPr>
        <p:grpSpPr>
          <a:xfrm>
            <a:off x="3192480" y="3637080"/>
            <a:ext cx="461880" cy="200520"/>
            <a:chOff x="3192480" y="3637080"/>
            <a:chExt cx="461880" cy="200520"/>
          </a:xfrm>
        </p:grpSpPr>
        <p:sp>
          <p:nvSpPr>
            <p:cNvPr id="2924" name=""/>
            <p:cNvSpPr/>
            <p:nvPr/>
          </p:nvSpPr>
          <p:spPr>
            <a:xfrm>
              <a:off x="3192480" y="3652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25" name=""/>
            <p:cNvSpPr/>
            <p:nvPr/>
          </p:nvSpPr>
          <p:spPr>
            <a:xfrm>
              <a:off x="3316680" y="363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26" name=""/>
          <p:cNvGrpSpPr/>
          <p:nvPr/>
        </p:nvGrpSpPr>
        <p:grpSpPr>
          <a:xfrm>
            <a:off x="380880" y="6477120"/>
            <a:ext cx="461520" cy="200520"/>
            <a:chOff x="380880" y="6477120"/>
            <a:chExt cx="461520" cy="200520"/>
          </a:xfrm>
        </p:grpSpPr>
        <p:sp>
          <p:nvSpPr>
            <p:cNvPr id="2927" name=""/>
            <p:cNvSpPr/>
            <p:nvPr/>
          </p:nvSpPr>
          <p:spPr>
            <a:xfrm>
              <a:off x="380880" y="6492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28" name=""/>
            <p:cNvSpPr/>
            <p:nvPr/>
          </p:nvSpPr>
          <p:spPr>
            <a:xfrm>
              <a:off x="504720" y="6477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29" name=""/>
          <p:cNvGrpSpPr/>
          <p:nvPr/>
        </p:nvGrpSpPr>
        <p:grpSpPr>
          <a:xfrm>
            <a:off x="2468520" y="1671480"/>
            <a:ext cx="460080" cy="200520"/>
            <a:chOff x="2468520" y="1671480"/>
            <a:chExt cx="460080" cy="200520"/>
          </a:xfrm>
        </p:grpSpPr>
        <p:sp>
          <p:nvSpPr>
            <p:cNvPr id="2930" name=""/>
            <p:cNvSpPr/>
            <p:nvPr/>
          </p:nvSpPr>
          <p:spPr>
            <a:xfrm>
              <a:off x="2468520" y="16876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31" name=""/>
            <p:cNvSpPr/>
            <p:nvPr/>
          </p:nvSpPr>
          <p:spPr>
            <a:xfrm>
              <a:off x="2590920" y="1671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32" name=""/>
          <p:cNvGrpSpPr/>
          <p:nvPr/>
        </p:nvGrpSpPr>
        <p:grpSpPr>
          <a:xfrm>
            <a:off x="4114800" y="5562720"/>
            <a:ext cx="461880" cy="200520"/>
            <a:chOff x="4114800" y="5562720"/>
            <a:chExt cx="461880" cy="200520"/>
          </a:xfrm>
        </p:grpSpPr>
        <p:sp>
          <p:nvSpPr>
            <p:cNvPr id="2933" name=""/>
            <p:cNvSpPr/>
            <p:nvPr/>
          </p:nvSpPr>
          <p:spPr>
            <a:xfrm>
              <a:off x="4114800" y="5578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34" name=""/>
            <p:cNvSpPr/>
            <p:nvPr/>
          </p:nvSpPr>
          <p:spPr>
            <a:xfrm>
              <a:off x="423900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35" name=""/>
          <p:cNvGrpSpPr/>
          <p:nvPr/>
        </p:nvGrpSpPr>
        <p:grpSpPr>
          <a:xfrm>
            <a:off x="7543800" y="1219320"/>
            <a:ext cx="461880" cy="200520"/>
            <a:chOff x="7543800" y="1219320"/>
            <a:chExt cx="461880" cy="200520"/>
          </a:xfrm>
        </p:grpSpPr>
        <p:sp>
          <p:nvSpPr>
            <p:cNvPr id="2936" name=""/>
            <p:cNvSpPr/>
            <p:nvPr/>
          </p:nvSpPr>
          <p:spPr>
            <a:xfrm>
              <a:off x="7543800" y="12333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37" name=""/>
            <p:cNvSpPr/>
            <p:nvPr/>
          </p:nvSpPr>
          <p:spPr>
            <a:xfrm>
              <a:off x="766800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38" name=""/>
          <p:cNvGrpSpPr/>
          <p:nvPr/>
        </p:nvGrpSpPr>
        <p:grpSpPr>
          <a:xfrm>
            <a:off x="2841480" y="2438280"/>
            <a:ext cx="461880" cy="200520"/>
            <a:chOff x="2841480" y="2438280"/>
            <a:chExt cx="461880" cy="200520"/>
          </a:xfrm>
        </p:grpSpPr>
        <p:sp>
          <p:nvSpPr>
            <p:cNvPr id="2939" name=""/>
            <p:cNvSpPr/>
            <p:nvPr/>
          </p:nvSpPr>
          <p:spPr>
            <a:xfrm>
              <a:off x="2841480" y="2452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40" name=""/>
            <p:cNvSpPr/>
            <p:nvPr/>
          </p:nvSpPr>
          <p:spPr>
            <a:xfrm>
              <a:off x="296568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41" name="Rounded Rectangle 2940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2942" name="Oval 2941"/>
          <p:cNvSpPr/>
          <p:nvPr/>
        </p:nvSpPr>
        <p:spPr>
          <a:xfrm>
            <a:off x="2041462" y="80972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3" name="Oval 2942"/>
          <p:cNvSpPr/>
          <p:nvPr/>
        </p:nvSpPr>
        <p:spPr>
          <a:xfrm>
            <a:off x="2071462" y="83972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944" name="Rounded Rectangle 2943"/>
          <p:cNvSpPr/>
          <p:nvPr/>
        </p:nvSpPr>
        <p:spPr>
          <a:xfrm>
            <a:off x="2241462" y="82472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945" name="Oval 2944"/>
          <p:cNvSpPr/>
          <p:nvPr/>
        </p:nvSpPr>
        <p:spPr>
          <a:xfrm>
            <a:off x="1938140" y="51450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6" name="Oval 2945"/>
          <p:cNvSpPr/>
          <p:nvPr/>
        </p:nvSpPr>
        <p:spPr>
          <a:xfrm>
            <a:off x="1968140" y="51750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947" name="Rounded Rectangle 2946"/>
          <p:cNvSpPr/>
          <p:nvPr/>
        </p:nvSpPr>
        <p:spPr>
          <a:xfrm>
            <a:off x="2138140" y="51600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948" name="Oval 2947"/>
          <p:cNvSpPr/>
          <p:nvPr/>
        </p:nvSpPr>
        <p:spPr>
          <a:xfrm>
            <a:off x="3889342" y="23924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9" name="Oval 2948"/>
          <p:cNvSpPr/>
          <p:nvPr/>
        </p:nvSpPr>
        <p:spPr>
          <a:xfrm>
            <a:off x="3919342" y="24224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950" name="Rounded Rectangle 2949"/>
          <p:cNvSpPr/>
          <p:nvPr/>
        </p:nvSpPr>
        <p:spPr>
          <a:xfrm>
            <a:off x="4089342" y="24074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951" name="Oval 2950"/>
          <p:cNvSpPr/>
          <p:nvPr/>
        </p:nvSpPr>
        <p:spPr>
          <a:xfrm>
            <a:off x="5587101" y="41539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2" name="Oval 2951"/>
          <p:cNvSpPr/>
          <p:nvPr/>
        </p:nvSpPr>
        <p:spPr>
          <a:xfrm>
            <a:off x="5617101" y="41839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953" name="Rounded Rectangle 2952"/>
          <p:cNvSpPr/>
          <p:nvPr/>
        </p:nvSpPr>
        <p:spPr>
          <a:xfrm>
            <a:off x="5787101" y="41689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954" name="Oval 2953"/>
          <p:cNvSpPr/>
          <p:nvPr/>
        </p:nvSpPr>
        <p:spPr>
          <a:xfrm>
            <a:off x="1242981" y="30883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5" name="Oval 2954"/>
          <p:cNvSpPr/>
          <p:nvPr/>
        </p:nvSpPr>
        <p:spPr>
          <a:xfrm>
            <a:off x="1272981" y="31183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956" name="Rounded Rectangle 2955"/>
          <p:cNvSpPr/>
          <p:nvPr/>
        </p:nvSpPr>
        <p:spPr>
          <a:xfrm>
            <a:off x="1442981" y="31033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957" name="Oval 2956"/>
          <p:cNvSpPr/>
          <p:nvPr/>
        </p:nvSpPr>
        <p:spPr>
          <a:xfrm>
            <a:off x="8178018" y="61364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8" name="Oval 2957"/>
          <p:cNvSpPr/>
          <p:nvPr/>
        </p:nvSpPr>
        <p:spPr>
          <a:xfrm>
            <a:off x="8208018" y="61664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959" name="Rounded Rectangle 2958"/>
          <p:cNvSpPr/>
          <p:nvPr/>
        </p:nvSpPr>
        <p:spPr>
          <a:xfrm>
            <a:off x="8378018" y="61514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960" name="Oval 2959"/>
          <p:cNvSpPr/>
          <p:nvPr/>
        </p:nvSpPr>
        <p:spPr>
          <a:xfrm>
            <a:off x="5892020" y="42092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1" name="Oval 2960"/>
          <p:cNvSpPr/>
          <p:nvPr/>
        </p:nvSpPr>
        <p:spPr>
          <a:xfrm>
            <a:off x="5922020" y="45092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962" name="Rounded Rectangle 2961"/>
          <p:cNvSpPr/>
          <p:nvPr/>
        </p:nvSpPr>
        <p:spPr>
          <a:xfrm>
            <a:off x="6092020" y="43592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963" name="Oval 2962"/>
          <p:cNvSpPr/>
          <p:nvPr/>
        </p:nvSpPr>
        <p:spPr>
          <a:xfrm>
            <a:off x="7567820" y="23251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4" name="Oval 2963"/>
          <p:cNvSpPr/>
          <p:nvPr/>
        </p:nvSpPr>
        <p:spPr>
          <a:xfrm>
            <a:off x="7597820" y="23551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965" name="Rounded Rectangle 2964"/>
          <p:cNvSpPr/>
          <p:nvPr/>
        </p:nvSpPr>
        <p:spPr>
          <a:xfrm>
            <a:off x="7767820" y="23401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966" name="Oval 2965"/>
          <p:cNvSpPr/>
          <p:nvPr/>
        </p:nvSpPr>
        <p:spPr>
          <a:xfrm>
            <a:off x="4825160" y="12577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7" name="Oval 2966"/>
          <p:cNvSpPr/>
          <p:nvPr/>
        </p:nvSpPr>
        <p:spPr>
          <a:xfrm>
            <a:off x="4855160" y="12877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968" name="Rounded Rectangle 2967"/>
          <p:cNvSpPr/>
          <p:nvPr/>
        </p:nvSpPr>
        <p:spPr>
          <a:xfrm>
            <a:off x="5025160" y="12727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969" name="Oval 2968"/>
          <p:cNvSpPr/>
          <p:nvPr/>
        </p:nvSpPr>
        <p:spPr>
          <a:xfrm>
            <a:off x="2690901" y="56029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0" name="Oval 2969"/>
          <p:cNvSpPr/>
          <p:nvPr/>
        </p:nvSpPr>
        <p:spPr>
          <a:xfrm>
            <a:off x="2720901" y="56329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971" name="Rounded Rectangle 2970"/>
          <p:cNvSpPr/>
          <p:nvPr/>
        </p:nvSpPr>
        <p:spPr>
          <a:xfrm>
            <a:off x="2890901" y="56179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972" name="Oval 2971"/>
          <p:cNvSpPr/>
          <p:nvPr/>
        </p:nvSpPr>
        <p:spPr>
          <a:xfrm>
            <a:off x="5282540" y="50697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3" name="Oval 2972"/>
          <p:cNvSpPr/>
          <p:nvPr/>
        </p:nvSpPr>
        <p:spPr>
          <a:xfrm>
            <a:off x="5312540" y="50997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974" name="Rounded Rectangle 2973"/>
          <p:cNvSpPr/>
          <p:nvPr/>
        </p:nvSpPr>
        <p:spPr>
          <a:xfrm>
            <a:off x="5482540" y="50847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975" name="Oval 2974"/>
          <p:cNvSpPr/>
          <p:nvPr/>
        </p:nvSpPr>
        <p:spPr>
          <a:xfrm>
            <a:off x="6196220" y="29346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6" name="Oval 2975"/>
          <p:cNvSpPr/>
          <p:nvPr/>
        </p:nvSpPr>
        <p:spPr>
          <a:xfrm>
            <a:off x="6226220" y="29646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977" name="Rounded Rectangle 2976"/>
          <p:cNvSpPr/>
          <p:nvPr/>
        </p:nvSpPr>
        <p:spPr>
          <a:xfrm>
            <a:off x="6396220" y="29496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978" name="Oval 2977"/>
          <p:cNvSpPr/>
          <p:nvPr/>
        </p:nvSpPr>
        <p:spPr>
          <a:xfrm>
            <a:off x="253159" y="400310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9" name="Oval 2978"/>
          <p:cNvSpPr/>
          <p:nvPr/>
        </p:nvSpPr>
        <p:spPr>
          <a:xfrm>
            <a:off x="283159" y="403310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980" name="Rounded Rectangle 2979"/>
          <p:cNvSpPr/>
          <p:nvPr/>
        </p:nvSpPr>
        <p:spPr>
          <a:xfrm>
            <a:off x="453159" y="401810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981" name="Oval 2980"/>
          <p:cNvSpPr/>
          <p:nvPr/>
        </p:nvSpPr>
        <p:spPr>
          <a:xfrm>
            <a:off x="5968161" y="636362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2" name="Oval 2981"/>
          <p:cNvSpPr/>
          <p:nvPr/>
        </p:nvSpPr>
        <p:spPr>
          <a:xfrm>
            <a:off x="5998161" y="639362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983" name="Rounded Rectangle 2982"/>
          <p:cNvSpPr/>
          <p:nvPr/>
        </p:nvSpPr>
        <p:spPr>
          <a:xfrm>
            <a:off x="6168161" y="637862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984" name="Oval 2983"/>
          <p:cNvSpPr/>
          <p:nvPr/>
        </p:nvSpPr>
        <p:spPr>
          <a:xfrm>
            <a:off x="3140901" y="36013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5" name="Oval 2984"/>
          <p:cNvSpPr/>
          <p:nvPr/>
        </p:nvSpPr>
        <p:spPr>
          <a:xfrm>
            <a:off x="3170901" y="36313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986" name="Rounded Rectangle 2985"/>
          <p:cNvSpPr/>
          <p:nvPr/>
        </p:nvSpPr>
        <p:spPr>
          <a:xfrm>
            <a:off x="3340901" y="36163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987" name="Oval 2986"/>
          <p:cNvSpPr/>
          <p:nvPr/>
        </p:nvSpPr>
        <p:spPr>
          <a:xfrm>
            <a:off x="329300" y="64080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8" name="Oval 2987"/>
          <p:cNvSpPr/>
          <p:nvPr/>
        </p:nvSpPr>
        <p:spPr>
          <a:xfrm>
            <a:off x="359300" y="64380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989" name="Rounded Rectangle 2988"/>
          <p:cNvSpPr/>
          <p:nvPr/>
        </p:nvSpPr>
        <p:spPr>
          <a:xfrm>
            <a:off x="529300" y="64230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990" name="Oval 2989"/>
          <p:cNvSpPr/>
          <p:nvPr/>
        </p:nvSpPr>
        <p:spPr>
          <a:xfrm>
            <a:off x="2416221" y="163610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1" name="Oval 2990"/>
          <p:cNvSpPr/>
          <p:nvPr/>
        </p:nvSpPr>
        <p:spPr>
          <a:xfrm>
            <a:off x="2446221" y="166610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992" name="Rounded Rectangle 2991"/>
          <p:cNvSpPr/>
          <p:nvPr/>
        </p:nvSpPr>
        <p:spPr>
          <a:xfrm>
            <a:off x="2616221" y="165110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993" name="Oval 2992"/>
          <p:cNvSpPr/>
          <p:nvPr/>
        </p:nvSpPr>
        <p:spPr>
          <a:xfrm>
            <a:off x="4063218" y="55269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4" name="Oval 2993"/>
          <p:cNvSpPr/>
          <p:nvPr/>
        </p:nvSpPr>
        <p:spPr>
          <a:xfrm>
            <a:off x="4093218" y="55569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995" name="Rounded Rectangle 2994"/>
          <p:cNvSpPr/>
          <p:nvPr/>
        </p:nvSpPr>
        <p:spPr>
          <a:xfrm>
            <a:off x="4263218" y="55419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996" name="Oval 2995"/>
          <p:cNvSpPr/>
          <p:nvPr/>
        </p:nvSpPr>
        <p:spPr>
          <a:xfrm>
            <a:off x="7492218" y="118160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7" name="Oval 2996"/>
          <p:cNvSpPr/>
          <p:nvPr/>
        </p:nvSpPr>
        <p:spPr>
          <a:xfrm>
            <a:off x="7522218" y="121160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998" name="Rounded Rectangle 2997"/>
          <p:cNvSpPr/>
          <p:nvPr/>
        </p:nvSpPr>
        <p:spPr>
          <a:xfrm>
            <a:off x="7692218" y="119660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999" name="Oval 2998"/>
          <p:cNvSpPr/>
          <p:nvPr/>
        </p:nvSpPr>
        <p:spPr>
          <a:xfrm>
            <a:off x="2789902" y="240110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" name="Oval 2999"/>
          <p:cNvSpPr/>
          <p:nvPr/>
        </p:nvSpPr>
        <p:spPr>
          <a:xfrm>
            <a:off x="2819902" y="243110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001" name="Rounded Rectangle 3000"/>
          <p:cNvSpPr/>
          <p:nvPr/>
        </p:nvSpPr>
        <p:spPr>
          <a:xfrm>
            <a:off x="2989902" y="241610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"/>
          <p:cNvSpPr/>
          <p:nvPr/>
        </p:nvSpPr>
        <p:spPr>
          <a:xfrm>
            <a:off x="3110760" y="50760"/>
            <a:ext cx="29224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30: GMMX | RWY 10 | STAR BGA7A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2" name=""/>
          <p:cNvSpPr/>
          <p:nvPr/>
        </p:nvSpPr>
        <p:spPr>
          <a:xfrm flipH="1">
            <a:off x="5716440" y="2249640"/>
            <a:ext cx="1525680" cy="407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3" name=""/>
          <p:cNvSpPr/>
          <p:nvPr/>
        </p:nvSpPr>
        <p:spPr>
          <a:xfrm flipH="1" flipV="1">
            <a:off x="4971960" y="2295360"/>
            <a:ext cx="744480" cy="362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4" name=""/>
          <p:cNvSpPr/>
          <p:nvPr/>
        </p:nvSpPr>
        <p:spPr>
          <a:xfrm flipH="1" flipV="1">
            <a:off x="4033800" y="2196720"/>
            <a:ext cx="938160" cy="98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5" name=""/>
          <p:cNvSpPr/>
          <p:nvPr/>
        </p:nvSpPr>
        <p:spPr>
          <a:xfrm flipH="1">
            <a:off x="3219480" y="2197080"/>
            <a:ext cx="814320" cy="233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6" name=""/>
          <p:cNvSpPr/>
          <p:nvPr/>
        </p:nvSpPr>
        <p:spPr>
          <a:xfrm flipH="1">
            <a:off x="2441160" y="2430360"/>
            <a:ext cx="777960" cy="565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7" name=""/>
          <p:cNvSpPr/>
          <p:nvPr/>
        </p:nvSpPr>
        <p:spPr>
          <a:xfrm flipH="1">
            <a:off x="1901520" y="2995560"/>
            <a:ext cx="539640" cy="933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8" name=""/>
          <p:cNvSpPr/>
          <p:nvPr/>
        </p:nvSpPr>
        <p:spPr>
          <a:xfrm>
            <a:off x="1901880" y="3929040"/>
            <a:ext cx="1887480" cy="725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9" name=""/>
          <p:cNvSpPr/>
          <p:nvPr/>
        </p:nvSpPr>
        <p:spPr>
          <a:xfrm>
            <a:off x="3789360" y="4654440"/>
            <a:ext cx="495360" cy="77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0960" bIns="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0" name=""/>
          <p:cNvSpPr/>
          <p:nvPr/>
        </p:nvSpPr>
        <p:spPr>
          <a:xfrm>
            <a:off x="4284720" y="4732200"/>
            <a:ext cx="512640" cy="81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51" name=""/>
          <p:cNvGrpSpPr/>
          <p:nvPr/>
        </p:nvGrpSpPr>
        <p:grpSpPr>
          <a:xfrm>
            <a:off x="7178760" y="2185920"/>
            <a:ext cx="612720" cy="200520"/>
            <a:chOff x="7178760" y="2185920"/>
            <a:chExt cx="612720" cy="200520"/>
          </a:xfrm>
        </p:grpSpPr>
        <p:sp>
          <p:nvSpPr>
            <p:cNvPr id="2952" name=""/>
            <p:cNvSpPr/>
            <p:nvPr/>
          </p:nvSpPr>
          <p:spPr>
            <a:xfrm>
              <a:off x="7178760" y="218592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53" name=""/>
            <p:cNvSpPr/>
            <p:nvPr/>
          </p:nvSpPr>
          <p:spPr>
            <a:xfrm>
              <a:off x="7277040" y="2185920"/>
              <a:ext cx="514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OBOGA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54" name=""/>
          <p:cNvGrpSpPr/>
          <p:nvPr/>
        </p:nvGrpSpPr>
        <p:grpSpPr>
          <a:xfrm>
            <a:off x="5665680" y="2593800"/>
            <a:ext cx="562320" cy="200520"/>
            <a:chOff x="5665680" y="2593800"/>
            <a:chExt cx="562320" cy="200520"/>
          </a:xfrm>
        </p:grpSpPr>
        <p:sp>
          <p:nvSpPr>
            <p:cNvPr id="2955" name=""/>
            <p:cNvSpPr/>
            <p:nvPr/>
          </p:nvSpPr>
          <p:spPr>
            <a:xfrm>
              <a:off x="5665680" y="26067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56" name=""/>
            <p:cNvSpPr/>
            <p:nvPr/>
          </p:nvSpPr>
          <p:spPr>
            <a:xfrm>
              <a:off x="5763960" y="25938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D032M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57" name=""/>
          <p:cNvGrpSpPr/>
          <p:nvPr/>
        </p:nvGrpSpPr>
        <p:grpSpPr>
          <a:xfrm>
            <a:off x="4921200" y="2232000"/>
            <a:ext cx="562320" cy="200520"/>
            <a:chOff x="4921200" y="2232000"/>
            <a:chExt cx="562320" cy="200520"/>
          </a:xfrm>
        </p:grpSpPr>
        <p:sp>
          <p:nvSpPr>
            <p:cNvPr id="2958" name=""/>
            <p:cNvSpPr/>
            <p:nvPr/>
          </p:nvSpPr>
          <p:spPr>
            <a:xfrm>
              <a:off x="4921200" y="22446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59" name=""/>
            <p:cNvSpPr/>
            <p:nvPr/>
          </p:nvSpPr>
          <p:spPr>
            <a:xfrm>
              <a:off x="5019480" y="22320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D013M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0" name=""/>
          <p:cNvGrpSpPr/>
          <p:nvPr/>
        </p:nvGrpSpPr>
        <p:grpSpPr>
          <a:xfrm>
            <a:off x="3983040" y="2133720"/>
            <a:ext cx="594000" cy="200520"/>
            <a:chOff x="3983040" y="2133720"/>
            <a:chExt cx="594000" cy="200520"/>
          </a:xfrm>
        </p:grpSpPr>
        <p:sp>
          <p:nvSpPr>
            <p:cNvPr id="2961" name=""/>
            <p:cNvSpPr/>
            <p:nvPr/>
          </p:nvSpPr>
          <p:spPr>
            <a:xfrm>
              <a:off x="3983040" y="2146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62" name=""/>
            <p:cNvSpPr/>
            <p:nvPr/>
          </p:nvSpPr>
          <p:spPr>
            <a:xfrm>
              <a:off x="4113000" y="213372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D354M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3" name=""/>
          <p:cNvGrpSpPr/>
          <p:nvPr/>
        </p:nvGrpSpPr>
        <p:grpSpPr>
          <a:xfrm>
            <a:off x="3168720" y="2367000"/>
            <a:ext cx="594000" cy="200520"/>
            <a:chOff x="3168720" y="2367000"/>
            <a:chExt cx="594000" cy="200520"/>
          </a:xfrm>
        </p:grpSpPr>
        <p:sp>
          <p:nvSpPr>
            <p:cNvPr id="2964" name=""/>
            <p:cNvSpPr/>
            <p:nvPr/>
          </p:nvSpPr>
          <p:spPr>
            <a:xfrm>
              <a:off x="3168720" y="23796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65" name=""/>
            <p:cNvSpPr/>
            <p:nvPr/>
          </p:nvSpPr>
          <p:spPr>
            <a:xfrm>
              <a:off x="3298680" y="23670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D332M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6" name=""/>
          <p:cNvGrpSpPr/>
          <p:nvPr/>
        </p:nvGrpSpPr>
        <p:grpSpPr>
          <a:xfrm>
            <a:off x="2390760" y="2932200"/>
            <a:ext cx="594000" cy="200520"/>
            <a:chOff x="2390760" y="2932200"/>
            <a:chExt cx="594000" cy="200520"/>
          </a:xfrm>
        </p:grpSpPr>
        <p:sp>
          <p:nvSpPr>
            <p:cNvPr id="2967" name=""/>
            <p:cNvSpPr/>
            <p:nvPr/>
          </p:nvSpPr>
          <p:spPr>
            <a:xfrm>
              <a:off x="2390760" y="2944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68" name=""/>
            <p:cNvSpPr/>
            <p:nvPr/>
          </p:nvSpPr>
          <p:spPr>
            <a:xfrm>
              <a:off x="2520720" y="29322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D310M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9" name=""/>
          <p:cNvGrpSpPr/>
          <p:nvPr/>
        </p:nvGrpSpPr>
        <p:grpSpPr>
          <a:xfrm>
            <a:off x="1860480" y="3865680"/>
            <a:ext cx="573480" cy="200520"/>
            <a:chOff x="1860480" y="3865680"/>
            <a:chExt cx="573480" cy="200520"/>
          </a:xfrm>
        </p:grpSpPr>
        <p:sp>
          <p:nvSpPr>
            <p:cNvPr id="2970" name=""/>
            <p:cNvSpPr/>
            <p:nvPr/>
          </p:nvSpPr>
          <p:spPr>
            <a:xfrm>
              <a:off x="1860480" y="38894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71" name=""/>
            <p:cNvSpPr/>
            <p:nvPr/>
          </p:nvSpPr>
          <p:spPr>
            <a:xfrm>
              <a:off x="1969920" y="386568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D288M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72" name=""/>
          <p:cNvGrpSpPr/>
          <p:nvPr/>
        </p:nvGrpSpPr>
        <p:grpSpPr>
          <a:xfrm>
            <a:off x="3747960" y="4591080"/>
            <a:ext cx="477000" cy="200520"/>
            <a:chOff x="3747960" y="4591080"/>
            <a:chExt cx="477000" cy="200520"/>
          </a:xfrm>
        </p:grpSpPr>
        <p:sp>
          <p:nvSpPr>
            <p:cNvPr id="2973" name=""/>
            <p:cNvSpPr/>
            <p:nvPr/>
          </p:nvSpPr>
          <p:spPr>
            <a:xfrm>
              <a:off x="3747960" y="4613400"/>
              <a:ext cx="828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74" name=""/>
            <p:cNvSpPr/>
            <p:nvPr/>
          </p:nvSpPr>
          <p:spPr>
            <a:xfrm>
              <a:off x="3858480" y="459108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75" name=""/>
          <p:cNvGrpSpPr/>
          <p:nvPr/>
        </p:nvGrpSpPr>
        <p:grpSpPr>
          <a:xfrm>
            <a:off x="4233960" y="4668840"/>
            <a:ext cx="500760" cy="200520"/>
            <a:chOff x="4233960" y="4668840"/>
            <a:chExt cx="500760" cy="200520"/>
          </a:xfrm>
        </p:grpSpPr>
        <p:sp>
          <p:nvSpPr>
            <p:cNvPr id="2976" name=""/>
            <p:cNvSpPr/>
            <p:nvPr/>
          </p:nvSpPr>
          <p:spPr>
            <a:xfrm>
              <a:off x="4233960" y="46814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77" name=""/>
            <p:cNvSpPr/>
            <p:nvPr/>
          </p:nvSpPr>
          <p:spPr>
            <a:xfrm>
              <a:off x="4363560" y="466884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MAK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78" name=""/>
          <p:cNvGrpSpPr/>
          <p:nvPr/>
        </p:nvGrpSpPr>
        <p:grpSpPr>
          <a:xfrm>
            <a:off x="4734000" y="4749840"/>
            <a:ext cx="580320" cy="200520"/>
            <a:chOff x="4734000" y="4749840"/>
            <a:chExt cx="580320" cy="200520"/>
          </a:xfrm>
        </p:grpSpPr>
        <p:sp>
          <p:nvSpPr>
            <p:cNvPr id="2979" name=""/>
            <p:cNvSpPr/>
            <p:nvPr/>
          </p:nvSpPr>
          <p:spPr>
            <a:xfrm>
              <a:off x="4734000" y="47498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0" name=""/>
            <p:cNvSpPr/>
            <p:nvPr/>
          </p:nvSpPr>
          <p:spPr>
            <a:xfrm>
              <a:off x="4888080" y="47498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81" name=""/>
          <p:cNvGrpSpPr/>
          <p:nvPr/>
        </p:nvGrpSpPr>
        <p:grpSpPr>
          <a:xfrm>
            <a:off x="4876920" y="6400800"/>
            <a:ext cx="460080" cy="200520"/>
            <a:chOff x="4876920" y="6400800"/>
            <a:chExt cx="460080" cy="200520"/>
          </a:xfrm>
        </p:grpSpPr>
        <p:sp>
          <p:nvSpPr>
            <p:cNvPr id="2982" name=""/>
            <p:cNvSpPr/>
            <p:nvPr/>
          </p:nvSpPr>
          <p:spPr>
            <a:xfrm>
              <a:off x="4876920" y="6416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3" name=""/>
            <p:cNvSpPr/>
            <p:nvPr/>
          </p:nvSpPr>
          <p:spPr>
            <a:xfrm>
              <a:off x="499932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84" name=""/>
          <p:cNvGrpSpPr/>
          <p:nvPr/>
        </p:nvGrpSpPr>
        <p:grpSpPr>
          <a:xfrm>
            <a:off x="457200" y="1066680"/>
            <a:ext cx="461520" cy="200520"/>
            <a:chOff x="457200" y="1066680"/>
            <a:chExt cx="461520" cy="200520"/>
          </a:xfrm>
        </p:grpSpPr>
        <p:sp>
          <p:nvSpPr>
            <p:cNvPr id="2985" name=""/>
            <p:cNvSpPr/>
            <p:nvPr/>
          </p:nvSpPr>
          <p:spPr>
            <a:xfrm>
              <a:off x="457200" y="1082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6" name=""/>
            <p:cNvSpPr/>
            <p:nvPr/>
          </p:nvSpPr>
          <p:spPr>
            <a:xfrm>
              <a:off x="58104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87" name=""/>
          <p:cNvGrpSpPr/>
          <p:nvPr/>
        </p:nvGrpSpPr>
        <p:grpSpPr>
          <a:xfrm>
            <a:off x="7391520" y="4724280"/>
            <a:ext cx="461160" cy="200520"/>
            <a:chOff x="7391520" y="4724280"/>
            <a:chExt cx="461160" cy="200520"/>
          </a:xfrm>
        </p:grpSpPr>
        <p:sp>
          <p:nvSpPr>
            <p:cNvPr id="2988" name=""/>
            <p:cNvSpPr/>
            <p:nvPr/>
          </p:nvSpPr>
          <p:spPr>
            <a:xfrm>
              <a:off x="7391520" y="47401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9" name=""/>
            <p:cNvSpPr/>
            <p:nvPr/>
          </p:nvSpPr>
          <p:spPr>
            <a:xfrm>
              <a:off x="75150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90" name=""/>
          <p:cNvGrpSpPr/>
          <p:nvPr/>
        </p:nvGrpSpPr>
        <p:grpSpPr>
          <a:xfrm>
            <a:off x="533520" y="6172200"/>
            <a:ext cx="460080" cy="200520"/>
            <a:chOff x="533520" y="6172200"/>
            <a:chExt cx="460080" cy="200520"/>
          </a:xfrm>
        </p:grpSpPr>
        <p:sp>
          <p:nvSpPr>
            <p:cNvPr id="2991" name=""/>
            <p:cNvSpPr/>
            <p:nvPr/>
          </p:nvSpPr>
          <p:spPr>
            <a:xfrm>
              <a:off x="533520" y="61866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92" name=""/>
            <p:cNvSpPr/>
            <p:nvPr/>
          </p:nvSpPr>
          <p:spPr>
            <a:xfrm>
              <a:off x="65592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93" name=""/>
          <p:cNvGrpSpPr/>
          <p:nvPr/>
        </p:nvGrpSpPr>
        <p:grpSpPr>
          <a:xfrm>
            <a:off x="8299440" y="3616200"/>
            <a:ext cx="460080" cy="200520"/>
            <a:chOff x="8299440" y="3616200"/>
            <a:chExt cx="460080" cy="200520"/>
          </a:xfrm>
        </p:grpSpPr>
        <p:sp>
          <p:nvSpPr>
            <p:cNvPr id="2994" name=""/>
            <p:cNvSpPr/>
            <p:nvPr/>
          </p:nvSpPr>
          <p:spPr>
            <a:xfrm>
              <a:off x="8299440" y="36320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95" name=""/>
            <p:cNvSpPr/>
            <p:nvPr/>
          </p:nvSpPr>
          <p:spPr>
            <a:xfrm>
              <a:off x="8421840" y="3616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96" name=""/>
          <p:cNvGrpSpPr/>
          <p:nvPr/>
        </p:nvGrpSpPr>
        <p:grpSpPr>
          <a:xfrm>
            <a:off x="544680" y="3051000"/>
            <a:ext cx="461520" cy="200520"/>
            <a:chOff x="544680" y="3051000"/>
            <a:chExt cx="461520" cy="200520"/>
          </a:xfrm>
        </p:grpSpPr>
        <p:sp>
          <p:nvSpPr>
            <p:cNvPr id="2997" name=""/>
            <p:cNvSpPr/>
            <p:nvPr/>
          </p:nvSpPr>
          <p:spPr>
            <a:xfrm>
              <a:off x="544680" y="3067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98" name=""/>
            <p:cNvSpPr/>
            <p:nvPr/>
          </p:nvSpPr>
          <p:spPr>
            <a:xfrm>
              <a:off x="668520" y="3051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99" name=""/>
          <p:cNvGrpSpPr/>
          <p:nvPr/>
        </p:nvGrpSpPr>
        <p:grpSpPr>
          <a:xfrm>
            <a:off x="2971800" y="5562720"/>
            <a:ext cx="461520" cy="200520"/>
            <a:chOff x="2971800" y="5562720"/>
            <a:chExt cx="461520" cy="200520"/>
          </a:xfrm>
        </p:grpSpPr>
        <p:sp>
          <p:nvSpPr>
            <p:cNvPr id="3000" name=""/>
            <p:cNvSpPr/>
            <p:nvPr/>
          </p:nvSpPr>
          <p:spPr>
            <a:xfrm>
              <a:off x="2971800" y="55785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01" name=""/>
            <p:cNvSpPr/>
            <p:nvPr/>
          </p:nvSpPr>
          <p:spPr>
            <a:xfrm>
              <a:off x="309564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02" name=""/>
          <p:cNvGrpSpPr/>
          <p:nvPr/>
        </p:nvGrpSpPr>
        <p:grpSpPr>
          <a:xfrm>
            <a:off x="8229600" y="1066680"/>
            <a:ext cx="461880" cy="200520"/>
            <a:chOff x="8229600" y="1066680"/>
            <a:chExt cx="461880" cy="200520"/>
          </a:xfrm>
        </p:grpSpPr>
        <p:sp>
          <p:nvSpPr>
            <p:cNvPr id="3003" name=""/>
            <p:cNvSpPr/>
            <p:nvPr/>
          </p:nvSpPr>
          <p:spPr>
            <a:xfrm>
              <a:off x="8229600" y="10825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04" name=""/>
            <p:cNvSpPr/>
            <p:nvPr/>
          </p:nvSpPr>
          <p:spPr>
            <a:xfrm>
              <a:off x="835380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05" name=""/>
          <p:cNvGrpSpPr/>
          <p:nvPr/>
        </p:nvGrpSpPr>
        <p:grpSpPr>
          <a:xfrm>
            <a:off x="3048120" y="1447920"/>
            <a:ext cx="461520" cy="200520"/>
            <a:chOff x="3048120" y="1447920"/>
            <a:chExt cx="461520" cy="200520"/>
          </a:xfrm>
        </p:grpSpPr>
        <p:sp>
          <p:nvSpPr>
            <p:cNvPr id="3006" name=""/>
            <p:cNvSpPr/>
            <p:nvPr/>
          </p:nvSpPr>
          <p:spPr>
            <a:xfrm>
              <a:off x="3048120" y="1461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07" name=""/>
            <p:cNvSpPr/>
            <p:nvPr/>
          </p:nvSpPr>
          <p:spPr>
            <a:xfrm>
              <a:off x="317196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08" name=""/>
          <p:cNvGrpSpPr/>
          <p:nvPr/>
        </p:nvGrpSpPr>
        <p:grpSpPr>
          <a:xfrm>
            <a:off x="5904000" y="5221440"/>
            <a:ext cx="461520" cy="200520"/>
            <a:chOff x="5904000" y="5221440"/>
            <a:chExt cx="461520" cy="200520"/>
          </a:xfrm>
        </p:grpSpPr>
        <p:sp>
          <p:nvSpPr>
            <p:cNvPr id="3009" name=""/>
            <p:cNvSpPr/>
            <p:nvPr/>
          </p:nvSpPr>
          <p:spPr>
            <a:xfrm>
              <a:off x="5904000" y="523728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0" name=""/>
            <p:cNvSpPr/>
            <p:nvPr/>
          </p:nvSpPr>
          <p:spPr>
            <a:xfrm>
              <a:off x="6027840" y="5221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11" name=""/>
          <p:cNvGrpSpPr/>
          <p:nvPr/>
        </p:nvGrpSpPr>
        <p:grpSpPr>
          <a:xfrm>
            <a:off x="4344840" y="3257640"/>
            <a:ext cx="461880" cy="200520"/>
            <a:chOff x="4344840" y="3257640"/>
            <a:chExt cx="461880" cy="200520"/>
          </a:xfrm>
        </p:grpSpPr>
        <p:sp>
          <p:nvSpPr>
            <p:cNvPr id="3012" name=""/>
            <p:cNvSpPr/>
            <p:nvPr/>
          </p:nvSpPr>
          <p:spPr>
            <a:xfrm>
              <a:off x="4344840" y="3273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3" name=""/>
            <p:cNvSpPr/>
            <p:nvPr/>
          </p:nvSpPr>
          <p:spPr>
            <a:xfrm>
              <a:off x="4469040" y="3257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14" name=""/>
          <p:cNvGrpSpPr/>
          <p:nvPr/>
        </p:nvGrpSpPr>
        <p:grpSpPr>
          <a:xfrm>
            <a:off x="6696000" y="3241800"/>
            <a:ext cx="461880" cy="200520"/>
            <a:chOff x="6696000" y="3241800"/>
            <a:chExt cx="461880" cy="200520"/>
          </a:xfrm>
        </p:grpSpPr>
        <p:sp>
          <p:nvSpPr>
            <p:cNvPr id="3015" name=""/>
            <p:cNvSpPr/>
            <p:nvPr/>
          </p:nvSpPr>
          <p:spPr>
            <a:xfrm>
              <a:off x="6696000" y="3255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6" name=""/>
            <p:cNvSpPr/>
            <p:nvPr/>
          </p:nvSpPr>
          <p:spPr>
            <a:xfrm>
              <a:off x="6820200" y="324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17" name=""/>
          <p:cNvGrpSpPr/>
          <p:nvPr/>
        </p:nvGrpSpPr>
        <p:grpSpPr>
          <a:xfrm>
            <a:off x="2819520" y="4800600"/>
            <a:ext cx="461160" cy="200520"/>
            <a:chOff x="2819520" y="4800600"/>
            <a:chExt cx="461160" cy="200520"/>
          </a:xfrm>
        </p:grpSpPr>
        <p:sp>
          <p:nvSpPr>
            <p:cNvPr id="3018" name=""/>
            <p:cNvSpPr/>
            <p:nvPr/>
          </p:nvSpPr>
          <p:spPr>
            <a:xfrm>
              <a:off x="2819520" y="48146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9" name=""/>
            <p:cNvSpPr/>
            <p:nvPr/>
          </p:nvSpPr>
          <p:spPr>
            <a:xfrm>
              <a:off x="2943000" y="4800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20" name=""/>
          <p:cNvGrpSpPr/>
          <p:nvPr/>
        </p:nvGrpSpPr>
        <p:grpSpPr>
          <a:xfrm>
            <a:off x="5529240" y="4043520"/>
            <a:ext cx="461880" cy="200520"/>
            <a:chOff x="5529240" y="4043520"/>
            <a:chExt cx="461880" cy="200520"/>
          </a:xfrm>
        </p:grpSpPr>
        <p:sp>
          <p:nvSpPr>
            <p:cNvPr id="3021" name=""/>
            <p:cNvSpPr/>
            <p:nvPr/>
          </p:nvSpPr>
          <p:spPr>
            <a:xfrm>
              <a:off x="5529240" y="40593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2" name=""/>
            <p:cNvSpPr/>
            <p:nvPr/>
          </p:nvSpPr>
          <p:spPr>
            <a:xfrm>
              <a:off x="5653440" y="404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23" name=""/>
          <p:cNvGrpSpPr/>
          <p:nvPr/>
        </p:nvGrpSpPr>
        <p:grpSpPr>
          <a:xfrm>
            <a:off x="7848720" y="6172200"/>
            <a:ext cx="461160" cy="200520"/>
            <a:chOff x="7848720" y="6172200"/>
            <a:chExt cx="461160" cy="200520"/>
          </a:xfrm>
        </p:grpSpPr>
        <p:sp>
          <p:nvSpPr>
            <p:cNvPr id="3024" name=""/>
            <p:cNvSpPr/>
            <p:nvPr/>
          </p:nvSpPr>
          <p:spPr>
            <a:xfrm>
              <a:off x="7848720" y="618804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5" name=""/>
            <p:cNvSpPr/>
            <p:nvPr/>
          </p:nvSpPr>
          <p:spPr>
            <a:xfrm>
              <a:off x="797220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26" name=""/>
          <p:cNvGrpSpPr/>
          <p:nvPr/>
        </p:nvGrpSpPr>
        <p:grpSpPr>
          <a:xfrm>
            <a:off x="704880" y="4017960"/>
            <a:ext cx="461520" cy="200520"/>
            <a:chOff x="704880" y="4017960"/>
            <a:chExt cx="461520" cy="200520"/>
          </a:xfrm>
        </p:grpSpPr>
        <p:sp>
          <p:nvSpPr>
            <p:cNvPr id="3027" name=""/>
            <p:cNvSpPr/>
            <p:nvPr/>
          </p:nvSpPr>
          <p:spPr>
            <a:xfrm>
              <a:off x="704880" y="403380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8" name=""/>
            <p:cNvSpPr/>
            <p:nvPr/>
          </p:nvSpPr>
          <p:spPr>
            <a:xfrm>
              <a:off x="828720" y="4017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29" name=""/>
          <p:cNvGrpSpPr/>
          <p:nvPr/>
        </p:nvGrpSpPr>
        <p:grpSpPr>
          <a:xfrm>
            <a:off x="3200400" y="3809880"/>
            <a:ext cx="460080" cy="200520"/>
            <a:chOff x="3200400" y="3809880"/>
            <a:chExt cx="460080" cy="200520"/>
          </a:xfrm>
        </p:grpSpPr>
        <p:sp>
          <p:nvSpPr>
            <p:cNvPr id="3030" name=""/>
            <p:cNvSpPr/>
            <p:nvPr/>
          </p:nvSpPr>
          <p:spPr>
            <a:xfrm>
              <a:off x="3200400" y="38257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31" name=""/>
            <p:cNvSpPr/>
            <p:nvPr/>
          </p:nvSpPr>
          <p:spPr>
            <a:xfrm>
              <a:off x="332280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32" name=""/>
          <p:cNvGrpSpPr/>
          <p:nvPr/>
        </p:nvGrpSpPr>
        <p:grpSpPr>
          <a:xfrm>
            <a:off x="5486400" y="1447920"/>
            <a:ext cx="461520" cy="200520"/>
            <a:chOff x="5486400" y="1447920"/>
            <a:chExt cx="461520" cy="200520"/>
          </a:xfrm>
        </p:grpSpPr>
        <p:sp>
          <p:nvSpPr>
            <p:cNvPr id="3033" name=""/>
            <p:cNvSpPr/>
            <p:nvPr/>
          </p:nvSpPr>
          <p:spPr>
            <a:xfrm>
              <a:off x="5486400" y="1463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34" name=""/>
            <p:cNvSpPr/>
            <p:nvPr/>
          </p:nvSpPr>
          <p:spPr>
            <a:xfrm>
              <a:off x="561024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35" name=""/>
          <p:cNvGrpSpPr/>
          <p:nvPr/>
        </p:nvGrpSpPr>
        <p:grpSpPr>
          <a:xfrm>
            <a:off x="1600200" y="2514600"/>
            <a:ext cx="461520" cy="200520"/>
            <a:chOff x="1600200" y="2514600"/>
            <a:chExt cx="461520" cy="200520"/>
          </a:xfrm>
        </p:grpSpPr>
        <p:sp>
          <p:nvSpPr>
            <p:cNvPr id="3036" name=""/>
            <p:cNvSpPr/>
            <p:nvPr/>
          </p:nvSpPr>
          <p:spPr>
            <a:xfrm>
              <a:off x="1600200" y="25286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37" name=""/>
            <p:cNvSpPr/>
            <p:nvPr/>
          </p:nvSpPr>
          <p:spPr>
            <a:xfrm>
              <a:off x="172404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38" name=""/>
          <p:cNvGrpSpPr/>
          <p:nvPr/>
        </p:nvGrpSpPr>
        <p:grpSpPr>
          <a:xfrm>
            <a:off x="1752480" y="5029200"/>
            <a:ext cx="460080" cy="200520"/>
            <a:chOff x="1752480" y="5029200"/>
            <a:chExt cx="460080" cy="200520"/>
          </a:xfrm>
        </p:grpSpPr>
        <p:sp>
          <p:nvSpPr>
            <p:cNvPr id="3039" name=""/>
            <p:cNvSpPr/>
            <p:nvPr/>
          </p:nvSpPr>
          <p:spPr>
            <a:xfrm>
              <a:off x="1752480" y="504504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40" name=""/>
            <p:cNvSpPr/>
            <p:nvPr/>
          </p:nvSpPr>
          <p:spPr>
            <a:xfrm>
              <a:off x="187488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041" name="Rounded Rectangle 3040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3042" name="Oval 3041"/>
          <p:cNvSpPr/>
          <p:nvPr/>
        </p:nvSpPr>
        <p:spPr>
          <a:xfrm>
            <a:off x="4824444" y="63650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3" name="Oval 3042"/>
          <p:cNvSpPr/>
          <p:nvPr/>
        </p:nvSpPr>
        <p:spPr>
          <a:xfrm>
            <a:off x="4854444" y="63950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044" name="Rounded Rectangle 3043"/>
          <p:cNvSpPr/>
          <p:nvPr/>
        </p:nvSpPr>
        <p:spPr>
          <a:xfrm>
            <a:off x="5024444" y="63800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045" name="Oval 3044"/>
          <p:cNvSpPr/>
          <p:nvPr/>
        </p:nvSpPr>
        <p:spPr>
          <a:xfrm>
            <a:off x="405625" y="10309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6" name="Oval 3045"/>
          <p:cNvSpPr/>
          <p:nvPr/>
        </p:nvSpPr>
        <p:spPr>
          <a:xfrm>
            <a:off x="435625" y="10609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047" name="Rounded Rectangle 3046"/>
          <p:cNvSpPr/>
          <p:nvPr/>
        </p:nvSpPr>
        <p:spPr>
          <a:xfrm>
            <a:off x="605625" y="10459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048" name="Oval 3047"/>
          <p:cNvSpPr/>
          <p:nvPr/>
        </p:nvSpPr>
        <p:spPr>
          <a:xfrm>
            <a:off x="7339754" y="46885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9" name="Oval 3048"/>
          <p:cNvSpPr/>
          <p:nvPr/>
        </p:nvSpPr>
        <p:spPr>
          <a:xfrm>
            <a:off x="7369754" y="47185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050" name="Rounded Rectangle 3049"/>
          <p:cNvSpPr/>
          <p:nvPr/>
        </p:nvSpPr>
        <p:spPr>
          <a:xfrm>
            <a:off x="7539754" y="47035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051" name="Oval 3050"/>
          <p:cNvSpPr/>
          <p:nvPr/>
        </p:nvSpPr>
        <p:spPr>
          <a:xfrm>
            <a:off x="481048" y="613502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2" name="Oval 3051"/>
          <p:cNvSpPr/>
          <p:nvPr/>
        </p:nvSpPr>
        <p:spPr>
          <a:xfrm>
            <a:off x="511048" y="616502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053" name="Rounded Rectangle 3052"/>
          <p:cNvSpPr/>
          <p:nvPr/>
        </p:nvSpPr>
        <p:spPr>
          <a:xfrm>
            <a:off x="681048" y="615002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054" name="Oval 3053"/>
          <p:cNvSpPr/>
          <p:nvPr/>
        </p:nvSpPr>
        <p:spPr>
          <a:xfrm>
            <a:off x="8247145" y="358046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5" name="Oval 3054"/>
          <p:cNvSpPr/>
          <p:nvPr/>
        </p:nvSpPr>
        <p:spPr>
          <a:xfrm>
            <a:off x="8277145" y="361046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056" name="Rounded Rectangle 3055"/>
          <p:cNvSpPr/>
          <p:nvPr/>
        </p:nvSpPr>
        <p:spPr>
          <a:xfrm>
            <a:off x="8447145" y="359546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057" name="Oval 3056"/>
          <p:cNvSpPr/>
          <p:nvPr/>
        </p:nvSpPr>
        <p:spPr>
          <a:xfrm>
            <a:off x="493102" y="301563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8" name="Oval 3057"/>
          <p:cNvSpPr/>
          <p:nvPr/>
        </p:nvSpPr>
        <p:spPr>
          <a:xfrm>
            <a:off x="523102" y="304563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059" name="Rounded Rectangle 3058"/>
          <p:cNvSpPr/>
          <p:nvPr/>
        </p:nvSpPr>
        <p:spPr>
          <a:xfrm>
            <a:off x="693102" y="303063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060" name="Oval 3059"/>
          <p:cNvSpPr/>
          <p:nvPr/>
        </p:nvSpPr>
        <p:spPr>
          <a:xfrm>
            <a:off x="2920223" y="55262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1" name="Oval 3060"/>
          <p:cNvSpPr/>
          <p:nvPr/>
        </p:nvSpPr>
        <p:spPr>
          <a:xfrm>
            <a:off x="2950223" y="55562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062" name="Rounded Rectangle 3061"/>
          <p:cNvSpPr/>
          <p:nvPr/>
        </p:nvSpPr>
        <p:spPr>
          <a:xfrm>
            <a:off x="3120223" y="55412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063" name="Oval 3062"/>
          <p:cNvSpPr/>
          <p:nvPr/>
        </p:nvSpPr>
        <p:spPr>
          <a:xfrm>
            <a:off x="8178018" y="103022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4" name="Oval 3063"/>
          <p:cNvSpPr/>
          <p:nvPr/>
        </p:nvSpPr>
        <p:spPr>
          <a:xfrm>
            <a:off x="8208018" y="106022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065" name="Rounded Rectangle 3064"/>
          <p:cNvSpPr/>
          <p:nvPr/>
        </p:nvSpPr>
        <p:spPr>
          <a:xfrm>
            <a:off x="8378018" y="104522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066" name="Oval 3065"/>
          <p:cNvSpPr/>
          <p:nvPr/>
        </p:nvSpPr>
        <p:spPr>
          <a:xfrm>
            <a:off x="2996532" y="141038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7" name="Oval 3066"/>
          <p:cNvSpPr/>
          <p:nvPr/>
        </p:nvSpPr>
        <p:spPr>
          <a:xfrm>
            <a:off x="3026532" y="144038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068" name="Rounded Rectangle 3067"/>
          <p:cNvSpPr/>
          <p:nvPr/>
        </p:nvSpPr>
        <p:spPr>
          <a:xfrm>
            <a:off x="3196532" y="142538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069" name="Oval 3068"/>
          <p:cNvSpPr/>
          <p:nvPr/>
        </p:nvSpPr>
        <p:spPr>
          <a:xfrm>
            <a:off x="5852412" y="518480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0" name="Oval 3069"/>
          <p:cNvSpPr/>
          <p:nvPr/>
        </p:nvSpPr>
        <p:spPr>
          <a:xfrm>
            <a:off x="5882412" y="521480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071" name="Rounded Rectangle 3070"/>
          <p:cNvSpPr/>
          <p:nvPr/>
        </p:nvSpPr>
        <p:spPr>
          <a:xfrm>
            <a:off x="6052412" y="519980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072" name="Oval 3071"/>
          <p:cNvSpPr/>
          <p:nvPr/>
        </p:nvSpPr>
        <p:spPr>
          <a:xfrm>
            <a:off x="4293266" y="322191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3" name="Oval 3072"/>
          <p:cNvSpPr/>
          <p:nvPr/>
        </p:nvSpPr>
        <p:spPr>
          <a:xfrm>
            <a:off x="4323266" y="325191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074" name="Rounded Rectangle 3073"/>
          <p:cNvSpPr/>
          <p:nvPr/>
        </p:nvSpPr>
        <p:spPr>
          <a:xfrm>
            <a:off x="4493266" y="323691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075" name="Oval 3074"/>
          <p:cNvSpPr/>
          <p:nvPr/>
        </p:nvSpPr>
        <p:spPr>
          <a:xfrm>
            <a:off x="6644424" y="320425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6" name="Oval 3075"/>
          <p:cNvSpPr/>
          <p:nvPr/>
        </p:nvSpPr>
        <p:spPr>
          <a:xfrm>
            <a:off x="6674424" y="323425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077" name="Rounded Rectangle 3076"/>
          <p:cNvSpPr/>
          <p:nvPr/>
        </p:nvSpPr>
        <p:spPr>
          <a:xfrm>
            <a:off x="6844424" y="321925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078" name="Oval 3077"/>
          <p:cNvSpPr/>
          <p:nvPr/>
        </p:nvSpPr>
        <p:spPr>
          <a:xfrm>
            <a:off x="2767759" y="476305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9" name="Oval 3078"/>
          <p:cNvSpPr/>
          <p:nvPr/>
        </p:nvSpPr>
        <p:spPr>
          <a:xfrm>
            <a:off x="2797759" y="479305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080" name="Rounded Rectangle 3079"/>
          <p:cNvSpPr/>
          <p:nvPr/>
        </p:nvSpPr>
        <p:spPr>
          <a:xfrm>
            <a:off x="2967759" y="477805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081" name="Oval 3080"/>
          <p:cNvSpPr/>
          <p:nvPr/>
        </p:nvSpPr>
        <p:spPr>
          <a:xfrm>
            <a:off x="5477664" y="40068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2" name="Oval 3081"/>
          <p:cNvSpPr/>
          <p:nvPr/>
        </p:nvSpPr>
        <p:spPr>
          <a:xfrm>
            <a:off x="5507664" y="40368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083" name="Rounded Rectangle 3082"/>
          <p:cNvSpPr/>
          <p:nvPr/>
        </p:nvSpPr>
        <p:spPr>
          <a:xfrm>
            <a:off x="5677664" y="40218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084" name="Oval 3083"/>
          <p:cNvSpPr/>
          <p:nvPr/>
        </p:nvSpPr>
        <p:spPr>
          <a:xfrm>
            <a:off x="7796954" y="613575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5" name="Oval 3084"/>
          <p:cNvSpPr/>
          <p:nvPr/>
        </p:nvSpPr>
        <p:spPr>
          <a:xfrm>
            <a:off x="7826954" y="616575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086" name="Rounded Rectangle 3085"/>
          <p:cNvSpPr/>
          <p:nvPr/>
        </p:nvSpPr>
        <p:spPr>
          <a:xfrm>
            <a:off x="7996954" y="615075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087" name="Oval 3086"/>
          <p:cNvSpPr/>
          <p:nvPr/>
        </p:nvSpPr>
        <p:spPr>
          <a:xfrm>
            <a:off x="653307" y="39814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8" name="Oval 3087"/>
          <p:cNvSpPr/>
          <p:nvPr/>
        </p:nvSpPr>
        <p:spPr>
          <a:xfrm>
            <a:off x="683307" y="40114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089" name="Rounded Rectangle 3088"/>
          <p:cNvSpPr/>
          <p:nvPr/>
        </p:nvSpPr>
        <p:spPr>
          <a:xfrm>
            <a:off x="853307" y="39964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090" name="Oval 3089"/>
          <p:cNvSpPr/>
          <p:nvPr/>
        </p:nvSpPr>
        <p:spPr>
          <a:xfrm>
            <a:off x="3148091" y="37741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1" name="Oval 3090"/>
          <p:cNvSpPr/>
          <p:nvPr/>
        </p:nvSpPr>
        <p:spPr>
          <a:xfrm>
            <a:off x="3178091" y="38041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092" name="Rounded Rectangle 3091"/>
          <p:cNvSpPr/>
          <p:nvPr/>
        </p:nvSpPr>
        <p:spPr>
          <a:xfrm>
            <a:off x="3348091" y="37891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093" name="Oval 3092"/>
          <p:cNvSpPr/>
          <p:nvPr/>
        </p:nvSpPr>
        <p:spPr>
          <a:xfrm>
            <a:off x="5434820" y="14121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4" name="Oval 3093"/>
          <p:cNvSpPr/>
          <p:nvPr/>
        </p:nvSpPr>
        <p:spPr>
          <a:xfrm>
            <a:off x="5464820" y="14421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095" name="Rounded Rectangle 3094"/>
          <p:cNvSpPr/>
          <p:nvPr/>
        </p:nvSpPr>
        <p:spPr>
          <a:xfrm>
            <a:off x="5634820" y="14271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096" name="Oval 3095"/>
          <p:cNvSpPr/>
          <p:nvPr/>
        </p:nvSpPr>
        <p:spPr>
          <a:xfrm>
            <a:off x="1548624" y="247688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7" name="Oval 3096"/>
          <p:cNvSpPr/>
          <p:nvPr/>
        </p:nvSpPr>
        <p:spPr>
          <a:xfrm>
            <a:off x="1578624" y="250688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098" name="Rounded Rectangle 3097"/>
          <p:cNvSpPr/>
          <p:nvPr/>
        </p:nvSpPr>
        <p:spPr>
          <a:xfrm>
            <a:off x="1748624" y="249188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099" name="Oval 3098"/>
          <p:cNvSpPr/>
          <p:nvPr/>
        </p:nvSpPr>
        <p:spPr>
          <a:xfrm>
            <a:off x="1699990" y="499329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0" name="Oval 3099"/>
          <p:cNvSpPr/>
          <p:nvPr/>
        </p:nvSpPr>
        <p:spPr>
          <a:xfrm>
            <a:off x="1729990" y="502329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101" name="Rounded Rectangle 3100"/>
          <p:cNvSpPr/>
          <p:nvPr/>
        </p:nvSpPr>
        <p:spPr>
          <a:xfrm>
            <a:off x="1899990" y="500829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"/>
          <p:cNvSpPr/>
          <p:nvPr/>
        </p:nvSpPr>
        <p:spPr>
          <a:xfrm>
            <a:off x="3173040" y="50760"/>
            <a:ext cx="27975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31: DTTA | RWY 29 | STAR NOLSI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2" name=""/>
          <p:cNvSpPr/>
          <p:nvPr/>
        </p:nvSpPr>
        <p:spPr>
          <a:xfrm>
            <a:off x="4302000" y="1639800"/>
            <a:ext cx="465120" cy="2941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3" name=""/>
          <p:cNvSpPr/>
          <p:nvPr/>
        </p:nvSpPr>
        <p:spPr>
          <a:xfrm>
            <a:off x="4767120" y="4581360"/>
            <a:ext cx="34920" cy="27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4" name=""/>
          <p:cNvSpPr/>
          <p:nvPr/>
        </p:nvSpPr>
        <p:spPr>
          <a:xfrm>
            <a:off x="4802040" y="4857840"/>
            <a:ext cx="71640" cy="210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5" name=""/>
          <p:cNvSpPr/>
          <p:nvPr/>
        </p:nvSpPr>
        <p:spPr>
          <a:xfrm flipH="1">
            <a:off x="4865760" y="5068800"/>
            <a:ext cx="7920" cy="25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6" name=""/>
          <p:cNvSpPr/>
          <p:nvPr/>
        </p:nvSpPr>
        <p:spPr>
          <a:xfrm flipH="1">
            <a:off x="4746240" y="5321160"/>
            <a:ext cx="119160" cy="49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7" name=""/>
          <p:cNvSpPr/>
          <p:nvPr/>
        </p:nvSpPr>
        <p:spPr>
          <a:xfrm flipH="1" flipV="1">
            <a:off x="4584600" y="5308560"/>
            <a:ext cx="162000" cy="61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5120" bIns="15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8" name=""/>
          <p:cNvSpPr/>
          <p:nvPr/>
        </p:nvSpPr>
        <p:spPr>
          <a:xfrm flipH="1" flipV="1">
            <a:off x="4269960" y="5187600"/>
            <a:ext cx="314280" cy="120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49" name=""/>
          <p:cNvGrpSpPr/>
          <p:nvPr/>
        </p:nvGrpSpPr>
        <p:grpSpPr>
          <a:xfrm>
            <a:off x="4238640" y="1576440"/>
            <a:ext cx="711720" cy="200520"/>
            <a:chOff x="4238640" y="1576440"/>
            <a:chExt cx="711720" cy="200520"/>
          </a:xfrm>
        </p:grpSpPr>
        <p:sp>
          <p:nvSpPr>
            <p:cNvPr id="3050" name=""/>
            <p:cNvSpPr/>
            <p:nvPr/>
          </p:nvSpPr>
          <p:spPr>
            <a:xfrm>
              <a:off x="423864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1" name=""/>
            <p:cNvSpPr/>
            <p:nvPr/>
          </p:nvSpPr>
          <p:spPr>
            <a:xfrm>
              <a:off x="4434480" y="1576440"/>
              <a:ext cx="5158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'NOLSI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52" name=""/>
          <p:cNvGrpSpPr/>
          <p:nvPr/>
        </p:nvGrpSpPr>
        <p:grpSpPr>
          <a:xfrm>
            <a:off x="4716360" y="4518000"/>
            <a:ext cx="577800" cy="200520"/>
            <a:chOff x="4716360" y="4518000"/>
            <a:chExt cx="577800" cy="200520"/>
          </a:xfrm>
        </p:grpSpPr>
        <p:sp>
          <p:nvSpPr>
            <p:cNvPr id="3053" name=""/>
            <p:cNvSpPr/>
            <p:nvPr/>
          </p:nvSpPr>
          <p:spPr>
            <a:xfrm>
              <a:off x="4716360" y="4530600"/>
              <a:ext cx="10188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4" name=""/>
            <p:cNvSpPr/>
            <p:nvPr/>
          </p:nvSpPr>
          <p:spPr>
            <a:xfrm>
              <a:off x="4799520" y="451800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MARSA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55" name=""/>
          <p:cNvGrpSpPr/>
          <p:nvPr/>
        </p:nvGrpSpPr>
        <p:grpSpPr>
          <a:xfrm>
            <a:off x="4751280" y="4794120"/>
            <a:ext cx="562320" cy="200520"/>
            <a:chOff x="4751280" y="4794120"/>
            <a:chExt cx="562320" cy="200520"/>
          </a:xfrm>
        </p:grpSpPr>
        <p:sp>
          <p:nvSpPr>
            <p:cNvPr id="3056" name=""/>
            <p:cNvSpPr/>
            <p:nvPr/>
          </p:nvSpPr>
          <p:spPr>
            <a:xfrm>
              <a:off x="4751280" y="48070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7" name=""/>
            <p:cNvSpPr/>
            <p:nvPr/>
          </p:nvSpPr>
          <p:spPr>
            <a:xfrm>
              <a:off x="4849560" y="479412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D062M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58" name=""/>
          <p:cNvGrpSpPr/>
          <p:nvPr/>
        </p:nvGrpSpPr>
        <p:grpSpPr>
          <a:xfrm>
            <a:off x="4822920" y="5005440"/>
            <a:ext cx="562320" cy="200520"/>
            <a:chOff x="4822920" y="5005440"/>
            <a:chExt cx="562320" cy="200520"/>
          </a:xfrm>
        </p:grpSpPr>
        <p:sp>
          <p:nvSpPr>
            <p:cNvPr id="3059" name=""/>
            <p:cNvSpPr/>
            <p:nvPr/>
          </p:nvSpPr>
          <p:spPr>
            <a:xfrm>
              <a:off x="4822920" y="5018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0" name=""/>
            <p:cNvSpPr/>
            <p:nvPr/>
          </p:nvSpPr>
          <p:spPr>
            <a:xfrm>
              <a:off x="4921200" y="500544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D082M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61" name=""/>
          <p:cNvGrpSpPr/>
          <p:nvPr/>
        </p:nvGrpSpPr>
        <p:grpSpPr>
          <a:xfrm>
            <a:off x="4815000" y="5257800"/>
            <a:ext cx="561960" cy="200520"/>
            <a:chOff x="4815000" y="5257800"/>
            <a:chExt cx="561960" cy="200520"/>
          </a:xfrm>
        </p:grpSpPr>
        <p:sp>
          <p:nvSpPr>
            <p:cNvPr id="3062" name=""/>
            <p:cNvSpPr/>
            <p:nvPr/>
          </p:nvSpPr>
          <p:spPr>
            <a:xfrm>
              <a:off x="4815000" y="52704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3" name=""/>
            <p:cNvSpPr/>
            <p:nvPr/>
          </p:nvSpPr>
          <p:spPr>
            <a:xfrm>
              <a:off x="4912920" y="52578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D103M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64" name=""/>
          <p:cNvGrpSpPr/>
          <p:nvPr/>
        </p:nvGrpSpPr>
        <p:grpSpPr>
          <a:xfrm>
            <a:off x="4705200" y="5307120"/>
            <a:ext cx="469080" cy="200520"/>
            <a:chOff x="4705200" y="5307120"/>
            <a:chExt cx="469080" cy="200520"/>
          </a:xfrm>
        </p:grpSpPr>
        <p:sp>
          <p:nvSpPr>
            <p:cNvPr id="3065" name=""/>
            <p:cNvSpPr/>
            <p:nvPr/>
          </p:nvSpPr>
          <p:spPr>
            <a:xfrm>
              <a:off x="4705200" y="5330880"/>
              <a:ext cx="828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6" name=""/>
            <p:cNvSpPr/>
            <p:nvPr/>
          </p:nvSpPr>
          <p:spPr>
            <a:xfrm>
              <a:off x="4807800" y="530712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67" name=""/>
          <p:cNvGrpSpPr/>
          <p:nvPr/>
        </p:nvGrpSpPr>
        <p:grpSpPr>
          <a:xfrm>
            <a:off x="4533840" y="5245200"/>
            <a:ext cx="603720" cy="200520"/>
            <a:chOff x="4533840" y="5245200"/>
            <a:chExt cx="603720" cy="200520"/>
          </a:xfrm>
        </p:grpSpPr>
        <p:sp>
          <p:nvSpPr>
            <p:cNvPr id="3068" name=""/>
            <p:cNvSpPr/>
            <p:nvPr/>
          </p:nvSpPr>
          <p:spPr>
            <a:xfrm>
              <a:off x="4533840" y="5257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9" name=""/>
            <p:cNvSpPr/>
            <p:nvPr/>
          </p:nvSpPr>
          <p:spPr>
            <a:xfrm>
              <a:off x="4722120" y="524520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'FI29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70" name=""/>
          <p:cNvGrpSpPr/>
          <p:nvPr/>
        </p:nvGrpSpPr>
        <p:grpSpPr>
          <a:xfrm>
            <a:off x="4206960" y="5124600"/>
            <a:ext cx="543240" cy="200520"/>
            <a:chOff x="4206960" y="5124600"/>
            <a:chExt cx="543240" cy="200520"/>
          </a:xfrm>
        </p:grpSpPr>
        <p:sp>
          <p:nvSpPr>
            <p:cNvPr id="3071" name=""/>
            <p:cNvSpPr/>
            <p:nvPr/>
          </p:nvSpPr>
          <p:spPr>
            <a:xfrm>
              <a:off x="4206960" y="512460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72" name=""/>
            <p:cNvSpPr/>
            <p:nvPr/>
          </p:nvSpPr>
          <p:spPr>
            <a:xfrm>
              <a:off x="4323960" y="51246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73" name=""/>
          <p:cNvGrpSpPr/>
          <p:nvPr/>
        </p:nvGrpSpPr>
        <p:grpSpPr>
          <a:xfrm>
            <a:off x="5105520" y="3048120"/>
            <a:ext cx="479160" cy="200520"/>
            <a:chOff x="5105520" y="3048120"/>
            <a:chExt cx="479160" cy="200520"/>
          </a:xfrm>
        </p:grpSpPr>
        <p:sp>
          <p:nvSpPr>
            <p:cNvPr id="3074" name=""/>
            <p:cNvSpPr/>
            <p:nvPr/>
          </p:nvSpPr>
          <p:spPr>
            <a:xfrm>
              <a:off x="5105520" y="305424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75" name=""/>
            <p:cNvSpPr/>
            <p:nvPr/>
          </p:nvSpPr>
          <p:spPr>
            <a:xfrm>
              <a:off x="5247000" y="30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76" name=""/>
          <p:cNvGrpSpPr/>
          <p:nvPr/>
        </p:nvGrpSpPr>
        <p:grpSpPr>
          <a:xfrm>
            <a:off x="1447920" y="1676520"/>
            <a:ext cx="478800" cy="200520"/>
            <a:chOff x="1447920" y="1676520"/>
            <a:chExt cx="478800" cy="200520"/>
          </a:xfrm>
        </p:grpSpPr>
        <p:sp>
          <p:nvSpPr>
            <p:cNvPr id="3077" name=""/>
            <p:cNvSpPr/>
            <p:nvPr/>
          </p:nvSpPr>
          <p:spPr>
            <a:xfrm>
              <a:off x="1447920" y="16830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78" name=""/>
            <p:cNvSpPr/>
            <p:nvPr/>
          </p:nvSpPr>
          <p:spPr>
            <a:xfrm>
              <a:off x="1589040" y="16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79" name=""/>
          <p:cNvGrpSpPr/>
          <p:nvPr/>
        </p:nvGrpSpPr>
        <p:grpSpPr>
          <a:xfrm>
            <a:off x="2438280" y="5334120"/>
            <a:ext cx="461520" cy="200520"/>
            <a:chOff x="2438280" y="5334120"/>
            <a:chExt cx="461520" cy="200520"/>
          </a:xfrm>
        </p:grpSpPr>
        <p:sp>
          <p:nvSpPr>
            <p:cNvPr id="3080" name=""/>
            <p:cNvSpPr/>
            <p:nvPr/>
          </p:nvSpPr>
          <p:spPr>
            <a:xfrm>
              <a:off x="2438280" y="5348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1" name=""/>
            <p:cNvSpPr/>
            <p:nvPr/>
          </p:nvSpPr>
          <p:spPr>
            <a:xfrm>
              <a:off x="256212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82" name=""/>
          <p:cNvGrpSpPr/>
          <p:nvPr/>
        </p:nvGrpSpPr>
        <p:grpSpPr>
          <a:xfrm>
            <a:off x="3276720" y="3733920"/>
            <a:ext cx="460080" cy="200520"/>
            <a:chOff x="3276720" y="3733920"/>
            <a:chExt cx="460080" cy="200520"/>
          </a:xfrm>
        </p:grpSpPr>
        <p:sp>
          <p:nvSpPr>
            <p:cNvPr id="3083" name=""/>
            <p:cNvSpPr/>
            <p:nvPr/>
          </p:nvSpPr>
          <p:spPr>
            <a:xfrm>
              <a:off x="3276720" y="37497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4" name=""/>
            <p:cNvSpPr/>
            <p:nvPr/>
          </p:nvSpPr>
          <p:spPr>
            <a:xfrm>
              <a:off x="3399120" y="3733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85" name=""/>
          <p:cNvGrpSpPr/>
          <p:nvPr/>
        </p:nvGrpSpPr>
        <p:grpSpPr>
          <a:xfrm>
            <a:off x="3581280" y="2209680"/>
            <a:ext cx="461520" cy="200520"/>
            <a:chOff x="3581280" y="2209680"/>
            <a:chExt cx="461520" cy="200520"/>
          </a:xfrm>
        </p:grpSpPr>
        <p:sp>
          <p:nvSpPr>
            <p:cNvPr id="3086" name=""/>
            <p:cNvSpPr/>
            <p:nvPr/>
          </p:nvSpPr>
          <p:spPr>
            <a:xfrm>
              <a:off x="3581280" y="2224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7" name=""/>
            <p:cNvSpPr/>
            <p:nvPr/>
          </p:nvSpPr>
          <p:spPr>
            <a:xfrm>
              <a:off x="370512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88" name=""/>
          <p:cNvGrpSpPr/>
          <p:nvPr/>
        </p:nvGrpSpPr>
        <p:grpSpPr>
          <a:xfrm>
            <a:off x="2819520" y="6172200"/>
            <a:ext cx="461160" cy="200520"/>
            <a:chOff x="2819520" y="6172200"/>
            <a:chExt cx="461160" cy="200520"/>
          </a:xfrm>
        </p:grpSpPr>
        <p:sp>
          <p:nvSpPr>
            <p:cNvPr id="3089" name=""/>
            <p:cNvSpPr/>
            <p:nvPr/>
          </p:nvSpPr>
          <p:spPr>
            <a:xfrm>
              <a:off x="2819520" y="618804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0" name=""/>
            <p:cNvSpPr/>
            <p:nvPr/>
          </p:nvSpPr>
          <p:spPr>
            <a:xfrm>
              <a:off x="294300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91" name=""/>
          <p:cNvGrpSpPr/>
          <p:nvPr/>
        </p:nvGrpSpPr>
        <p:grpSpPr>
          <a:xfrm>
            <a:off x="3886200" y="380880"/>
            <a:ext cx="461520" cy="200520"/>
            <a:chOff x="3886200" y="380880"/>
            <a:chExt cx="461520" cy="200520"/>
          </a:xfrm>
        </p:grpSpPr>
        <p:sp>
          <p:nvSpPr>
            <p:cNvPr id="3092" name=""/>
            <p:cNvSpPr/>
            <p:nvPr/>
          </p:nvSpPr>
          <p:spPr>
            <a:xfrm>
              <a:off x="3886200" y="396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3" name=""/>
            <p:cNvSpPr/>
            <p:nvPr/>
          </p:nvSpPr>
          <p:spPr>
            <a:xfrm>
              <a:off x="4010040" y="380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94" name=""/>
          <p:cNvGrpSpPr/>
          <p:nvPr/>
        </p:nvGrpSpPr>
        <p:grpSpPr>
          <a:xfrm>
            <a:off x="4916520" y="2135160"/>
            <a:ext cx="468720" cy="200520"/>
            <a:chOff x="4916520" y="2135160"/>
            <a:chExt cx="468720" cy="200520"/>
          </a:xfrm>
        </p:grpSpPr>
        <p:sp>
          <p:nvSpPr>
            <p:cNvPr id="3095" name=""/>
            <p:cNvSpPr/>
            <p:nvPr/>
          </p:nvSpPr>
          <p:spPr>
            <a:xfrm>
              <a:off x="4916520" y="21510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6" name=""/>
            <p:cNvSpPr/>
            <p:nvPr/>
          </p:nvSpPr>
          <p:spPr>
            <a:xfrm>
              <a:off x="5047560" y="2135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97" name=""/>
          <p:cNvGrpSpPr/>
          <p:nvPr/>
        </p:nvGrpSpPr>
        <p:grpSpPr>
          <a:xfrm>
            <a:off x="5334120" y="4343400"/>
            <a:ext cx="460080" cy="200520"/>
            <a:chOff x="5334120" y="4343400"/>
            <a:chExt cx="460080" cy="200520"/>
          </a:xfrm>
        </p:grpSpPr>
        <p:sp>
          <p:nvSpPr>
            <p:cNvPr id="3098" name=""/>
            <p:cNvSpPr/>
            <p:nvPr/>
          </p:nvSpPr>
          <p:spPr>
            <a:xfrm>
              <a:off x="5334120" y="4357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9" name=""/>
            <p:cNvSpPr/>
            <p:nvPr/>
          </p:nvSpPr>
          <p:spPr>
            <a:xfrm>
              <a:off x="545652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00" name=""/>
          <p:cNvGrpSpPr/>
          <p:nvPr/>
        </p:nvGrpSpPr>
        <p:grpSpPr>
          <a:xfrm>
            <a:off x="4910040" y="1357200"/>
            <a:ext cx="469080" cy="200520"/>
            <a:chOff x="4910040" y="1357200"/>
            <a:chExt cx="469080" cy="200520"/>
          </a:xfrm>
        </p:grpSpPr>
        <p:sp>
          <p:nvSpPr>
            <p:cNvPr id="3101" name=""/>
            <p:cNvSpPr/>
            <p:nvPr/>
          </p:nvSpPr>
          <p:spPr>
            <a:xfrm>
              <a:off x="4910040" y="13730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2" name=""/>
            <p:cNvSpPr/>
            <p:nvPr/>
          </p:nvSpPr>
          <p:spPr>
            <a:xfrm>
              <a:off x="5041440" y="13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03" name=""/>
          <p:cNvGrpSpPr/>
          <p:nvPr/>
        </p:nvGrpSpPr>
        <p:grpSpPr>
          <a:xfrm>
            <a:off x="4141800" y="4352760"/>
            <a:ext cx="468720" cy="200520"/>
            <a:chOff x="4141800" y="4352760"/>
            <a:chExt cx="468720" cy="200520"/>
          </a:xfrm>
        </p:grpSpPr>
        <p:sp>
          <p:nvSpPr>
            <p:cNvPr id="3104" name=""/>
            <p:cNvSpPr/>
            <p:nvPr/>
          </p:nvSpPr>
          <p:spPr>
            <a:xfrm>
              <a:off x="4141800" y="4367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5" name=""/>
            <p:cNvSpPr/>
            <p:nvPr/>
          </p:nvSpPr>
          <p:spPr>
            <a:xfrm>
              <a:off x="4272840" y="4352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06" name=""/>
          <p:cNvGrpSpPr/>
          <p:nvPr/>
        </p:nvGrpSpPr>
        <p:grpSpPr>
          <a:xfrm>
            <a:off x="3809880" y="3124080"/>
            <a:ext cx="461520" cy="200520"/>
            <a:chOff x="3809880" y="3124080"/>
            <a:chExt cx="461520" cy="200520"/>
          </a:xfrm>
        </p:grpSpPr>
        <p:sp>
          <p:nvSpPr>
            <p:cNvPr id="3107" name=""/>
            <p:cNvSpPr/>
            <p:nvPr/>
          </p:nvSpPr>
          <p:spPr>
            <a:xfrm>
              <a:off x="3809880" y="3138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8" name=""/>
            <p:cNvSpPr/>
            <p:nvPr/>
          </p:nvSpPr>
          <p:spPr>
            <a:xfrm>
              <a:off x="393372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09" name=""/>
          <p:cNvGrpSpPr/>
          <p:nvPr/>
        </p:nvGrpSpPr>
        <p:grpSpPr>
          <a:xfrm>
            <a:off x="4395960" y="5738760"/>
            <a:ext cx="461520" cy="200520"/>
            <a:chOff x="4395960" y="5738760"/>
            <a:chExt cx="461520" cy="200520"/>
          </a:xfrm>
        </p:grpSpPr>
        <p:sp>
          <p:nvSpPr>
            <p:cNvPr id="3110" name=""/>
            <p:cNvSpPr/>
            <p:nvPr/>
          </p:nvSpPr>
          <p:spPr>
            <a:xfrm>
              <a:off x="4395960" y="575460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11" name=""/>
            <p:cNvSpPr/>
            <p:nvPr/>
          </p:nvSpPr>
          <p:spPr>
            <a:xfrm>
              <a:off x="4519800" y="5738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12" name=""/>
          <p:cNvGrpSpPr/>
          <p:nvPr/>
        </p:nvGrpSpPr>
        <p:grpSpPr>
          <a:xfrm>
            <a:off x="5029200" y="609480"/>
            <a:ext cx="461520" cy="200520"/>
            <a:chOff x="5029200" y="609480"/>
            <a:chExt cx="461520" cy="200520"/>
          </a:xfrm>
        </p:grpSpPr>
        <p:sp>
          <p:nvSpPr>
            <p:cNvPr id="3113" name=""/>
            <p:cNvSpPr/>
            <p:nvPr/>
          </p:nvSpPr>
          <p:spPr>
            <a:xfrm>
              <a:off x="5029200" y="625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14" name=""/>
            <p:cNvSpPr/>
            <p:nvPr/>
          </p:nvSpPr>
          <p:spPr>
            <a:xfrm>
              <a:off x="515304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15" name=""/>
          <p:cNvGrpSpPr/>
          <p:nvPr/>
        </p:nvGrpSpPr>
        <p:grpSpPr>
          <a:xfrm>
            <a:off x="5479920" y="5135400"/>
            <a:ext cx="461520" cy="200520"/>
            <a:chOff x="5479920" y="5135400"/>
            <a:chExt cx="461520" cy="200520"/>
          </a:xfrm>
        </p:grpSpPr>
        <p:sp>
          <p:nvSpPr>
            <p:cNvPr id="3116" name=""/>
            <p:cNvSpPr/>
            <p:nvPr/>
          </p:nvSpPr>
          <p:spPr>
            <a:xfrm>
              <a:off x="5479920" y="51512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17" name=""/>
            <p:cNvSpPr/>
            <p:nvPr/>
          </p:nvSpPr>
          <p:spPr>
            <a:xfrm>
              <a:off x="5603760" y="5135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18" name=""/>
          <p:cNvGrpSpPr/>
          <p:nvPr/>
        </p:nvGrpSpPr>
        <p:grpSpPr>
          <a:xfrm>
            <a:off x="5943600" y="2514600"/>
            <a:ext cx="461880" cy="200520"/>
            <a:chOff x="5943600" y="2514600"/>
            <a:chExt cx="461880" cy="200520"/>
          </a:xfrm>
        </p:grpSpPr>
        <p:sp>
          <p:nvSpPr>
            <p:cNvPr id="3119" name=""/>
            <p:cNvSpPr/>
            <p:nvPr/>
          </p:nvSpPr>
          <p:spPr>
            <a:xfrm>
              <a:off x="5943600" y="25304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0" name=""/>
            <p:cNvSpPr/>
            <p:nvPr/>
          </p:nvSpPr>
          <p:spPr>
            <a:xfrm>
              <a:off x="606780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21" name=""/>
          <p:cNvGrpSpPr/>
          <p:nvPr/>
        </p:nvGrpSpPr>
        <p:grpSpPr>
          <a:xfrm>
            <a:off x="7238880" y="914400"/>
            <a:ext cx="460080" cy="200520"/>
            <a:chOff x="7238880" y="914400"/>
            <a:chExt cx="460080" cy="200520"/>
          </a:xfrm>
        </p:grpSpPr>
        <p:sp>
          <p:nvSpPr>
            <p:cNvPr id="3122" name=""/>
            <p:cNvSpPr/>
            <p:nvPr/>
          </p:nvSpPr>
          <p:spPr>
            <a:xfrm>
              <a:off x="7238880" y="92844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3" name=""/>
            <p:cNvSpPr/>
            <p:nvPr/>
          </p:nvSpPr>
          <p:spPr>
            <a:xfrm>
              <a:off x="7361280" y="914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24" name=""/>
          <p:cNvGrpSpPr/>
          <p:nvPr/>
        </p:nvGrpSpPr>
        <p:grpSpPr>
          <a:xfrm>
            <a:off x="5943600" y="3581280"/>
            <a:ext cx="460080" cy="200520"/>
            <a:chOff x="5943600" y="3581280"/>
            <a:chExt cx="460080" cy="200520"/>
          </a:xfrm>
        </p:grpSpPr>
        <p:sp>
          <p:nvSpPr>
            <p:cNvPr id="3125" name=""/>
            <p:cNvSpPr/>
            <p:nvPr/>
          </p:nvSpPr>
          <p:spPr>
            <a:xfrm>
              <a:off x="5943600" y="35956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6" name=""/>
            <p:cNvSpPr/>
            <p:nvPr/>
          </p:nvSpPr>
          <p:spPr>
            <a:xfrm>
              <a:off x="606600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27" name=""/>
          <p:cNvGrpSpPr/>
          <p:nvPr/>
        </p:nvGrpSpPr>
        <p:grpSpPr>
          <a:xfrm>
            <a:off x="5410080" y="5943600"/>
            <a:ext cx="461880" cy="200520"/>
            <a:chOff x="5410080" y="5943600"/>
            <a:chExt cx="461880" cy="200520"/>
          </a:xfrm>
        </p:grpSpPr>
        <p:sp>
          <p:nvSpPr>
            <p:cNvPr id="3128" name=""/>
            <p:cNvSpPr/>
            <p:nvPr/>
          </p:nvSpPr>
          <p:spPr>
            <a:xfrm>
              <a:off x="5410080" y="59576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9" name=""/>
            <p:cNvSpPr/>
            <p:nvPr/>
          </p:nvSpPr>
          <p:spPr>
            <a:xfrm>
              <a:off x="5534280" y="5943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30" name=""/>
          <p:cNvGrpSpPr/>
          <p:nvPr/>
        </p:nvGrpSpPr>
        <p:grpSpPr>
          <a:xfrm>
            <a:off x="3200400" y="1066680"/>
            <a:ext cx="460080" cy="200520"/>
            <a:chOff x="3200400" y="1066680"/>
            <a:chExt cx="460080" cy="200520"/>
          </a:xfrm>
        </p:grpSpPr>
        <p:sp>
          <p:nvSpPr>
            <p:cNvPr id="3131" name=""/>
            <p:cNvSpPr/>
            <p:nvPr/>
          </p:nvSpPr>
          <p:spPr>
            <a:xfrm>
              <a:off x="3200400" y="10807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32" name=""/>
            <p:cNvSpPr/>
            <p:nvPr/>
          </p:nvSpPr>
          <p:spPr>
            <a:xfrm>
              <a:off x="332280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133" name="Rounded Rectangle 3132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3134" name="Oval 3133"/>
          <p:cNvSpPr/>
          <p:nvPr/>
        </p:nvSpPr>
        <p:spPr>
          <a:xfrm>
            <a:off x="5062760" y="30114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5" name="Oval 3134"/>
          <p:cNvSpPr/>
          <p:nvPr/>
        </p:nvSpPr>
        <p:spPr>
          <a:xfrm>
            <a:off x="5092760" y="30414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136" name="Rounded Rectangle 3135"/>
          <p:cNvSpPr/>
          <p:nvPr/>
        </p:nvSpPr>
        <p:spPr>
          <a:xfrm>
            <a:off x="5262760" y="30264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137" name="Oval 3136"/>
          <p:cNvSpPr/>
          <p:nvPr/>
        </p:nvSpPr>
        <p:spPr>
          <a:xfrm>
            <a:off x="1404978" y="16400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8" name="Oval 3137"/>
          <p:cNvSpPr/>
          <p:nvPr/>
        </p:nvSpPr>
        <p:spPr>
          <a:xfrm>
            <a:off x="1434978" y="16700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139" name="Rounded Rectangle 3138"/>
          <p:cNvSpPr/>
          <p:nvPr/>
        </p:nvSpPr>
        <p:spPr>
          <a:xfrm>
            <a:off x="1604978" y="16550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140" name="Oval 3139"/>
          <p:cNvSpPr/>
          <p:nvPr/>
        </p:nvSpPr>
        <p:spPr>
          <a:xfrm>
            <a:off x="2386698" y="529693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1" name="Oval 3140"/>
          <p:cNvSpPr/>
          <p:nvPr/>
        </p:nvSpPr>
        <p:spPr>
          <a:xfrm>
            <a:off x="2416698" y="532693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142" name="Rounded Rectangle 3141"/>
          <p:cNvSpPr/>
          <p:nvPr/>
        </p:nvSpPr>
        <p:spPr>
          <a:xfrm>
            <a:off x="2586698" y="531193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143" name="Oval 3142"/>
          <p:cNvSpPr/>
          <p:nvPr/>
        </p:nvSpPr>
        <p:spPr>
          <a:xfrm>
            <a:off x="3224240" y="36981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4" name="Oval 3143"/>
          <p:cNvSpPr/>
          <p:nvPr/>
        </p:nvSpPr>
        <p:spPr>
          <a:xfrm>
            <a:off x="3254240" y="37281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145" name="Rounded Rectangle 3144"/>
          <p:cNvSpPr/>
          <p:nvPr/>
        </p:nvSpPr>
        <p:spPr>
          <a:xfrm>
            <a:off x="3424240" y="37131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146" name="Oval 3145"/>
          <p:cNvSpPr/>
          <p:nvPr/>
        </p:nvSpPr>
        <p:spPr>
          <a:xfrm>
            <a:off x="3529699" y="217249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7" name="Oval 3146"/>
          <p:cNvSpPr/>
          <p:nvPr/>
        </p:nvSpPr>
        <p:spPr>
          <a:xfrm>
            <a:off x="3559699" y="220249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148" name="Rounded Rectangle 3147"/>
          <p:cNvSpPr/>
          <p:nvPr/>
        </p:nvSpPr>
        <p:spPr>
          <a:xfrm>
            <a:off x="3729699" y="218749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149" name="Oval 3148"/>
          <p:cNvSpPr/>
          <p:nvPr/>
        </p:nvSpPr>
        <p:spPr>
          <a:xfrm>
            <a:off x="2767758" y="61362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0" name="Oval 3149"/>
          <p:cNvSpPr/>
          <p:nvPr/>
        </p:nvSpPr>
        <p:spPr>
          <a:xfrm>
            <a:off x="2797758" y="61662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151" name="Rounded Rectangle 3150"/>
          <p:cNvSpPr/>
          <p:nvPr/>
        </p:nvSpPr>
        <p:spPr>
          <a:xfrm>
            <a:off x="2967758" y="61512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152" name="Oval 3151"/>
          <p:cNvSpPr/>
          <p:nvPr/>
        </p:nvSpPr>
        <p:spPr>
          <a:xfrm>
            <a:off x="3834618" y="34513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3" name="Oval 3152"/>
          <p:cNvSpPr/>
          <p:nvPr/>
        </p:nvSpPr>
        <p:spPr>
          <a:xfrm>
            <a:off x="3864618" y="37513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154" name="Rounded Rectangle 3153"/>
          <p:cNvSpPr/>
          <p:nvPr/>
        </p:nvSpPr>
        <p:spPr>
          <a:xfrm>
            <a:off x="4034618" y="36013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155" name="Oval 3154"/>
          <p:cNvSpPr/>
          <p:nvPr/>
        </p:nvSpPr>
        <p:spPr>
          <a:xfrm>
            <a:off x="4864942" y="20994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6" name="Oval 3155"/>
          <p:cNvSpPr/>
          <p:nvPr/>
        </p:nvSpPr>
        <p:spPr>
          <a:xfrm>
            <a:off x="4894942" y="21294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157" name="Rounded Rectangle 3156"/>
          <p:cNvSpPr/>
          <p:nvPr/>
        </p:nvSpPr>
        <p:spPr>
          <a:xfrm>
            <a:off x="5064942" y="21144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158" name="Oval 3157"/>
          <p:cNvSpPr/>
          <p:nvPr/>
        </p:nvSpPr>
        <p:spPr>
          <a:xfrm>
            <a:off x="5281641" y="43058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9" name="Oval 3158"/>
          <p:cNvSpPr/>
          <p:nvPr/>
        </p:nvSpPr>
        <p:spPr>
          <a:xfrm>
            <a:off x="5311641" y="43358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160" name="Rounded Rectangle 3159"/>
          <p:cNvSpPr/>
          <p:nvPr/>
        </p:nvSpPr>
        <p:spPr>
          <a:xfrm>
            <a:off x="5481641" y="43208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161" name="Oval 3160"/>
          <p:cNvSpPr/>
          <p:nvPr/>
        </p:nvSpPr>
        <p:spPr>
          <a:xfrm>
            <a:off x="4858460" y="132073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2" name="Oval 3161"/>
          <p:cNvSpPr/>
          <p:nvPr/>
        </p:nvSpPr>
        <p:spPr>
          <a:xfrm>
            <a:off x="4888460" y="135073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163" name="Rounded Rectangle 3162"/>
          <p:cNvSpPr/>
          <p:nvPr/>
        </p:nvSpPr>
        <p:spPr>
          <a:xfrm>
            <a:off x="5058460" y="133573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164" name="Oval 3163"/>
          <p:cNvSpPr/>
          <p:nvPr/>
        </p:nvSpPr>
        <p:spPr>
          <a:xfrm>
            <a:off x="4090219" y="43155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5" name="Oval 3164"/>
          <p:cNvSpPr/>
          <p:nvPr/>
        </p:nvSpPr>
        <p:spPr>
          <a:xfrm>
            <a:off x="4120219" y="43455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166" name="Rounded Rectangle 3165"/>
          <p:cNvSpPr/>
          <p:nvPr/>
        </p:nvSpPr>
        <p:spPr>
          <a:xfrm>
            <a:off x="4290219" y="43305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167" name="Oval 3166"/>
          <p:cNvSpPr/>
          <p:nvPr/>
        </p:nvSpPr>
        <p:spPr>
          <a:xfrm>
            <a:off x="3758299" y="308689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8" name="Oval 3167"/>
          <p:cNvSpPr/>
          <p:nvPr/>
        </p:nvSpPr>
        <p:spPr>
          <a:xfrm>
            <a:off x="3788299" y="311689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169" name="Rounded Rectangle 3168"/>
          <p:cNvSpPr/>
          <p:nvPr/>
        </p:nvSpPr>
        <p:spPr>
          <a:xfrm>
            <a:off x="3958299" y="310189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170" name="Oval 3169"/>
          <p:cNvSpPr/>
          <p:nvPr/>
        </p:nvSpPr>
        <p:spPr>
          <a:xfrm>
            <a:off x="4344378" y="570229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1" name="Oval 3170"/>
          <p:cNvSpPr/>
          <p:nvPr/>
        </p:nvSpPr>
        <p:spPr>
          <a:xfrm>
            <a:off x="4374378" y="573229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172" name="Rounded Rectangle 3171"/>
          <p:cNvSpPr/>
          <p:nvPr/>
        </p:nvSpPr>
        <p:spPr>
          <a:xfrm>
            <a:off x="4544378" y="571729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173" name="Oval 3172"/>
          <p:cNvSpPr/>
          <p:nvPr/>
        </p:nvSpPr>
        <p:spPr>
          <a:xfrm>
            <a:off x="4977619" y="5737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4" name="Oval 3173"/>
          <p:cNvSpPr/>
          <p:nvPr/>
        </p:nvSpPr>
        <p:spPr>
          <a:xfrm>
            <a:off x="5007619" y="6037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175" name="Rounded Rectangle 3174"/>
          <p:cNvSpPr/>
          <p:nvPr/>
        </p:nvSpPr>
        <p:spPr>
          <a:xfrm>
            <a:off x="5177619" y="5887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176" name="Oval 3175"/>
          <p:cNvSpPr/>
          <p:nvPr/>
        </p:nvSpPr>
        <p:spPr>
          <a:xfrm>
            <a:off x="5428342" y="50987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7" name="Oval 3176"/>
          <p:cNvSpPr/>
          <p:nvPr/>
        </p:nvSpPr>
        <p:spPr>
          <a:xfrm>
            <a:off x="5458342" y="51287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178" name="Rounded Rectangle 3177"/>
          <p:cNvSpPr/>
          <p:nvPr/>
        </p:nvSpPr>
        <p:spPr>
          <a:xfrm>
            <a:off x="5628342" y="51137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179" name="Oval 3178"/>
          <p:cNvSpPr/>
          <p:nvPr/>
        </p:nvSpPr>
        <p:spPr>
          <a:xfrm>
            <a:off x="5892020" y="24781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0" name="Oval 3179"/>
          <p:cNvSpPr/>
          <p:nvPr/>
        </p:nvSpPr>
        <p:spPr>
          <a:xfrm>
            <a:off x="5922020" y="25081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181" name="Rounded Rectangle 3180"/>
          <p:cNvSpPr/>
          <p:nvPr/>
        </p:nvSpPr>
        <p:spPr>
          <a:xfrm>
            <a:off x="6092020" y="24931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182" name="Oval 3181"/>
          <p:cNvSpPr/>
          <p:nvPr/>
        </p:nvSpPr>
        <p:spPr>
          <a:xfrm>
            <a:off x="7186579" y="8766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3" name="Oval 3182"/>
          <p:cNvSpPr/>
          <p:nvPr/>
        </p:nvSpPr>
        <p:spPr>
          <a:xfrm>
            <a:off x="7216579" y="9066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184" name="Rounded Rectangle 3183"/>
          <p:cNvSpPr/>
          <p:nvPr/>
        </p:nvSpPr>
        <p:spPr>
          <a:xfrm>
            <a:off x="7386579" y="8916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185" name="Oval 3184"/>
          <p:cNvSpPr/>
          <p:nvPr/>
        </p:nvSpPr>
        <p:spPr>
          <a:xfrm>
            <a:off x="5891301" y="354409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6" name="Oval 3185"/>
          <p:cNvSpPr/>
          <p:nvPr/>
        </p:nvSpPr>
        <p:spPr>
          <a:xfrm>
            <a:off x="5921301" y="357409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187" name="Rounded Rectangle 3186"/>
          <p:cNvSpPr/>
          <p:nvPr/>
        </p:nvSpPr>
        <p:spPr>
          <a:xfrm>
            <a:off x="6091301" y="355909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188" name="Oval 3187"/>
          <p:cNvSpPr/>
          <p:nvPr/>
        </p:nvSpPr>
        <p:spPr>
          <a:xfrm>
            <a:off x="5358501" y="59058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9" name="Oval 3188"/>
          <p:cNvSpPr/>
          <p:nvPr/>
        </p:nvSpPr>
        <p:spPr>
          <a:xfrm>
            <a:off x="5388501" y="59358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190" name="Rounded Rectangle 3189"/>
          <p:cNvSpPr/>
          <p:nvPr/>
        </p:nvSpPr>
        <p:spPr>
          <a:xfrm>
            <a:off x="5558501" y="59208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191" name="Oval 3190"/>
          <p:cNvSpPr/>
          <p:nvPr/>
        </p:nvSpPr>
        <p:spPr>
          <a:xfrm>
            <a:off x="3147921" y="10291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2" name="Oval 3191"/>
          <p:cNvSpPr/>
          <p:nvPr/>
        </p:nvSpPr>
        <p:spPr>
          <a:xfrm>
            <a:off x="3177921" y="10591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193" name="Rounded Rectangle 3192"/>
          <p:cNvSpPr/>
          <p:nvPr/>
        </p:nvSpPr>
        <p:spPr>
          <a:xfrm>
            <a:off x="3347921" y="10441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"/>
          <p:cNvSpPr/>
          <p:nvPr/>
        </p:nvSpPr>
        <p:spPr>
          <a:xfrm>
            <a:off x="3114360" y="50760"/>
            <a:ext cx="29149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32: RJTT | RWY 22 | STAR NYLON2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4" name=""/>
          <p:cNvSpPr/>
          <p:nvPr/>
        </p:nvSpPr>
        <p:spPr>
          <a:xfrm flipV="1">
            <a:off x="5086440" y="4495680"/>
            <a:ext cx="446040" cy="874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5" name=""/>
          <p:cNvSpPr/>
          <p:nvPr/>
        </p:nvSpPr>
        <p:spPr>
          <a:xfrm flipH="1" flipV="1">
            <a:off x="5357520" y="3394080"/>
            <a:ext cx="174600" cy="1101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6" name=""/>
          <p:cNvSpPr/>
          <p:nvPr/>
        </p:nvSpPr>
        <p:spPr>
          <a:xfrm flipH="1" flipV="1">
            <a:off x="5182920" y="2293920"/>
            <a:ext cx="174600" cy="1100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7" name=""/>
          <p:cNvSpPr/>
          <p:nvPr/>
        </p:nvSpPr>
        <p:spPr>
          <a:xfrm flipH="1" flipV="1">
            <a:off x="4970160" y="1639440"/>
            <a:ext cx="212760" cy="654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8" name=""/>
          <p:cNvSpPr/>
          <p:nvPr/>
        </p:nvSpPr>
        <p:spPr>
          <a:xfrm flipH="1">
            <a:off x="4665240" y="1639800"/>
            <a:ext cx="304920" cy="98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9" name=""/>
          <p:cNvSpPr/>
          <p:nvPr/>
        </p:nvSpPr>
        <p:spPr>
          <a:xfrm flipH="1">
            <a:off x="4540320" y="1738440"/>
            <a:ext cx="125280" cy="41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5760" bIns="-5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0" name=""/>
          <p:cNvSpPr/>
          <p:nvPr/>
        </p:nvSpPr>
        <p:spPr>
          <a:xfrm flipH="1">
            <a:off x="3611520" y="1779480"/>
            <a:ext cx="928800" cy="301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41" name=""/>
          <p:cNvGrpSpPr/>
          <p:nvPr/>
        </p:nvGrpSpPr>
        <p:grpSpPr>
          <a:xfrm>
            <a:off x="5022720" y="5307120"/>
            <a:ext cx="741600" cy="200520"/>
            <a:chOff x="5022720" y="5307120"/>
            <a:chExt cx="741600" cy="200520"/>
          </a:xfrm>
        </p:grpSpPr>
        <p:sp>
          <p:nvSpPr>
            <p:cNvPr id="3142" name=""/>
            <p:cNvSpPr/>
            <p:nvPr/>
          </p:nvSpPr>
          <p:spPr>
            <a:xfrm>
              <a:off x="502272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43" name=""/>
            <p:cNvSpPr/>
            <p:nvPr/>
          </p:nvSpPr>
          <p:spPr>
            <a:xfrm>
              <a:off x="5189040" y="5307120"/>
              <a:ext cx="5752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'ADDUM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44" name=""/>
          <p:cNvGrpSpPr/>
          <p:nvPr/>
        </p:nvGrpSpPr>
        <p:grpSpPr>
          <a:xfrm>
            <a:off x="5481720" y="4432320"/>
            <a:ext cx="540360" cy="200520"/>
            <a:chOff x="5481720" y="4432320"/>
            <a:chExt cx="540360" cy="200520"/>
          </a:xfrm>
        </p:grpSpPr>
        <p:sp>
          <p:nvSpPr>
            <p:cNvPr id="3145" name=""/>
            <p:cNvSpPr/>
            <p:nvPr/>
          </p:nvSpPr>
          <p:spPr>
            <a:xfrm>
              <a:off x="5481720" y="44449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46" name=""/>
            <p:cNvSpPr/>
            <p:nvPr/>
          </p:nvSpPr>
          <p:spPr>
            <a:xfrm>
              <a:off x="5601960" y="443232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BLITZ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47" name=""/>
          <p:cNvGrpSpPr/>
          <p:nvPr/>
        </p:nvGrpSpPr>
        <p:grpSpPr>
          <a:xfrm>
            <a:off x="5307120" y="3330720"/>
            <a:ext cx="569880" cy="200520"/>
            <a:chOff x="5307120" y="3330720"/>
            <a:chExt cx="569880" cy="200520"/>
          </a:xfrm>
        </p:grpSpPr>
        <p:sp>
          <p:nvSpPr>
            <p:cNvPr id="3148" name=""/>
            <p:cNvSpPr/>
            <p:nvPr/>
          </p:nvSpPr>
          <p:spPr>
            <a:xfrm>
              <a:off x="5307120" y="3343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49" name=""/>
            <p:cNvSpPr/>
            <p:nvPr/>
          </p:nvSpPr>
          <p:spPr>
            <a:xfrm>
              <a:off x="5397480" y="33307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BRASS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50" name=""/>
          <p:cNvGrpSpPr/>
          <p:nvPr/>
        </p:nvGrpSpPr>
        <p:grpSpPr>
          <a:xfrm>
            <a:off x="5132520" y="2230560"/>
            <a:ext cx="572040" cy="200520"/>
            <a:chOff x="5132520" y="2230560"/>
            <a:chExt cx="572040" cy="200520"/>
          </a:xfrm>
        </p:grpSpPr>
        <p:sp>
          <p:nvSpPr>
            <p:cNvPr id="3151" name=""/>
            <p:cNvSpPr/>
            <p:nvPr/>
          </p:nvSpPr>
          <p:spPr>
            <a:xfrm>
              <a:off x="5132520" y="22431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2" name=""/>
            <p:cNvSpPr/>
            <p:nvPr/>
          </p:nvSpPr>
          <p:spPr>
            <a:xfrm>
              <a:off x="5220720" y="223056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NYLON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53" name=""/>
          <p:cNvGrpSpPr/>
          <p:nvPr/>
        </p:nvGrpSpPr>
        <p:grpSpPr>
          <a:xfrm>
            <a:off x="4930920" y="1576440"/>
            <a:ext cx="527040" cy="200520"/>
            <a:chOff x="4930920" y="1576440"/>
            <a:chExt cx="527040" cy="200520"/>
          </a:xfrm>
        </p:grpSpPr>
        <p:sp>
          <p:nvSpPr>
            <p:cNvPr id="3154" name=""/>
            <p:cNvSpPr/>
            <p:nvPr/>
          </p:nvSpPr>
          <p:spPr>
            <a:xfrm>
              <a:off x="4930920" y="1598760"/>
              <a:ext cx="8064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5" name=""/>
            <p:cNvSpPr/>
            <p:nvPr/>
          </p:nvSpPr>
          <p:spPr>
            <a:xfrm>
              <a:off x="5022720" y="157644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NIFTY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56" name=""/>
          <p:cNvGrpSpPr/>
          <p:nvPr/>
        </p:nvGrpSpPr>
        <p:grpSpPr>
          <a:xfrm>
            <a:off x="4624560" y="1674720"/>
            <a:ext cx="551520" cy="200520"/>
            <a:chOff x="4624560" y="1674720"/>
            <a:chExt cx="551520" cy="200520"/>
          </a:xfrm>
        </p:grpSpPr>
        <p:sp>
          <p:nvSpPr>
            <p:cNvPr id="3157" name=""/>
            <p:cNvSpPr/>
            <p:nvPr/>
          </p:nvSpPr>
          <p:spPr>
            <a:xfrm>
              <a:off x="4624560" y="1697040"/>
              <a:ext cx="806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8" name=""/>
            <p:cNvSpPr/>
            <p:nvPr/>
          </p:nvSpPr>
          <p:spPr>
            <a:xfrm>
              <a:off x="4692240" y="167472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NEXUS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59" name=""/>
          <p:cNvGrpSpPr/>
          <p:nvPr/>
        </p:nvGrpSpPr>
        <p:grpSpPr>
          <a:xfrm>
            <a:off x="4500720" y="1716120"/>
            <a:ext cx="537120" cy="200520"/>
            <a:chOff x="4500720" y="1716120"/>
            <a:chExt cx="537120" cy="200520"/>
          </a:xfrm>
        </p:grpSpPr>
        <p:sp>
          <p:nvSpPr>
            <p:cNvPr id="3160" name=""/>
            <p:cNvSpPr/>
            <p:nvPr/>
          </p:nvSpPr>
          <p:spPr>
            <a:xfrm>
              <a:off x="4500720" y="173844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1" name=""/>
            <p:cNvSpPr/>
            <p:nvPr/>
          </p:nvSpPr>
          <p:spPr>
            <a:xfrm>
              <a:off x="4582800" y="171612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NITRO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62" name=""/>
          <p:cNvGrpSpPr/>
          <p:nvPr/>
        </p:nvGrpSpPr>
        <p:grpSpPr>
          <a:xfrm>
            <a:off x="3548160" y="2017800"/>
            <a:ext cx="646560" cy="200520"/>
            <a:chOff x="3548160" y="2017800"/>
            <a:chExt cx="646560" cy="200520"/>
          </a:xfrm>
        </p:grpSpPr>
        <p:sp>
          <p:nvSpPr>
            <p:cNvPr id="3163" name=""/>
            <p:cNvSpPr/>
            <p:nvPr/>
          </p:nvSpPr>
          <p:spPr>
            <a:xfrm>
              <a:off x="3548160" y="201780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4" name=""/>
            <p:cNvSpPr/>
            <p:nvPr/>
          </p:nvSpPr>
          <p:spPr>
            <a:xfrm>
              <a:off x="3702960" y="2017800"/>
              <a:ext cx="4917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'RW22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65" name=""/>
          <p:cNvGrpSpPr/>
          <p:nvPr/>
        </p:nvGrpSpPr>
        <p:grpSpPr>
          <a:xfrm>
            <a:off x="7924680" y="3657600"/>
            <a:ext cx="479160" cy="200520"/>
            <a:chOff x="7924680" y="3657600"/>
            <a:chExt cx="479160" cy="200520"/>
          </a:xfrm>
        </p:grpSpPr>
        <p:sp>
          <p:nvSpPr>
            <p:cNvPr id="3166" name=""/>
            <p:cNvSpPr/>
            <p:nvPr/>
          </p:nvSpPr>
          <p:spPr>
            <a:xfrm>
              <a:off x="7924680" y="366408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7" name=""/>
            <p:cNvSpPr/>
            <p:nvPr/>
          </p:nvSpPr>
          <p:spPr>
            <a:xfrm>
              <a:off x="806616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68" name=""/>
          <p:cNvGrpSpPr/>
          <p:nvPr/>
        </p:nvGrpSpPr>
        <p:grpSpPr>
          <a:xfrm>
            <a:off x="762120" y="4343400"/>
            <a:ext cx="479160" cy="200520"/>
            <a:chOff x="762120" y="4343400"/>
            <a:chExt cx="479160" cy="200520"/>
          </a:xfrm>
        </p:grpSpPr>
        <p:sp>
          <p:nvSpPr>
            <p:cNvPr id="3169" name=""/>
            <p:cNvSpPr/>
            <p:nvPr/>
          </p:nvSpPr>
          <p:spPr>
            <a:xfrm>
              <a:off x="762120" y="43495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0" name=""/>
            <p:cNvSpPr/>
            <p:nvPr/>
          </p:nvSpPr>
          <p:spPr>
            <a:xfrm>
              <a:off x="90360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71" name=""/>
          <p:cNvGrpSpPr/>
          <p:nvPr/>
        </p:nvGrpSpPr>
        <p:grpSpPr>
          <a:xfrm>
            <a:off x="1828800" y="1295280"/>
            <a:ext cx="459720" cy="200520"/>
            <a:chOff x="1828800" y="1295280"/>
            <a:chExt cx="459720" cy="200520"/>
          </a:xfrm>
        </p:grpSpPr>
        <p:sp>
          <p:nvSpPr>
            <p:cNvPr id="3172" name=""/>
            <p:cNvSpPr/>
            <p:nvPr/>
          </p:nvSpPr>
          <p:spPr>
            <a:xfrm>
              <a:off x="1828800" y="13096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3" name=""/>
            <p:cNvSpPr/>
            <p:nvPr/>
          </p:nvSpPr>
          <p:spPr>
            <a:xfrm>
              <a:off x="195084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74" name=""/>
          <p:cNvGrpSpPr/>
          <p:nvPr/>
        </p:nvGrpSpPr>
        <p:grpSpPr>
          <a:xfrm>
            <a:off x="4114800" y="2362320"/>
            <a:ext cx="461520" cy="200520"/>
            <a:chOff x="4114800" y="2362320"/>
            <a:chExt cx="461520" cy="200520"/>
          </a:xfrm>
        </p:grpSpPr>
        <p:sp>
          <p:nvSpPr>
            <p:cNvPr id="3175" name=""/>
            <p:cNvSpPr/>
            <p:nvPr/>
          </p:nvSpPr>
          <p:spPr>
            <a:xfrm>
              <a:off x="4114800" y="2378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6" name=""/>
            <p:cNvSpPr/>
            <p:nvPr/>
          </p:nvSpPr>
          <p:spPr>
            <a:xfrm>
              <a:off x="4238640" y="236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77" name=""/>
          <p:cNvGrpSpPr/>
          <p:nvPr/>
        </p:nvGrpSpPr>
        <p:grpSpPr>
          <a:xfrm>
            <a:off x="7772400" y="685800"/>
            <a:ext cx="460080" cy="200520"/>
            <a:chOff x="7772400" y="685800"/>
            <a:chExt cx="460080" cy="200520"/>
          </a:xfrm>
        </p:grpSpPr>
        <p:sp>
          <p:nvSpPr>
            <p:cNvPr id="3178" name=""/>
            <p:cNvSpPr/>
            <p:nvPr/>
          </p:nvSpPr>
          <p:spPr>
            <a:xfrm>
              <a:off x="7772400" y="701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9" name=""/>
            <p:cNvSpPr/>
            <p:nvPr/>
          </p:nvSpPr>
          <p:spPr>
            <a:xfrm>
              <a:off x="7894800" y="685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80" name=""/>
          <p:cNvGrpSpPr/>
          <p:nvPr/>
        </p:nvGrpSpPr>
        <p:grpSpPr>
          <a:xfrm>
            <a:off x="3581280" y="6095880"/>
            <a:ext cx="461520" cy="200520"/>
            <a:chOff x="3581280" y="6095880"/>
            <a:chExt cx="461520" cy="200520"/>
          </a:xfrm>
        </p:grpSpPr>
        <p:sp>
          <p:nvSpPr>
            <p:cNvPr id="3181" name=""/>
            <p:cNvSpPr/>
            <p:nvPr/>
          </p:nvSpPr>
          <p:spPr>
            <a:xfrm>
              <a:off x="3581280" y="6111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82" name=""/>
            <p:cNvSpPr/>
            <p:nvPr/>
          </p:nvSpPr>
          <p:spPr>
            <a:xfrm>
              <a:off x="370512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83" name=""/>
          <p:cNvGrpSpPr/>
          <p:nvPr/>
        </p:nvGrpSpPr>
        <p:grpSpPr>
          <a:xfrm>
            <a:off x="5835600" y="6094440"/>
            <a:ext cx="461880" cy="200520"/>
            <a:chOff x="5835600" y="6094440"/>
            <a:chExt cx="461880" cy="200520"/>
          </a:xfrm>
        </p:grpSpPr>
        <p:sp>
          <p:nvSpPr>
            <p:cNvPr id="3184" name=""/>
            <p:cNvSpPr/>
            <p:nvPr/>
          </p:nvSpPr>
          <p:spPr>
            <a:xfrm>
              <a:off x="5835600" y="6108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85" name=""/>
            <p:cNvSpPr/>
            <p:nvPr/>
          </p:nvSpPr>
          <p:spPr>
            <a:xfrm>
              <a:off x="5959800" y="6094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86" name=""/>
          <p:cNvGrpSpPr/>
          <p:nvPr/>
        </p:nvGrpSpPr>
        <p:grpSpPr>
          <a:xfrm>
            <a:off x="6477120" y="3733920"/>
            <a:ext cx="461160" cy="200520"/>
            <a:chOff x="6477120" y="3733920"/>
            <a:chExt cx="461160" cy="200520"/>
          </a:xfrm>
        </p:grpSpPr>
        <p:sp>
          <p:nvSpPr>
            <p:cNvPr id="3187" name=""/>
            <p:cNvSpPr/>
            <p:nvPr/>
          </p:nvSpPr>
          <p:spPr>
            <a:xfrm>
              <a:off x="6477120" y="37497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88" name=""/>
            <p:cNvSpPr/>
            <p:nvPr/>
          </p:nvSpPr>
          <p:spPr>
            <a:xfrm>
              <a:off x="6600600" y="3733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89" name=""/>
          <p:cNvGrpSpPr/>
          <p:nvPr/>
        </p:nvGrpSpPr>
        <p:grpSpPr>
          <a:xfrm>
            <a:off x="4114800" y="5105520"/>
            <a:ext cx="461520" cy="200520"/>
            <a:chOff x="4114800" y="5105520"/>
            <a:chExt cx="461520" cy="200520"/>
          </a:xfrm>
        </p:grpSpPr>
        <p:sp>
          <p:nvSpPr>
            <p:cNvPr id="3190" name=""/>
            <p:cNvSpPr/>
            <p:nvPr/>
          </p:nvSpPr>
          <p:spPr>
            <a:xfrm>
              <a:off x="4114800" y="5119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1" name=""/>
            <p:cNvSpPr/>
            <p:nvPr/>
          </p:nvSpPr>
          <p:spPr>
            <a:xfrm>
              <a:off x="423864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92" name=""/>
          <p:cNvGrpSpPr/>
          <p:nvPr/>
        </p:nvGrpSpPr>
        <p:grpSpPr>
          <a:xfrm>
            <a:off x="3809880" y="1143000"/>
            <a:ext cx="461520" cy="200520"/>
            <a:chOff x="3809880" y="1143000"/>
            <a:chExt cx="461520" cy="200520"/>
          </a:xfrm>
        </p:grpSpPr>
        <p:sp>
          <p:nvSpPr>
            <p:cNvPr id="3193" name=""/>
            <p:cNvSpPr/>
            <p:nvPr/>
          </p:nvSpPr>
          <p:spPr>
            <a:xfrm>
              <a:off x="3809880" y="11588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4" name=""/>
            <p:cNvSpPr/>
            <p:nvPr/>
          </p:nvSpPr>
          <p:spPr>
            <a:xfrm>
              <a:off x="393372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95" name=""/>
          <p:cNvGrpSpPr/>
          <p:nvPr/>
        </p:nvGrpSpPr>
        <p:grpSpPr>
          <a:xfrm>
            <a:off x="6781680" y="1752480"/>
            <a:ext cx="461880" cy="200520"/>
            <a:chOff x="6781680" y="1752480"/>
            <a:chExt cx="461880" cy="200520"/>
          </a:xfrm>
        </p:grpSpPr>
        <p:sp>
          <p:nvSpPr>
            <p:cNvPr id="3196" name=""/>
            <p:cNvSpPr/>
            <p:nvPr/>
          </p:nvSpPr>
          <p:spPr>
            <a:xfrm>
              <a:off x="6781680" y="1768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7" name=""/>
            <p:cNvSpPr/>
            <p:nvPr/>
          </p:nvSpPr>
          <p:spPr>
            <a:xfrm>
              <a:off x="690588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98" name=""/>
          <p:cNvGrpSpPr/>
          <p:nvPr/>
        </p:nvGrpSpPr>
        <p:grpSpPr>
          <a:xfrm>
            <a:off x="5486400" y="1905120"/>
            <a:ext cx="460080" cy="200520"/>
            <a:chOff x="5486400" y="1905120"/>
            <a:chExt cx="460080" cy="200520"/>
          </a:xfrm>
        </p:grpSpPr>
        <p:sp>
          <p:nvSpPr>
            <p:cNvPr id="3199" name=""/>
            <p:cNvSpPr/>
            <p:nvPr/>
          </p:nvSpPr>
          <p:spPr>
            <a:xfrm>
              <a:off x="5486400" y="19191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0" name=""/>
            <p:cNvSpPr/>
            <p:nvPr/>
          </p:nvSpPr>
          <p:spPr>
            <a:xfrm>
              <a:off x="560880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01" name=""/>
          <p:cNvGrpSpPr/>
          <p:nvPr/>
        </p:nvGrpSpPr>
        <p:grpSpPr>
          <a:xfrm>
            <a:off x="6400800" y="4876920"/>
            <a:ext cx="461520" cy="200520"/>
            <a:chOff x="6400800" y="4876920"/>
            <a:chExt cx="461520" cy="200520"/>
          </a:xfrm>
        </p:grpSpPr>
        <p:sp>
          <p:nvSpPr>
            <p:cNvPr id="3202" name=""/>
            <p:cNvSpPr/>
            <p:nvPr/>
          </p:nvSpPr>
          <p:spPr>
            <a:xfrm>
              <a:off x="6400800" y="48927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3" name=""/>
            <p:cNvSpPr/>
            <p:nvPr/>
          </p:nvSpPr>
          <p:spPr>
            <a:xfrm>
              <a:off x="652464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04" name=""/>
          <p:cNvGrpSpPr/>
          <p:nvPr/>
        </p:nvGrpSpPr>
        <p:grpSpPr>
          <a:xfrm>
            <a:off x="2743200" y="2743200"/>
            <a:ext cx="461520" cy="200520"/>
            <a:chOff x="2743200" y="2743200"/>
            <a:chExt cx="461520" cy="200520"/>
          </a:xfrm>
        </p:grpSpPr>
        <p:sp>
          <p:nvSpPr>
            <p:cNvPr id="3205" name=""/>
            <p:cNvSpPr/>
            <p:nvPr/>
          </p:nvSpPr>
          <p:spPr>
            <a:xfrm>
              <a:off x="2743200" y="2757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6" name=""/>
            <p:cNvSpPr/>
            <p:nvPr/>
          </p:nvSpPr>
          <p:spPr>
            <a:xfrm>
              <a:off x="286704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07" name=""/>
          <p:cNvGrpSpPr/>
          <p:nvPr/>
        </p:nvGrpSpPr>
        <p:grpSpPr>
          <a:xfrm>
            <a:off x="3124080" y="4495680"/>
            <a:ext cx="461520" cy="200520"/>
            <a:chOff x="3124080" y="4495680"/>
            <a:chExt cx="461520" cy="200520"/>
          </a:xfrm>
        </p:grpSpPr>
        <p:sp>
          <p:nvSpPr>
            <p:cNvPr id="3208" name=""/>
            <p:cNvSpPr/>
            <p:nvPr/>
          </p:nvSpPr>
          <p:spPr>
            <a:xfrm>
              <a:off x="3124080" y="4511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9" name=""/>
            <p:cNvSpPr/>
            <p:nvPr/>
          </p:nvSpPr>
          <p:spPr>
            <a:xfrm>
              <a:off x="324792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10" name=""/>
          <p:cNvGrpSpPr/>
          <p:nvPr/>
        </p:nvGrpSpPr>
        <p:grpSpPr>
          <a:xfrm>
            <a:off x="5257800" y="1066680"/>
            <a:ext cx="461880" cy="200520"/>
            <a:chOff x="5257800" y="1066680"/>
            <a:chExt cx="461880" cy="200520"/>
          </a:xfrm>
        </p:grpSpPr>
        <p:sp>
          <p:nvSpPr>
            <p:cNvPr id="3211" name=""/>
            <p:cNvSpPr/>
            <p:nvPr/>
          </p:nvSpPr>
          <p:spPr>
            <a:xfrm>
              <a:off x="5257800" y="1081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12" name=""/>
            <p:cNvSpPr/>
            <p:nvPr/>
          </p:nvSpPr>
          <p:spPr>
            <a:xfrm>
              <a:off x="538200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13" name=""/>
          <p:cNvGrpSpPr/>
          <p:nvPr/>
        </p:nvGrpSpPr>
        <p:grpSpPr>
          <a:xfrm>
            <a:off x="5846760" y="2765520"/>
            <a:ext cx="461880" cy="200520"/>
            <a:chOff x="5846760" y="2765520"/>
            <a:chExt cx="461880" cy="200520"/>
          </a:xfrm>
        </p:grpSpPr>
        <p:sp>
          <p:nvSpPr>
            <p:cNvPr id="3214" name=""/>
            <p:cNvSpPr/>
            <p:nvPr/>
          </p:nvSpPr>
          <p:spPr>
            <a:xfrm>
              <a:off x="5846760" y="27813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15" name=""/>
            <p:cNvSpPr/>
            <p:nvPr/>
          </p:nvSpPr>
          <p:spPr>
            <a:xfrm>
              <a:off x="5970960" y="276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16" name=""/>
          <p:cNvGrpSpPr/>
          <p:nvPr/>
        </p:nvGrpSpPr>
        <p:grpSpPr>
          <a:xfrm>
            <a:off x="1905120" y="5943600"/>
            <a:ext cx="459720" cy="200520"/>
            <a:chOff x="1905120" y="5943600"/>
            <a:chExt cx="459720" cy="200520"/>
          </a:xfrm>
        </p:grpSpPr>
        <p:sp>
          <p:nvSpPr>
            <p:cNvPr id="3217" name=""/>
            <p:cNvSpPr/>
            <p:nvPr/>
          </p:nvSpPr>
          <p:spPr>
            <a:xfrm>
              <a:off x="1905120" y="59580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18" name=""/>
            <p:cNvSpPr/>
            <p:nvPr/>
          </p:nvSpPr>
          <p:spPr>
            <a:xfrm>
              <a:off x="2027160" y="5943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19" name=""/>
          <p:cNvGrpSpPr/>
          <p:nvPr/>
        </p:nvGrpSpPr>
        <p:grpSpPr>
          <a:xfrm>
            <a:off x="4114800" y="3809880"/>
            <a:ext cx="461520" cy="200520"/>
            <a:chOff x="4114800" y="3809880"/>
            <a:chExt cx="461520" cy="200520"/>
          </a:xfrm>
        </p:grpSpPr>
        <p:sp>
          <p:nvSpPr>
            <p:cNvPr id="3220" name=""/>
            <p:cNvSpPr/>
            <p:nvPr/>
          </p:nvSpPr>
          <p:spPr>
            <a:xfrm>
              <a:off x="4114800" y="3824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1" name=""/>
            <p:cNvSpPr/>
            <p:nvPr/>
          </p:nvSpPr>
          <p:spPr>
            <a:xfrm>
              <a:off x="423864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22" name=""/>
          <p:cNvGrpSpPr/>
          <p:nvPr/>
        </p:nvGrpSpPr>
        <p:grpSpPr>
          <a:xfrm>
            <a:off x="4419720" y="3048120"/>
            <a:ext cx="461520" cy="200520"/>
            <a:chOff x="4419720" y="3048120"/>
            <a:chExt cx="461520" cy="200520"/>
          </a:xfrm>
        </p:grpSpPr>
        <p:sp>
          <p:nvSpPr>
            <p:cNvPr id="3223" name=""/>
            <p:cNvSpPr/>
            <p:nvPr/>
          </p:nvSpPr>
          <p:spPr>
            <a:xfrm>
              <a:off x="4419720" y="3063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4" name=""/>
            <p:cNvSpPr/>
            <p:nvPr/>
          </p:nvSpPr>
          <p:spPr>
            <a:xfrm>
              <a:off x="4543560" y="30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25" name="Rounded Rectangle 3224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3226" name="Oval 3225"/>
          <p:cNvSpPr/>
          <p:nvPr/>
        </p:nvSpPr>
        <p:spPr>
          <a:xfrm>
            <a:off x="7881917" y="36211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7" name="Oval 3226"/>
          <p:cNvSpPr/>
          <p:nvPr/>
        </p:nvSpPr>
        <p:spPr>
          <a:xfrm>
            <a:off x="7911917" y="36511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228" name="Rounded Rectangle 3227"/>
          <p:cNvSpPr/>
          <p:nvPr/>
        </p:nvSpPr>
        <p:spPr>
          <a:xfrm>
            <a:off x="8081917" y="36361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229" name="Oval 3228"/>
          <p:cNvSpPr/>
          <p:nvPr/>
        </p:nvSpPr>
        <p:spPr>
          <a:xfrm>
            <a:off x="719356" y="43067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0" name="Oval 3229"/>
          <p:cNvSpPr/>
          <p:nvPr/>
        </p:nvSpPr>
        <p:spPr>
          <a:xfrm>
            <a:off x="749356" y="43367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231" name="Rounded Rectangle 3230"/>
          <p:cNvSpPr/>
          <p:nvPr/>
        </p:nvSpPr>
        <p:spPr>
          <a:xfrm>
            <a:off x="919356" y="43217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232" name="Oval 3231"/>
          <p:cNvSpPr/>
          <p:nvPr/>
        </p:nvSpPr>
        <p:spPr>
          <a:xfrm>
            <a:off x="1776317" y="12580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3" name="Oval 3232"/>
          <p:cNvSpPr/>
          <p:nvPr/>
        </p:nvSpPr>
        <p:spPr>
          <a:xfrm>
            <a:off x="1806317" y="12880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234" name="Rounded Rectangle 3233"/>
          <p:cNvSpPr/>
          <p:nvPr/>
        </p:nvSpPr>
        <p:spPr>
          <a:xfrm>
            <a:off x="1976317" y="12730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235" name="Oval 3234"/>
          <p:cNvSpPr/>
          <p:nvPr/>
        </p:nvSpPr>
        <p:spPr>
          <a:xfrm>
            <a:off x="4063219" y="23265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6" name="Oval 3235"/>
          <p:cNvSpPr/>
          <p:nvPr/>
        </p:nvSpPr>
        <p:spPr>
          <a:xfrm>
            <a:off x="4093219" y="23565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237" name="Rounded Rectangle 3236"/>
          <p:cNvSpPr/>
          <p:nvPr/>
        </p:nvSpPr>
        <p:spPr>
          <a:xfrm>
            <a:off x="4263219" y="23415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238" name="Oval 3237"/>
          <p:cNvSpPr/>
          <p:nvPr/>
        </p:nvSpPr>
        <p:spPr>
          <a:xfrm>
            <a:off x="7719916" y="6500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9" name="Oval 3238"/>
          <p:cNvSpPr/>
          <p:nvPr/>
        </p:nvSpPr>
        <p:spPr>
          <a:xfrm>
            <a:off x="7749916" y="6800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240" name="Rounded Rectangle 3239"/>
          <p:cNvSpPr/>
          <p:nvPr/>
        </p:nvSpPr>
        <p:spPr>
          <a:xfrm>
            <a:off x="7919916" y="6650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241" name="Oval 3240"/>
          <p:cNvSpPr/>
          <p:nvPr/>
        </p:nvSpPr>
        <p:spPr>
          <a:xfrm>
            <a:off x="3529698" y="60601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2" name="Oval 3241"/>
          <p:cNvSpPr/>
          <p:nvPr/>
        </p:nvSpPr>
        <p:spPr>
          <a:xfrm>
            <a:off x="3559698" y="60901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243" name="Rounded Rectangle 3242"/>
          <p:cNvSpPr/>
          <p:nvPr/>
        </p:nvSpPr>
        <p:spPr>
          <a:xfrm>
            <a:off x="3729698" y="60751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244" name="Oval 3243"/>
          <p:cNvSpPr/>
          <p:nvPr/>
        </p:nvSpPr>
        <p:spPr>
          <a:xfrm>
            <a:off x="5784016" y="60572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5" name="Oval 3244"/>
          <p:cNvSpPr/>
          <p:nvPr/>
        </p:nvSpPr>
        <p:spPr>
          <a:xfrm>
            <a:off x="5814016" y="60872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246" name="Rounded Rectangle 3245"/>
          <p:cNvSpPr/>
          <p:nvPr/>
        </p:nvSpPr>
        <p:spPr>
          <a:xfrm>
            <a:off x="5984016" y="60722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247" name="Oval 3246"/>
          <p:cNvSpPr/>
          <p:nvPr/>
        </p:nvSpPr>
        <p:spPr>
          <a:xfrm>
            <a:off x="6425357" y="36981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8" name="Oval 3247"/>
          <p:cNvSpPr/>
          <p:nvPr/>
        </p:nvSpPr>
        <p:spPr>
          <a:xfrm>
            <a:off x="6455357" y="37281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249" name="Rounded Rectangle 3248"/>
          <p:cNvSpPr/>
          <p:nvPr/>
        </p:nvSpPr>
        <p:spPr>
          <a:xfrm>
            <a:off x="6625357" y="37131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250" name="Oval 3249"/>
          <p:cNvSpPr/>
          <p:nvPr/>
        </p:nvSpPr>
        <p:spPr>
          <a:xfrm>
            <a:off x="4063219" y="50683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1" name="Oval 3250"/>
          <p:cNvSpPr/>
          <p:nvPr/>
        </p:nvSpPr>
        <p:spPr>
          <a:xfrm>
            <a:off x="4093219" y="50983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252" name="Rounded Rectangle 3251"/>
          <p:cNvSpPr/>
          <p:nvPr/>
        </p:nvSpPr>
        <p:spPr>
          <a:xfrm>
            <a:off x="4263219" y="50833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253" name="Oval 3252"/>
          <p:cNvSpPr/>
          <p:nvPr/>
        </p:nvSpPr>
        <p:spPr>
          <a:xfrm>
            <a:off x="3758296" y="110636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4" name="Oval 3253"/>
          <p:cNvSpPr/>
          <p:nvPr/>
        </p:nvSpPr>
        <p:spPr>
          <a:xfrm>
            <a:off x="3788296" y="113636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255" name="Rounded Rectangle 3254"/>
          <p:cNvSpPr/>
          <p:nvPr/>
        </p:nvSpPr>
        <p:spPr>
          <a:xfrm>
            <a:off x="3958296" y="112136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256" name="Oval 3255"/>
          <p:cNvSpPr/>
          <p:nvPr/>
        </p:nvSpPr>
        <p:spPr>
          <a:xfrm>
            <a:off x="6730096" y="17167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7" name="Oval 3256"/>
          <p:cNvSpPr/>
          <p:nvPr/>
        </p:nvSpPr>
        <p:spPr>
          <a:xfrm>
            <a:off x="6760096" y="17467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258" name="Rounded Rectangle 3257"/>
          <p:cNvSpPr/>
          <p:nvPr/>
        </p:nvSpPr>
        <p:spPr>
          <a:xfrm>
            <a:off x="6930096" y="17317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259" name="Oval 3258"/>
          <p:cNvSpPr/>
          <p:nvPr/>
        </p:nvSpPr>
        <p:spPr>
          <a:xfrm>
            <a:off x="5434095" y="18675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0" name="Oval 3259"/>
          <p:cNvSpPr/>
          <p:nvPr/>
        </p:nvSpPr>
        <p:spPr>
          <a:xfrm>
            <a:off x="5464095" y="18975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261" name="Rounded Rectangle 3260"/>
          <p:cNvSpPr/>
          <p:nvPr/>
        </p:nvSpPr>
        <p:spPr>
          <a:xfrm>
            <a:off x="5634095" y="18825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262" name="Oval 3261"/>
          <p:cNvSpPr/>
          <p:nvPr/>
        </p:nvSpPr>
        <p:spPr>
          <a:xfrm>
            <a:off x="6349216" y="48402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3" name="Oval 3262"/>
          <p:cNvSpPr/>
          <p:nvPr/>
        </p:nvSpPr>
        <p:spPr>
          <a:xfrm>
            <a:off x="6379216" y="48702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264" name="Rounded Rectangle 3263"/>
          <p:cNvSpPr/>
          <p:nvPr/>
        </p:nvSpPr>
        <p:spPr>
          <a:xfrm>
            <a:off x="6549216" y="48552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265" name="Oval 3264"/>
          <p:cNvSpPr/>
          <p:nvPr/>
        </p:nvSpPr>
        <p:spPr>
          <a:xfrm>
            <a:off x="2691615" y="27054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6" name="Oval 3265"/>
          <p:cNvSpPr/>
          <p:nvPr/>
        </p:nvSpPr>
        <p:spPr>
          <a:xfrm>
            <a:off x="2721615" y="27354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267" name="Rounded Rectangle 3266"/>
          <p:cNvSpPr/>
          <p:nvPr/>
        </p:nvSpPr>
        <p:spPr>
          <a:xfrm>
            <a:off x="2891615" y="27204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268" name="Oval 3267"/>
          <p:cNvSpPr/>
          <p:nvPr/>
        </p:nvSpPr>
        <p:spPr>
          <a:xfrm>
            <a:off x="3072494" y="44599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9" name="Oval 3268"/>
          <p:cNvSpPr/>
          <p:nvPr/>
        </p:nvSpPr>
        <p:spPr>
          <a:xfrm>
            <a:off x="3102494" y="44899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270" name="Rounded Rectangle 3269"/>
          <p:cNvSpPr/>
          <p:nvPr/>
        </p:nvSpPr>
        <p:spPr>
          <a:xfrm>
            <a:off x="3272494" y="44749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271" name="Oval 3270"/>
          <p:cNvSpPr/>
          <p:nvPr/>
        </p:nvSpPr>
        <p:spPr>
          <a:xfrm>
            <a:off x="5206218" y="10295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2" name="Oval 3271"/>
          <p:cNvSpPr/>
          <p:nvPr/>
        </p:nvSpPr>
        <p:spPr>
          <a:xfrm>
            <a:off x="5236218" y="10595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273" name="Rounded Rectangle 3272"/>
          <p:cNvSpPr/>
          <p:nvPr/>
        </p:nvSpPr>
        <p:spPr>
          <a:xfrm>
            <a:off x="5406218" y="10445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274" name="Oval 3273"/>
          <p:cNvSpPr/>
          <p:nvPr/>
        </p:nvSpPr>
        <p:spPr>
          <a:xfrm>
            <a:off x="5795179" y="27288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5" name="Oval 3274"/>
          <p:cNvSpPr/>
          <p:nvPr/>
        </p:nvSpPr>
        <p:spPr>
          <a:xfrm>
            <a:off x="5825179" y="27588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276" name="Rounded Rectangle 3275"/>
          <p:cNvSpPr/>
          <p:nvPr/>
        </p:nvSpPr>
        <p:spPr>
          <a:xfrm>
            <a:off x="5995179" y="27438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277" name="Oval 3276"/>
          <p:cNvSpPr/>
          <p:nvPr/>
        </p:nvSpPr>
        <p:spPr>
          <a:xfrm>
            <a:off x="1852634" y="59064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8" name="Oval 3277"/>
          <p:cNvSpPr/>
          <p:nvPr/>
        </p:nvSpPr>
        <p:spPr>
          <a:xfrm>
            <a:off x="1882634" y="59364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279" name="Rounded Rectangle 3278"/>
          <p:cNvSpPr/>
          <p:nvPr/>
        </p:nvSpPr>
        <p:spPr>
          <a:xfrm>
            <a:off x="2052634" y="59214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280" name="Oval 3279"/>
          <p:cNvSpPr/>
          <p:nvPr/>
        </p:nvSpPr>
        <p:spPr>
          <a:xfrm>
            <a:off x="4063219" y="377270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1" name="Oval 3280"/>
          <p:cNvSpPr/>
          <p:nvPr/>
        </p:nvSpPr>
        <p:spPr>
          <a:xfrm>
            <a:off x="4093219" y="380270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282" name="Rounded Rectangle 3281"/>
          <p:cNvSpPr/>
          <p:nvPr/>
        </p:nvSpPr>
        <p:spPr>
          <a:xfrm>
            <a:off x="4263219" y="378770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283" name="Oval 3282"/>
          <p:cNvSpPr/>
          <p:nvPr/>
        </p:nvSpPr>
        <p:spPr>
          <a:xfrm>
            <a:off x="4368135" y="30123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4" name="Oval 3283"/>
          <p:cNvSpPr/>
          <p:nvPr/>
        </p:nvSpPr>
        <p:spPr>
          <a:xfrm>
            <a:off x="4398135" y="30423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285" name="Rounded Rectangle 3284"/>
          <p:cNvSpPr/>
          <p:nvPr/>
        </p:nvSpPr>
        <p:spPr>
          <a:xfrm>
            <a:off x="4568135" y="30273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"/>
          <p:cNvSpPr/>
          <p:nvPr/>
        </p:nvSpPr>
        <p:spPr>
          <a:xfrm>
            <a:off x="3098520" y="50760"/>
            <a:ext cx="29469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33: RJTT | RWY 34L | STAR CREAM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6" name=""/>
          <p:cNvSpPr/>
          <p:nvPr/>
        </p:nvSpPr>
        <p:spPr>
          <a:xfrm flipH="1">
            <a:off x="5168880" y="1639800"/>
            <a:ext cx="257040" cy="957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7" name=""/>
          <p:cNvSpPr/>
          <p:nvPr/>
        </p:nvSpPr>
        <p:spPr>
          <a:xfrm flipH="1">
            <a:off x="5073120" y="2597040"/>
            <a:ext cx="95400" cy="912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8" name=""/>
          <p:cNvSpPr/>
          <p:nvPr/>
        </p:nvSpPr>
        <p:spPr>
          <a:xfrm flipH="1">
            <a:off x="5010120" y="3510000"/>
            <a:ext cx="63360" cy="600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9" name=""/>
          <p:cNvSpPr/>
          <p:nvPr/>
        </p:nvSpPr>
        <p:spPr>
          <a:xfrm>
            <a:off x="5010120" y="4110120"/>
            <a:ext cx="9720" cy="577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0" name=""/>
          <p:cNvSpPr/>
          <p:nvPr/>
        </p:nvSpPr>
        <p:spPr>
          <a:xfrm flipH="1">
            <a:off x="4510080" y="4687920"/>
            <a:ext cx="509760" cy="528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1" name=""/>
          <p:cNvSpPr/>
          <p:nvPr/>
        </p:nvSpPr>
        <p:spPr>
          <a:xfrm flipH="1">
            <a:off x="4145040" y="5216400"/>
            <a:ext cx="365040" cy="154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2" name=""/>
          <p:cNvSpPr/>
          <p:nvPr/>
        </p:nvSpPr>
        <p:spPr>
          <a:xfrm flipH="1" flipV="1">
            <a:off x="3776400" y="4503600"/>
            <a:ext cx="368280" cy="866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3" name=""/>
          <p:cNvSpPr/>
          <p:nvPr/>
        </p:nvSpPr>
        <p:spPr>
          <a:xfrm flipH="1" flipV="1">
            <a:off x="3717720" y="4365360"/>
            <a:ext cx="58680" cy="137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34" name=""/>
          <p:cNvGrpSpPr/>
          <p:nvPr/>
        </p:nvGrpSpPr>
        <p:grpSpPr>
          <a:xfrm>
            <a:off x="5362560" y="1576440"/>
            <a:ext cx="730080" cy="200520"/>
            <a:chOff x="5362560" y="1576440"/>
            <a:chExt cx="730080" cy="200520"/>
          </a:xfrm>
        </p:grpSpPr>
        <p:sp>
          <p:nvSpPr>
            <p:cNvPr id="3235" name=""/>
            <p:cNvSpPr/>
            <p:nvPr/>
          </p:nvSpPr>
          <p:spPr>
            <a:xfrm>
              <a:off x="536256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36" name=""/>
            <p:cNvSpPr/>
            <p:nvPr/>
          </p:nvSpPr>
          <p:spPr>
            <a:xfrm>
              <a:off x="5541480" y="1576440"/>
              <a:ext cx="55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'STONE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37" name=""/>
          <p:cNvGrpSpPr/>
          <p:nvPr/>
        </p:nvGrpSpPr>
        <p:grpSpPr>
          <a:xfrm>
            <a:off x="5118120" y="2533680"/>
            <a:ext cx="475920" cy="200520"/>
            <a:chOff x="5118120" y="2533680"/>
            <a:chExt cx="475920" cy="200520"/>
          </a:xfrm>
        </p:grpSpPr>
        <p:sp>
          <p:nvSpPr>
            <p:cNvPr id="3238" name=""/>
            <p:cNvSpPr/>
            <p:nvPr/>
          </p:nvSpPr>
          <p:spPr>
            <a:xfrm>
              <a:off x="5118120" y="25462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39" name=""/>
            <p:cNvSpPr/>
            <p:nvPr/>
          </p:nvSpPr>
          <p:spPr>
            <a:xfrm>
              <a:off x="5251680" y="2533680"/>
              <a:ext cx="342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TLE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40" name=""/>
          <p:cNvGrpSpPr/>
          <p:nvPr/>
        </p:nvGrpSpPr>
        <p:grpSpPr>
          <a:xfrm>
            <a:off x="5022720" y="3446640"/>
            <a:ext cx="577800" cy="200520"/>
            <a:chOff x="5022720" y="3446640"/>
            <a:chExt cx="577800" cy="200520"/>
          </a:xfrm>
        </p:grpSpPr>
        <p:sp>
          <p:nvSpPr>
            <p:cNvPr id="3241" name=""/>
            <p:cNvSpPr/>
            <p:nvPr/>
          </p:nvSpPr>
          <p:spPr>
            <a:xfrm>
              <a:off x="5022720" y="34592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42" name=""/>
            <p:cNvSpPr/>
            <p:nvPr/>
          </p:nvSpPr>
          <p:spPr>
            <a:xfrm>
              <a:off x="5105880" y="34466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CURRY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43" name=""/>
          <p:cNvGrpSpPr/>
          <p:nvPr/>
        </p:nvGrpSpPr>
        <p:grpSpPr>
          <a:xfrm>
            <a:off x="4959360" y="4046400"/>
            <a:ext cx="577800" cy="200520"/>
            <a:chOff x="4959360" y="4046400"/>
            <a:chExt cx="577800" cy="200520"/>
          </a:xfrm>
        </p:grpSpPr>
        <p:sp>
          <p:nvSpPr>
            <p:cNvPr id="3244" name=""/>
            <p:cNvSpPr/>
            <p:nvPr/>
          </p:nvSpPr>
          <p:spPr>
            <a:xfrm>
              <a:off x="4959360" y="4059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45" name=""/>
            <p:cNvSpPr/>
            <p:nvPr/>
          </p:nvSpPr>
          <p:spPr>
            <a:xfrm>
              <a:off x="5042520" y="404640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COUPE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46" name=""/>
          <p:cNvGrpSpPr/>
          <p:nvPr/>
        </p:nvGrpSpPr>
        <p:grpSpPr>
          <a:xfrm>
            <a:off x="4968720" y="4624560"/>
            <a:ext cx="553320" cy="200520"/>
            <a:chOff x="4968720" y="4624560"/>
            <a:chExt cx="553320" cy="200520"/>
          </a:xfrm>
        </p:grpSpPr>
        <p:sp>
          <p:nvSpPr>
            <p:cNvPr id="3247" name=""/>
            <p:cNvSpPr/>
            <p:nvPr/>
          </p:nvSpPr>
          <p:spPr>
            <a:xfrm>
              <a:off x="4968720" y="46371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48" name=""/>
            <p:cNvSpPr/>
            <p:nvPr/>
          </p:nvSpPr>
          <p:spPr>
            <a:xfrm>
              <a:off x="5076000" y="462456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CUTIE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49" name=""/>
          <p:cNvGrpSpPr/>
          <p:nvPr/>
        </p:nvGrpSpPr>
        <p:grpSpPr>
          <a:xfrm>
            <a:off x="4459320" y="5153040"/>
            <a:ext cx="628200" cy="200520"/>
            <a:chOff x="4459320" y="5153040"/>
            <a:chExt cx="628200" cy="200520"/>
          </a:xfrm>
        </p:grpSpPr>
        <p:sp>
          <p:nvSpPr>
            <p:cNvPr id="3250" name=""/>
            <p:cNvSpPr/>
            <p:nvPr/>
          </p:nvSpPr>
          <p:spPr>
            <a:xfrm>
              <a:off x="4459320" y="51656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1" name=""/>
            <p:cNvSpPr/>
            <p:nvPr/>
          </p:nvSpPr>
          <p:spPr>
            <a:xfrm>
              <a:off x="4588200" y="515304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CREAM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52" name=""/>
          <p:cNvGrpSpPr/>
          <p:nvPr/>
        </p:nvGrpSpPr>
        <p:grpSpPr>
          <a:xfrm>
            <a:off x="4094280" y="5307120"/>
            <a:ext cx="613080" cy="200520"/>
            <a:chOff x="4094280" y="5307120"/>
            <a:chExt cx="613080" cy="200520"/>
          </a:xfrm>
        </p:grpSpPr>
        <p:sp>
          <p:nvSpPr>
            <p:cNvPr id="3253" name=""/>
            <p:cNvSpPr/>
            <p:nvPr/>
          </p:nvSpPr>
          <p:spPr>
            <a:xfrm>
              <a:off x="409428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4" name=""/>
            <p:cNvSpPr/>
            <p:nvPr/>
          </p:nvSpPr>
          <p:spPr>
            <a:xfrm>
              <a:off x="4223520" y="530712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ARLON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55" name=""/>
          <p:cNvGrpSpPr/>
          <p:nvPr/>
        </p:nvGrpSpPr>
        <p:grpSpPr>
          <a:xfrm>
            <a:off x="3736800" y="4440240"/>
            <a:ext cx="593640" cy="200520"/>
            <a:chOff x="3736800" y="4440240"/>
            <a:chExt cx="593640" cy="200520"/>
          </a:xfrm>
        </p:grpSpPr>
        <p:sp>
          <p:nvSpPr>
            <p:cNvPr id="3256" name=""/>
            <p:cNvSpPr/>
            <p:nvPr/>
          </p:nvSpPr>
          <p:spPr>
            <a:xfrm>
              <a:off x="3736800" y="446256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7" name=""/>
            <p:cNvSpPr/>
            <p:nvPr/>
          </p:nvSpPr>
          <p:spPr>
            <a:xfrm>
              <a:off x="3846600" y="444024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APOLO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58" name=""/>
          <p:cNvGrpSpPr/>
          <p:nvPr/>
        </p:nvGrpSpPr>
        <p:grpSpPr>
          <a:xfrm>
            <a:off x="3654360" y="4302000"/>
            <a:ext cx="634320" cy="200520"/>
            <a:chOff x="3654360" y="4302000"/>
            <a:chExt cx="634320" cy="200520"/>
          </a:xfrm>
        </p:grpSpPr>
        <p:sp>
          <p:nvSpPr>
            <p:cNvPr id="3259" name=""/>
            <p:cNvSpPr/>
            <p:nvPr/>
          </p:nvSpPr>
          <p:spPr>
            <a:xfrm>
              <a:off x="3654360" y="430200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0" name=""/>
            <p:cNvSpPr/>
            <p:nvPr/>
          </p:nvSpPr>
          <p:spPr>
            <a:xfrm>
              <a:off x="3809160" y="430200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RW34L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61" name=""/>
          <p:cNvGrpSpPr/>
          <p:nvPr/>
        </p:nvGrpSpPr>
        <p:grpSpPr>
          <a:xfrm>
            <a:off x="1447920" y="533520"/>
            <a:ext cx="479160" cy="200520"/>
            <a:chOff x="1447920" y="533520"/>
            <a:chExt cx="479160" cy="200520"/>
          </a:xfrm>
        </p:grpSpPr>
        <p:sp>
          <p:nvSpPr>
            <p:cNvPr id="3262" name=""/>
            <p:cNvSpPr/>
            <p:nvPr/>
          </p:nvSpPr>
          <p:spPr>
            <a:xfrm>
              <a:off x="1447920" y="5396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3" name=""/>
            <p:cNvSpPr/>
            <p:nvPr/>
          </p:nvSpPr>
          <p:spPr>
            <a:xfrm>
              <a:off x="158940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64" name=""/>
          <p:cNvGrpSpPr/>
          <p:nvPr/>
        </p:nvGrpSpPr>
        <p:grpSpPr>
          <a:xfrm>
            <a:off x="1066680" y="2438280"/>
            <a:ext cx="461520" cy="200520"/>
            <a:chOff x="1066680" y="2438280"/>
            <a:chExt cx="461520" cy="200520"/>
          </a:xfrm>
        </p:grpSpPr>
        <p:sp>
          <p:nvSpPr>
            <p:cNvPr id="3265" name=""/>
            <p:cNvSpPr/>
            <p:nvPr/>
          </p:nvSpPr>
          <p:spPr>
            <a:xfrm>
              <a:off x="1066680" y="2454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6" name=""/>
            <p:cNvSpPr/>
            <p:nvPr/>
          </p:nvSpPr>
          <p:spPr>
            <a:xfrm>
              <a:off x="119052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67" name=""/>
          <p:cNvGrpSpPr/>
          <p:nvPr/>
        </p:nvGrpSpPr>
        <p:grpSpPr>
          <a:xfrm>
            <a:off x="7848720" y="6248520"/>
            <a:ext cx="461160" cy="200520"/>
            <a:chOff x="7848720" y="6248520"/>
            <a:chExt cx="461160" cy="200520"/>
          </a:xfrm>
        </p:grpSpPr>
        <p:sp>
          <p:nvSpPr>
            <p:cNvPr id="3268" name=""/>
            <p:cNvSpPr/>
            <p:nvPr/>
          </p:nvSpPr>
          <p:spPr>
            <a:xfrm>
              <a:off x="7848720" y="626400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9" name=""/>
            <p:cNvSpPr/>
            <p:nvPr/>
          </p:nvSpPr>
          <p:spPr>
            <a:xfrm>
              <a:off x="797220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70" name=""/>
          <p:cNvGrpSpPr/>
          <p:nvPr/>
        </p:nvGrpSpPr>
        <p:grpSpPr>
          <a:xfrm>
            <a:off x="2286000" y="1523880"/>
            <a:ext cx="461880" cy="200520"/>
            <a:chOff x="2286000" y="1523880"/>
            <a:chExt cx="461880" cy="200520"/>
          </a:xfrm>
        </p:grpSpPr>
        <p:sp>
          <p:nvSpPr>
            <p:cNvPr id="3271" name=""/>
            <p:cNvSpPr/>
            <p:nvPr/>
          </p:nvSpPr>
          <p:spPr>
            <a:xfrm>
              <a:off x="2286000" y="1539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72" name=""/>
            <p:cNvSpPr/>
            <p:nvPr/>
          </p:nvSpPr>
          <p:spPr>
            <a:xfrm>
              <a:off x="241020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73" name=""/>
          <p:cNvGrpSpPr/>
          <p:nvPr/>
        </p:nvGrpSpPr>
        <p:grpSpPr>
          <a:xfrm>
            <a:off x="762120" y="6248520"/>
            <a:ext cx="461160" cy="200520"/>
            <a:chOff x="762120" y="6248520"/>
            <a:chExt cx="461160" cy="200520"/>
          </a:xfrm>
        </p:grpSpPr>
        <p:sp>
          <p:nvSpPr>
            <p:cNvPr id="3274" name=""/>
            <p:cNvSpPr/>
            <p:nvPr/>
          </p:nvSpPr>
          <p:spPr>
            <a:xfrm>
              <a:off x="762120" y="62643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75" name=""/>
            <p:cNvSpPr/>
            <p:nvPr/>
          </p:nvSpPr>
          <p:spPr>
            <a:xfrm>
              <a:off x="88560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76" name=""/>
          <p:cNvGrpSpPr/>
          <p:nvPr/>
        </p:nvGrpSpPr>
        <p:grpSpPr>
          <a:xfrm>
            <a:off x="4632480" y="774720"/>
            <a:ext cx="461520" cy="200520"/>
            <a:chOff x="4632480" y="774720"/>
            <a:chExt cx="461520" cy="200520"/>
          </a:xfrm>
        </p:grpSpPr>
        <p:sp>
          <p:nvSpPr>
            <p:cNvPr id="3277" name=""/>
            <p:cNvSpPr/>
            <p:nvPr/>
          </p:nvSpPr>
          <p:spPr>
            <a:xfrm>
              <a:off x="4632480" y="789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78" name=""/>
            <p:cNvSpPr/>
            <p:nvPr/>
          </p:nvSpPr>
          <p:spPr>
            <a:xfrm>
              <a:off x="4756320" y="774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79" name=""/>
          <p:cNvGrpSpPr/>
          <p:nvPr/>
        </p:nvGrpSpPr>
        <p:grpSpPr>
          <a:xfrm>
            <a:off x="3886200" y="5791320"/>
            <a:ext cx="461880" cy="200520"/>
            <a:chOff x="3886200" y="5791320"/>
            <a:chExt cx="461880" cy="200520"/>
          </a:xfrm>
        </p:grpSpPr>
        <p:sp>
          <p:nvSpPr>
            <p:cNvPr id="3280" name=""/>
            <p:cNvSpPr/>
            <p:nvPr/>
          </p:nvSpPr>
          <p:spPr>
            <a:xfrm>
              <a:off x="3886200" y="5807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1" name=""/>
            <p:cNvSpPr/>
            <p:nvPr/>
          </p:nvSpPr>
          <p:spPr>
            <a:xfrm>
              <a:off x="401040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82" name=""/>
          <p:cNvGrpSpPr/>
          <p:nvPr/>
        </p:nvGrpSpPr>
        <p:grpSpPr>
          <a:xfrm>
            <a:off x="4152960" y="3130560"/>
            <a:ext cx="461520" cy="200520"/>
            <a:chOff x="4152960" y="3130560"/>
            <a:chExt cx="461520" cy="200520"/>
          </a:xfrm>
        </p:grpSpPr>
        <p:sp>
          <p:nvSpPr>
            <p:cNvPr id="3283" name=""/>
            <p:cNvSpPr/>
            <p:nvPr/>
          </p:nvSpPr>
          <p:spPr>
            <a:xfrm>
              <a:off x="4152960" y="3146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4" name=""/>
            <p:cNvSpPr/>
            <p:nvPr/>
          </p:nvSpPr>
          <p:spPr>
            <a:xfrm>
              <a:off x="4276800" y="3130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85" name=""/>
          <p:cNvGrpSpPr/>
          <p:nvPr/>
        </p:nvGrpSpPr>
        <p:grpSpPr>
          <a:xfrm>
            <a:off x="6019920" y="6019920"/>
            <a:ext cx="461160" cy="200520"/>
            <a:chOff x="6019920" y="6019920"/>
            <a:chExt cx="461160" cy="200520"/>
          </a:xfrm>
        </p:grpSpPr>
        <p:sp>
          <p:nvSpPr>
            <p:cNvPr id="3286" name=""/>
            <p:cNvSpPr/>
            <p:nvPr/>
          </p:nvSpPr>
          <p:spPr>
            <a:xfrm>
              <a:off x="6019920" y="60357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7" name=""/>
            <p:cNvSpPr/>
            <p:nvPr/>
          </p:nvSpPr>
          <p:spPr>
            <a:xfrm>
              <a:off x="614340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88" name=""/>
          <p:cNvGrpSpPr/>
          <p:nvPr/>
        </p:nvGrpSpPr>
        <p:grpSpPr>
          <a:xfrm>
            <a:off x="4800600" y="5410080"/>
            <a:ext cx="460080" cy="200520"/>
            <a:chOff x="4800600" y="5410080"/>
            <a:chExt cx="460080" cy="200520"/>
          </a:xfrm>
        </p:grpSpPr>
        <p:sp>
          <p:nvSpPr>
            <p:cNvPr id="3289" name=""/>
            <p:cNvSpPr/>
            <p:nvPr/>
          </p:nvSpPr>
          <p:spPr>
            <a:xfrm>
              <a:off x="4800600" y="5424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90" name=""/>
            <p:cNvSpPr/>
            <p:nvPr/>
          </p:nvSpPr>
          <p:spPr>
            <a:xfrm>
              <a:off x="4923000" y="5410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91" name=""/>
          <p:cNvGrpSpPr/>
          <p:nvPr/>
        </p:nvGrpSpPr>
        <p:grpSpPr>
          <a:xfrm>
            <a:off x="5673600" y="781200"/>
            <a:ext cx="461880" cy="200520"/>
            <a:chOff x="5673600" y="781200"/>
            <a:chExt cx="461880" cy="200520"/>
          </a:xfrm>
        </p:grpSpPr>
        <p:sp>
          <p:nvSpPr>
            <p:cNvPr id="3292" name=""/>
            <p:cNvSpPr/>
            <p:nvPr/>
          </p:nvSpPr>
          <p:spPr>
            <a:xfrm>
              <a:off x="5673600" y="795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93" name=""/>
            <p:cNvSpPr/>
            <p:nvPr/>
          </p:nvSpPr>
          <p:spPr>
            <a:xfrm>
              <a:off x="5797800" y="781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94" name=""/>
          <p:cNvGrpSpPr/>
          <p:nvPr/>
        </p:nvGrpSpPr>
        <p:grpSpPr>
          <a:xfrm>
            <a:off x="3384720" y="3457440"/>
            <a:ext cx="461520" cy="200520"/>
            <a:chOff x="3384720" y="3457440"/>
            <a:chExt cx="461520" cy="200520"/>
          </a:xfrm>
        </p:grpSpPr>
        <p:sp>
          <p:nvSpPr>
            <p:cNvPr id="3295" name=""/>
            <p:cNvSpPr/>
            <p:nvPr/>
          </p:nvSpPr>
          <p:spPr>
            <a:xfrm>
              <a:off x="3384720" y="347328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96" name=""/>
            <p:cNvSpPr/>
            <p:nvPr/>
          </p:nvSpPr>
          <p:spPr>
            <a:xfrm>
              <a:off x="3508560" y="3457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97" name=""/>
          <p:cNvGrpSpPr/>
          <p:nvPr/>
        </p:nvGrpSpPr>
        <p:grpSpPr>
          <a:xfrm>
            <a:off x="6553080" y="4343400"/>
            <a:ext cx="460080" cy="200520"/>
            <a:chOff x="6553080" y="4343400"/>
            <a:chExt cx="460080" cy="200520"/>
          </a:xfrm>
        </p:grpSpPr>
        <p:sp>
          <p:nvSpPr>
            <p:cNvPr id="3298" name=""/>
            <p:cNvSpPr/>
            <p:nvPr/>
          </p:nvSpPr>
          <p:spPr>
            <a:xfrm>
              <a:off x="6553080" y="435744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99" name=""/>
            <p:cNvSpPr/>
            <p:nvPr/>
          </p:nvSpPr>
          <p:spPr>
            <a:xfrm>
              <a:off x="667548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00" name=""/>
          <p:cNvGrpSpPr/>
          <p:nvPr/>
        </p:nvGrpSpPr>
        <p:grpSpPr>
          <a:xfrm>
            <a:off x="3362400" y="5200560"/>
            <a:ext cx="461520" cy="200520"/>
            <a:chOff x="3362400" y="5200560"/>
            <a:chExt cx="461520" cy="200520"/>
          </a:xfrm>
        </p:grpSpPr>
        <p:sp>
          <p:nvSpPr>
            <p:cNvPr id="3301" name=""/>
            <p:cNvSpPr/>
            <p:nvPr/>
          </p:nvSpPr>
          <p:spPr>
            <a:xfrm>
              <a:off x="3362400" y="5214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02" name=""/>
            <p:cNvSpPr/>
            <p:nvPr/>
          </p:nvSpPr>
          <p:spPr>
            <a:xfrm>
              <a:off x="3486240" y="5200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03" name=""/>
          <p:cNvGrpSpPr/>
          <p:nvPr/>
        </p:nvGrpSpPr>
        <p:grpSpPr>
          <a:xfrm>
            <a:off x="3429000" y="990720"/>
            <a:ext cx="461880" cy="200520"/>
            <a:chOff x="3429000" y="990720"/>
            <a:chExt cx="461880" cy="200520"/>
          </a:xfrm>
        </p:grpSpPr>
        <p:sp>
          <p:nvSpPr>
            <p:cNvPr id="3304" name=""/>
            <p:cNvSpPr/>
            <p:nvPr/>
          </p:nvSpPr>
          <p:spPr>
            <a:xfrm>
              <a:off x="3429000" y="1006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05" name=""/>
            <p:cNvSpPr/>
            <p:nvPr/>
          </p:nvSpPr>
          <p:spPr>
            <a:xfrm>
              <a:off x="3553200" y="990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06" name=""/>
          <p:cNvGrpSpPr/>
          <p:nvPr/>
        </p:nvGrpSpPr>
        <p:grpSpPr>
          <a:xfrm>
            <a:off x="3875040" y="2247840"/>
            <a:ext cx="461880" cy="200520"/>
            <a:chOff x="3875040" y="2247840"/>
            <a:chExt cx="461880" cy="200520"/>
          </a:xfrm>
        </p:grpSpPr>
        <p:sp>
          <p:nvSpPr>
            <p:cNvPr id="3307" name=""/>
            <p:cNvSpPr/>
            <p:nvPr/>
          </p:nvSpPr>
          <p:spPr>
            <a:xfrm>
              <a:off x="3875040" y="226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08" name=""/>
            <p:cNvSpPr/>
            <p:nvPr/>
          </p:nvSpPr>
          <p:spPr>
            <a:xfrm>
              <a:off x="3999240" y="2247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09" name=""/>
          <p:cNvGrpSpPr/>
          <p:nvPr/>
        </p:nvGrpSpPr>
        <p:grpSpPr>
          <a:xfrm>
            <a:off x="5791320" y="3200400"/>
            <a:ext cx="460080" cy="200520"/>
            <a:chOff x="5791320" y="3200400"/>
            <a:chExt cx="460080" cy="200520"/>
          </a:xfrm>
        </p:grpSpPr>
        <p:sp>
          <p:nvSpPr>
            <p:cNvPr id="3310" name=""/>
            <p:cNvSpPr/>
            <p:nvPr/>
          </p:nvSpPr>
          <p:spPr>
            <a:xfrm>
              <a:off x="5791320" y="3216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1" name=""/>
            <p:cNvSpPr/>
            <p:nvPr/>
          </p:nvSpPr>
          <p:spPr>
            <a:xfrm>
              <a:off x="591372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12" name=""/>
          <p:cNvGrpSpPr/>
          <p:nvPr/>
        </p:nvGrpSpPr>
        <p:grpSpPr>
          <a:xfrm>
            <a:off x="6477120" y="2209680"/>
            <a:ext cx="461520" cy="200520"/>
            <a:chOff x="6477120" y="2209680"/>
            <a:chExt cx="461520" cy="200520"/>
          </a:xfrm>
        </p:grpSpPr>
        <p:sp>
          <p:nvSpPr>
            <p:cNvPr id="3313" name=""/>
            <p:cNvSpPr/>
            <p:nvPr/>
          </p:nvSpPr>
          <p:spPr>
            <a:xfrm>
              <a:off x="6477120" y="2225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4" name=""/>
            <p:cNvSpPr/>
            <p:nvPr/>
          </p:nvSpPr>
          <p:spPr>
            <a:xfrm>
              <a:off x="660096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15" name=""/>
          <p:cNvGrpSpPr/>
          <p:nvPr/>
        </p:nvGrpSpPr>
        <p:grpSpPr>
          <a:xfrm>
            <a:off x="8305920" y="838080"/>
            <a:ext cx="461520" cy="200520"/>
            <a:chOff x="8305920" y="838080"/>
            <a:chExt cx="461520" cy="200520"/>
          </a:xfrm>
        </p:grpSpPr>
        <p:sp>
          <p:nvSpPr>
            <p:cNvPr id="3316" name=""/>
            <p:cNvSpPr/>
            <p:nvPr/>
          </p:nvSpPr>
          <p:spPr>
            <a:xfrm>
              <a:off x="8305920" y="85428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7" name=""/>
            <p:cNvSpPr/>
            <p:nvPr/>
          </p:nvSpPr>
          <p:spPr>
            <a:xfrm>
              <a:off x="8429760" y="83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18" name=""/>
          <p:cNvGrpSpPr/>
          <p:nvPr/>
        </p:nvGrpSpPr>
        <p:grpSpPr>
          <a:xfrm>
            <a:off x="4376880" y="4335480"/>
            <a:ext cx="461520" cy="200520"/>
            <a:chOff x="4376880" y="4335480"/>
            <a:chExt cx="461520" cy="200520"/>
          </a:xfrm>
        </p:grpSpPr>
        <p:sp>
          <p:nvSpPr>
            <p:cNvPr id="3319" name=""/>
            <p:cNvSpPr/>
            <p:nvPr/>
          </p:nvSpPr>
          <p:spPr>
            <a:xfrm>
              <a:off x="4376880" y="4349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20" name=""/>
            <p:cNvSpPr/>
            <p:nvPr/>
          </p:nvSpPr>
          <p:spPr>
            <a:xfrm>
              <a:off x="4500720" y="433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21" name="Rounded Rectangle 3320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3322" name="Oval 3321"/>
          <p:cNvSpPr/>
          <p:nvPr/>
        </p:nvSpPr>
        <p:spPr>
          <a:xfrm>
            <a:off x="1404981" y="4968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3" name="Oval 3322"/>
          <p:cNvSpPr/>
          <p:nvPr/>
        </p:nvSpPr>
        <p:spPr>
          <a:xfrm>
            <a:off x="1434981" y="5268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324" name="Rounded Rectangle 3323"/>
          <p:cNvSpPr/>
          <p:nvPr/>
        </p:nvSpPr>
        <p:spPr>
          <a:xfrm>
            <a:off x="1604981" y="5118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325" name="Oval 3324"/>
          <p:cNvSpPr/>
          <p:nvPr/>
        </p:nvSpPr>
        <p:spPr>
          <a:xfrm>
            <a:off x="1015102" y="240253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6" name="Oval 3325"/>
          <p:cNvSpPr/>
          <p:nvPr/>
        </p:nvSpPr>
        <p:spPr>
          <a:xfrm>
            <a:off x="1045102" y="243253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327" name="Rounded Rectangle 3326"/>
          <p:cNvSpPr/>
          <p:nvPr/>
        </p:nvSpPr>
        <p:spPr>
          <a:xfrm>
            <a:off x="1215102" y="241753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328" name="Oval 3327"/>
          <p:cNvSpPr/>
          <p:nvPr/>
        </p:nvSpPr>
        <p:spPr>
          <a:xfrm>
            <a:off x="7796958" y="62122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9" name="Oval 3328"/>
          <p:cNvSpPr/>
          <p:nvPr/>
        </p:nvSpPr>
        <p:spPr>
          <a:xfrm>
            <a:off x="7826958" y="62422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330" name="Rounded Rectangle 3329"/>
          <p:cNvSpPr/>
          <p:nvPr/>
        </p:nvSpPr>
        <p:spPr>
          <a:xfrm>
            <a:off x="7996958" y="62272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331" name="Oval 3330"/>
          <p:cNvSpPr/>
          <p:nvPr/>
        </p:nvSpPr>
        <p:spPr>
          <a:xfrm>
            <a:off x="2234420" y="148813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2" name="Oval 3331"/>
          <p:cNvSpPr/>
          <p:nvPr/>
        </p:nvSpPr>
        <p:spPr>
          <a:xfrm>
            <a:off x="2264420" y="151813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333" name="Rounded Rectangle 3332"/>
          <p:cNvSpPr/>
          <p:nvPr/>
        </p:nvSpPr>
        <p:spPr>
          <a:xfrm>
            <a:off x="2434420" y="150313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334" name="Oval 3333"/>
          <p:cNvSpPr/>
          <p:nvPr/>
        </p:nvSpPr>
        <p:spPr>
          <a:xfrm>
            <a:off x="710361" y="62127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5" name="Oval 3334"/>
          <p:cNvSpPr/>
          <p:nvPr/>
        </p:nvSpPr>
        <p:spPr>
          <a:xfrm>
            <a:off x="740361" y="62427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336" name="Rounded Rectangle 3335"/>
          <p:cNvSpPr/>
          <p:nvPr/>
        </p:nvSpPr>
        <p:spPr>
          <a:xfrm>
            <a:off x="910361" y="62277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337" name="Oval 3336"/>
          <p:cNvSpPr/>
          <p:nvPr/>
        </p:nvSpPr>
        <p:spPr>
          <a:xfrm>
            <a:off x="4580902" y="7375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8" name="Oval 3337"/>
          <p:cNvSpPr/>
          <p:nvPr/>
        </p:nvSpPr>
        <p:spPr>
          <a:xfrm>
            <a:off x="4610902" y="7675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339" name="Rounded Rectangle 3338"/>
          <p:cNvSpPr/>
          <p:nvPr/>
        </p:nvSpPr>
        <p:spPr>
          <a:xfrm>
            <a:off x="4780902" y="7525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340" name="Oval 3339"/>
          <p:cNvSpPr/>
          <p:nvPr/>
        </p:nvSpPr>
        <p:spPr>
          <a:xfrm>
            <a:off x="3834621" y="57555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1" name="Oval 3340"/>
          <p:cNvSpPr/>
          <p:nvPr/>
        </p:nvSpPr>
        <p:spPr>
          <a:xfrm>
            <a:off x="3864621" y="57855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342" name="Rounded Rectangle 3341"/>
          <p:cNvSpPr/>
          <p:nvPr/>
        </p:nvSpPr>
        <p:spPr>
          <a:xfrm>
            <a:off x="4034621" y="57705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343" name="Oval 3342"/>
          <p:cNvSpPr/>
          <p:nvPr/>
        </p:nvSpPr>
        <p:spPr>
          <a:xfrm>
            <a:off x="4101383" y="30948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4" name="Oval 3343"/>
          <p:cNvSpPr/>
          <p:nvPr/>
        </p:nvSpPr>
        <p:spPr>
          <a:xfrm>
            <a:off x="4131383" y="31248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345" name="Rounded Rectangle 3344"/>
          <p:cNvSpPr/>
          <p:nvPr/>
        </p:nvSpPr>
        <p:spPr>
          <a:xfrm>
            <a:off x="4301383" y="31098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346" name="Oval 3345"/>
          <p:cNvSpPr/>
          <p:nvPr/>
        </p:nvSpPr>
        <p:spPr>
          <a:xfrm>
            <a:off x="5968157" y="59841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7" name="Oval 3346"/>
          <p:cNvSpPr/>
          <p:nvPr/>
        </p:nvSpPr>
        <p:spPr>
          <a:xfrm>
            <a:off x="5998157" y="60141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348" name="Rounded Rectangle 3347"/>
          <p:cNvSpPr/>
          <p:nvPr/>
        </p:nvSpPr>
        <p:spPr>
          <a:xfrm>
            <a:off x="6168157" y="59991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349" name="Oval 3348"/>
          <p:cNvSpPr/>
          <p:nvPr/>
        </p:nvSpPr>
        <p:spPr>
          <a:xfrm>
            <a:off x="4748299" y="53725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0" name="Oval 3349"/>
          <p:cNvSpPr/>
          <p:nvPr/>
        </p:nvSpPr>
        <p:spPr>
          <a:xfrm>
            <a:off x="4778299" y="54025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351" name="Rounded Rectangle 3350"/>
          <p:cNvSpPr/>
          <p:nvPr/>
        </p:nvSpPr>
        <p:spPr>
          <a:xfrm>
            <a:off x="4948299" y="53875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352" name="Oval 3351"/>
          <p:cNvSpPr/>
          <p:nvPr/>
        </p:nvSpPr>
        <p:spPr>
          <a:xfrm>
            <a:off x="5622019" y="7436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3" name="Oval 3352"/>
          <p:cNvSpPr/>
          <p:nvPr/>
        </p:nvSpPr>
        <p:spPr>
          <a:xfrm>
            <a:off x="5652019" y="7736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354" name="Rounded Rectangle 3353"/>
          <p:cNvSpPr/>
          <p:nvPr/>
        </p:nvSpPr>
        <p:spPr>
          <a:xfrm>
            <a:off x="5822019" y="7586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355" name="Oval 3354"/>
          <p:cNvSpPr/>
          <p:nvPr/>
        </p:nvSpPr>
        <p:spPr>
          <a:xfrm>
            <a:off x="3333141" y="34209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6" name="Oval 3355"/>
          <p:cNvSpPr/>
          <p:nvPr/>
        </p:nvSpPr>
        <p:spPr>
          <a:xfrm>
            <a:off x="3363141" y="34509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357" name="Rounded Rectangle 3356"/>
          <p:cNvSpPr/>
          <p:nvPr/>
        </p:nvSpPr>
        <p:spPr>
          <a:xfrm>
            <a:off x="3533141" y="34359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358" name="Oval 3357"/>
          <p:cNvSpPr/>
          <p:nvPr/>
        </p:nvSpPr>
        <p:spPr>
          <a:xfrm>
            <a:off x="6500783" y="43056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9" name="Oval 3358"/>
          <p:cNvSpPr/>
          <p:nvPr/>
        </p:nvSpPr>
        <p:spPr>
          <a:xfrm>
            <a:off x="6530783" y="43356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360" name="Rounded Rectangle 3359"/>
          <p:cNvSpPr/>
          <p:nvPr/>
        </p:nvSpPr>
        <p:spPr>
          <a:xfrm>
            <a:off x="6700783" y="43206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361" name="Oval 3360"/>
          <p:cNvSpPr/>
          <p:nvPr/>
        </p:nvSpPr>
        <p:spPr>
          <a:xfrm>
            <a:off x="3310821" y="51633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2" name="Oval 3361"/>
          <p:cNvSpPr/>
          <p:nvPr/>
        </p:nvSpPr>
        <p:spPr>
          <a:xfrm>
            <a:off x="3340821" y="51933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363" name="Rounded Rectangle 3362"/>
          <p:cNvSpPr/>
          <p:nvPr/>
        </p:nvSpPr>
        <p:spPr>
          <a:xfrm>
            <a:off x="3510821" y="51783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364" name="Oval 3363"/>
          <p:cNvSpPr/>
          <p:nvPr/>
        </p:nvSpPr>
        <p:spPr>
          <a:xfrm>
            <a:off x="3377421" y="95497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5" name="Oval 3364"/>
          <p:cNvSpPr/>
          <p:nvPr/>
        </p:nvSpPr>
        <p:spPr>
          <a:xfrm>
            <a:off x="3407421" y="98497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366" name="Rounded Rectangle 3365"/>
          <p:cNvSpPr/>
          <p:nvPr/>
        </p:nvSpPr>
        <p:spPr>
          <a:xfrm>
            <a:off x="3577421" y="96997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367" name="Oval 3366"/>
          <p:cNvSpPr/>
          <p:nvPr/>
        </p:nvSpPr>
        <p:spPr>
          <a:xfrm>
            <a:off x="3823458" y="221065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8" name="Oval 3367"/>
          <p:cNvSpPr/>
          <p:nvPr/>
        </p:nvSpPr>
        <p:spPr>
          <a:xfrm>
            <a:off x="3853458" y="224065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369" name="Rounded Rectangle 3368"/>
          <p:cNvSpPr/>
          <p:nvPr/>
        </p:nvSpPr>
        <p:spPr>
          <a:xfrm>
            <a:off x="4023458" y="222565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370" name="Oval 3369"/>
          <p:cNvSpPr/>
          <p:nvPr/>
        </p:nvSpPr>
        <p:spPr>
          <a:xfrm>
            <a:off x="5739023" y="316466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1" name="Oval 3370"/>
          <p:cNvSpPr/>
          <p:nvPr/>
        </p:nvSpPr>
        <p:spPr>
          <a:xfrm>
            <a:off x="5769023" y="319466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372" name="Rounded Rectangle 3371"/>
          <p:cNvSpPr/>
          <p:nvPr/>
        </p:nvSpPr>
        <p:spPr>
          <a:xfrm>
            <a:off x="5939023" y="317966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373" name="Oval 3372"/>
          <p:cNvSpPr/>
          <p:nvPr/>
        </p:nvSpPr>
        <p:spPr>
          <a:xfrm>
            <a:off x="6425540" y="21730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4" name="Oval 3373"/>
          <p:cNvSpPr/>
          <p:nvPr/>
        </p:nvSpPr>
        <p:spPr>
          <a:xfrm>
            <a:off x="6455540" y="22030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375" name="Rounded Rectangle 3374"/>
          <p:cNvSpPr/>
          <p:nvPr/>
        </p:nvSpPr>
        <p:spPr>
          <a:xfrm>
            <a:off x="6625540" y="21880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376" name="Oval 3375"/>
          <p:cNvSpPr/>
          <p:nvPr/>
        </p:nvSpPr>
        <p:spPr>
          <a:xfrm>
            <a:off x="8254341" y="80180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7" name="Oval 3376"/>
          <p:cNvSpPr/>
          <p:nvPr/>
        </p:nvSpPr>
        <p:spPr>
          <a:xfrm>
            <a:off x="8284341" y="83180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378" name="Rounded Rectangle 3377"/>
          <p:cNvSpPr/>
          <p:nvPr/>
        </p:nvSpPr>
        <p:spPr>
          <a:xfrm>
            <a:off x="8454341" y="81680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379" name="Oval 3378"/>
          <p:cNvSpPr/>
          <p:nvPr/>
        </p:nvSpPr>
        <p:spPr>
          <a:xfrm>
            <a:off x="4325303" y="429830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0" name="Oval 3379"/>
          <p:cNvSpPr/>
          <p:nvPr/>
        </p:nvSpPr>
        <p:spPr>
          <a:xfrm>
            <a:off x="4355303" y="432830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381" name="Rounded Rectangle 3380"/>
          <p:cNvSpPr/>
          <p:nvPr/>
        </p:nvSpPr>
        <p:spPr>
          <a:xfrm>
            <a:off x="4525303" y="431330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"/>
          <p:cNvSpPr/>
          <p:nvPr/>
        </p:nvSpPr>
        <p:spPr>
          <a:xfrm>
            <a:off x="3118320" y="50760"/>
            <a:ext cx="29070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34: VIDP | RWY 11 | STAR AKBA2B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2" name=""/>
          <p:cNvSpPr/>
          <p:nvPr/>
        </p:nvSpPr>
        <p:spPr>
          <a:xfrm flipV="1">
            <a:off x="1901880" y="3997440"/>
            <a:ext cx="1839960" cy="1149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3" name=""/>
          <p:cNvSpPr/>
          <p:nvPr/>
        </p:nvSpPr>
        <p:spPr>
          <a:xfrm flipV="1">
            <a:off x="3741840" y="3482640"/>
            <a:ext cx="892080" cy="514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4" name=""/>
          <p:cNvSpPr/>
          <p:nvPr/>
        </p:nvSpPr>
        <p:spPr>
          <a:xfrm flipV="1">
            <a:off x="4633920" y="3081240"/>
            <a:ext cx="695160" cy="401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5" name=""/>
          <p:cNvSpPr/>
          <p:nvPr/>
        </p:nvSpPr>
        <p:spPr>
          <a:xfrm flipV="1">
            <a:off x="5329080" y="2508120"/>
            <a:ext cx="90720" cy="573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6" name=""/>
          <p:cNvSpPr/>
          <p:nvPr/>
        </p:nvSpPr>
        <p:spPr>
          <a:xfrm flipH="1" flipV="1">
            <a:off x="5327640" y="1986120"/>
            <a:ext cx="92160" cy="522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7" name=""/>
          <p:cNvSpPr/>
          <p:nvPr/>
        </p:nvSpPr>
        <p:spPr>
          <a:xfrm flipV="1">
            <a:off x="5327640" y="1863720"/>
            <a:ext cx="1006560" cy="122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8" name=""/>
          <p:cNvSpPr/>
          <p:nvPr/>
        </p:nvSpPr>
        <p:spPr>
          <a:xfrm>
            <a:off x="6334200" y="1863720"/>
            <a:ext cx="296640" cy="68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9" name=""/>
          <p:cNvSpPr/>
          <p:nvPr/>
        </p:nvSpPr>
        <p:spPr>
          <a:xfrm>
            <a:off x="6630840" y="1932120"/>
            <a:ext cx="611280" cy="141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30" name=""/>
          <p:cNvGrpSpPr/>
          <p:nvPr/>
        </p:nvGrpSpPr>
        <p:grpSpPr>
          <a:xfrm>
            <a:off x="1838160" y="5083200"/>
            <a:ext cx="605520" cy="200520"/>
            <a:chOff x="1838160" y="5083200"/>
            <a:chExt cx="605520" cy="200520"/>
          </a:xfrm>
        </p:grpSpPr>
        <p:sp>
          <p:nvSpPr>
            <p:cNvPr id="3331" name=""/>
            <p:cNvSpPr/>
            <p:nvPr/>
          </p:nvSpPr>
          <p:spPr>
            <a:xfrm>
              <a:off x="1838160" y="508320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2" name=""/>
            <p:cNvSpPr/>
            <p:nvPr/>
          </p:nvSpPr>
          <p:spPr>
            <a:xfrm>
              <a:off x="1944360" y="508320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AKBAN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33" name=""/>
          <p:cNvGrpSpPr/>
          <p:nvPr/>
        </p:nvGrpSpPr>
        <p:grpSpPr>
          <a:xfrm>
            <a:off x="3691080" y="3933720"/>
            <a:ext cx="470160" cy="200520"/>
            <a:chOff x="3691080" y="3933720"/>
            <a:chExt cx="470160" cy="200520"/>
          </a:xfrm>
        </p:grpSpPr>
        <p:sp>
          <p:nvSpPr>
            <p:cNvPr id="3334" name=""/>
            <p:cNvSpPr/>
            <p:nvPr/>
          </p:nvSpPr>
          <p:spPr>
            <a:xfrm>
              <a:off x="3691080" y="3946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5" name=""/>
            <p:cNvSpPr/>
            <p:nvPr/>
          </p:nvSpPr>
          <p:spPr>
            <a:xfrm>
              <a:off x="3829680" y="3933720"/>
              <a:ext cx="331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36" name=""/>
          <p:cNvGrpSpPr/>
          <p:nvPr/>
        </p:nvGrpSpPr>
        <p:grpSpPr>
          <a:xfrm>
            <a:off x="4583160" y="3419640"/>
            <a:ext cx="553320" cy="200520"/>
            <a:chOff x="4583160" y="3419640"/>
            <a:chExt cx="553320" cy="200520"/>
          </a:xfrm>
        </p:grpSpPr>
        <p:sp>
          <p:nvSpPr>
            <p:cNvPr id="3337" name=""/>
            <p:cNvSpPr/>
            <p:nvPr/>
          </p:nvSpPr>
          <p:spPr>
            <a:xfrm>
              <a:off x="4583160" y="3432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8" name=""/>
            <p:cNvSpPr/>
            <p:nvPr/>
          </p:nvSpPr>
          <p:spPr>
            <a:xfrm>
              <a:off x="4690440" y="341964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D240T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39" name=""/>
          <p:cNvGrpSpPr/>
          <p:nvPr/>
        </p:nvGrpSpPr>
        <p:grpSpPr>
          <a:xfrm>
            <a:off x="5278320" y="3017880"/>
            <a:ext cx="560160" cy="200520"/>
            <a:chOff x="5278320" y="3017880"/>
            <a:chExt cx="560160" cy="200520"/>
          </a:xfrm>
        </p:grpSpPr>
        <p:sp>
          <p:nvSpPr>
            <p:cNvPr id="3340" name=""/>
            <p:cNvSpPr/>
            <p:nvPr/>
          </p:nvSpPr>
          <p:spPr>
            <a:xfrm>
              <a:off x="5278320" y="30304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1" name=""/>
            <p:cNvSpPr/>
            <p:nvPr/>
          </p:nvSpPr>
          <p:spPr>
            <a:xfrm>
              <a:off x="5378760" y="301788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D240O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42" name=""/>
          <p:cNvGrpSpPr/>
          <p:nvPr/>
        </p:nvGrpSpPr>
        <p:grpSpPr>
          <a:xfrm>
            <a:off x="5369040" y="2444760"/>
            <a:ext cx="593640" cy="200520"/>
            <a:chOff x="5369040" y="2444760"/>
            <a:chExt cx="593640" cy="200520"/>
          </a:xfrm>
        </p:grpSpPr>
        <p:sp>
          <p:nvSpPr>
            <p:cNvPr id="3343" name=""/>
            <p:cNvSpPr/>
            <p:nvPr/>
          </p:nvSpPr>
          <p:spPr>
            <a:xfrm>
              <a:off x="5369040" y="2457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4" name=""/>
            <p:cNvSpPr/>
            <p:nvPr/>
          </p:nvSpPr>
          <p:spPr>
            <a:xfrm>
              <a:off x="5498640" y="244476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D253M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45" name=""/>
          <p:cNvGrpSpPr/>
          <p:nvPr/>
        </p:nvGrpSpPr>
        <p:grpSpPr>
          <a:xfrm>
            <a:off x="5288040" y="1922400"/>
            <a:ext cx="573120" cy="200520"/>
            <a:chOff x="5288040" y="1922400"/>
            <a:chExt cx="573120" cy="200520"/>
          </a:xfrm>
        </p:grpSpPr>
        <p:sp>
          <p:nvSpPr>
            <p:cNvPr id="3346" name=""/>
            <p:cNvSpPr/>
            <p:nvPr/>
          </p:nvSpPr>
          <p:spPr>
            <a:xfrm>
              <a:off x="5288040" y="19461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7" name=""/>
            <p:cNvSpPr/>
            <p:nvPr/>
          </p:nvSpPr>
          <p:spPr>
            <a:xfrm>
              <a:off x="5397120" y="19224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D267M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48" name=""/>
          <p:cNvGrpSpPr/>
          <p:nvPr/>
        </p:nvGrpSpPr>
        <p:grpSpPr>
          <a:xfrm>
            <a:off x="6292800" y="1800360"/>
            <a:ext cx="475200" cy="200520"/>
            <a:chOff x="6292800" y="1800360"/>
            <a:chExt cx="475200" cy="200520"/>
          </a:xfrm>
        </p:grpSpPr>
        <p:sp>
          <p:nvSpPr>
            <p:cNvPr id="3349" name=""/>
            <p:cNvSpPr/>
            <p:nvPr/>
          </p:nvSpPr>
          <p:spPr>
            <a:xfrm>
              <a:off x="6292800" y="18223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0" name=""/>
            <p:cNvSpPr/>
            <p:nvPr/>
          </p:nvSpPr>
          <p:spPr>
            <a:xfrm>
              <a:off x="6401520" y="180036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51" name=""/>
          <p:cNvGrpSpPr/>
          <p:nvPr/>
        </p:nvGrpSpPr>
        <p:grpSpPr>
          <a:xfrm>
            <a:off x="6591240" y="1868400"/>
            <a:ext cx="525240" cy="200520"/>
            <a:chOff x="6591240" y="1868400"/>
            <a:chExt cx="525240" cy="200520"/>
          </a:xfrm>
        </p:grpSpPr>
        <p:sp>
          <p:nvSpPr>
            <p:cNvPr id="3352" name=""/>
            <p:cNvSpPr/>
            <p:nvPr/>
          </p:nvSpPr>
          <p:spPr>
            <a:xfrm>
              <a:off x="6591240" y="18907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3" name=""/>
            <p:cNvSpPr/>
            <p:nvPr/>
          </p:nvSpPr>
          <p:spPr>
            <a:xfrm>
              <a:off x="6701040" y="186840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'FI11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54" name=""/>
          <p:cNvGrpSpPr/>
          <p:nvPr/>
        </p:nvGrpSpPr>
        <p:grpSpPr>
          <a:xfrm>
            <a:off x="7178760" y="2009880"/>
            <a:ext cx="580320" cy="200520"/>
            <a:chOff x="7178760" y="2009880"/>
            <a:chExt cx="580320" cy="200520"/>
          </a:xfrm>
        </p:grpSpPr>
        <p:sp>
          <p:nvSpPr>
            <p:cNvPr id="3355" name=""/>
            <p:cNvSpPr/>
            <p:nvPr/>
          </p:nvSpPr>
          <p:spPr>
            <a:xfrm>
              <a:off x="7178760" y="200988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6" name=""/>
            <p:cNvSpPr/>
            <p:nvPr/>
          </p:nvSpPr>
          <p:spPr>
            <a:xfrm>
              <a:off x="7332840" y="20098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57" name=""/>
          <p:cNvGrpSpPr/>
          <p:nvPr/>
        </p:nvGrpSpPr>
        <p:grpSpPr>
          <a:xfrm>
            <a:off x="304920" y="609480"/>
            <a:ext cx="479160" cy="200520"/>
            <a:chOff x="304920" y="609480"/>
            <a:chExt cx="479160" cy="200520"/>
          </a:xfrm>
        </p:grpSpPr>
        <p:sp>
          <p:nvSpPr>
            <p:cNvPr id="3358" name=""/>
            <p:cNvSpPr/>
            <p:nvPr/>
          </p:nvSpPr>
          <p:spPr>
            <a:xfrm>
              <a:off x="304920" y="61596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9" name=""/>
            <p:cNvSpPr/>
            <p:nvPr/>
          </p:nvSpPr>
          <p:spPr>
            <a:xfrm>
              <a:off x="44640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60" name=""/>
          <p:cNvGrpSpPr/>
          <p:nvPr/>
        </p:nvGrpSpPr>
        <p:grpSpPr>
          <a:xfrm>
            <a:off x="6324480" y="5562720"/>
            <a:ext cx="479160" cy="200520"/>
            <a:chOff x="6324480" y="5562720"/>
            <a:chExt cx="479160" cy="200520"/>
          </a:xfrm>
        </p:grpSpPr>
        <p:sp>
          <p:nvSpPr>
            <p:cNvPr id="3361" name=""/>
            <p:cNvSpPr/>
            <p:nvPr/>
          </p:nvSpPr>
          <p:spPr>
            <a:xfrm>
              <a:off x="6324480" y="55688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2" name=""/>
            <p:cNvSpPr/>
            <p:nvPr/>
          </p:nvSpPr>
          <p:spPr>
            <a:xfrm>
              <a:off x="646596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63" name=""/>
          <p:cNvGrpSpPr/>
          <p:nvPr/>
        </p:nvGrpSpPr>
        <p:grpSpPr>
          <a:xfrm>
            <a:off x="4267080" y="4724280"/>
            <a:ext cx="479160" cy="200520"/>
            <a:chOff x="4267080" y="4724280"/>
            <a:chExt cx="479160" cy="200520"/>
          </a:xfrm>
        </p:grpSpPr>
        <p:sp>
          <p:nvSpPr>
            <p:cNvPr id="3364" name=""/>
            <p:cNvSpPr/>
            <p:nvPr/>
          </p:nvSpPr>
          <p:spPr>
            <a:xfrm>
              <a:off x="4267080" y="473076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5" name=""/>
            <p:cNvSpPr/>
            <p:nvPr/>
          </p:nvSpPr>
          <p:spPr>
            <a:xfrm>
              <a:off x="440856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66" name=""/>
          <p:cNvGrpSpPr/>
          <p:nvPr/>
        </p:nvGrpSpPr>
        <p:grpSpPr>
          <a:xfrm>
            <a:off x="5867280" y="1143000"/>
            <a:ext cx="461880" cy="200520"/>
            <a:chOff x="5867280" y="1143000"/>
            <a:chExt cx="461880" cy="200520"/>
          </a:xfrm>
        </p:grpSpPr>
        <p:sp>
          <p:nvSpPr>
            <p:cNvPr id="3367" name=""/>
            <p:cNvSpPr/>
            <p:nvPr/>
          </p:nvSpPr>
          <p:spPr>
            <a:xfrm>
              <a:off x="5867280" y="1158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8" name=""/>
            <p:cNvSpPr/>
            <p:nvPr/>
          </p:nvSpPr>
          <p:spPr>
            <a:xfrm>
              <a:off x="599148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69" name=""/>
          <p:cNvGrpSpPr/>
          <p:nvPr/>
        </p:nvGrpSpPr>
        <p:grpSpPr>
          <a:xfrm>
            <a:off x="717480" y="3417840"/>
            <a:ext cx="460080" cy="200520"/>
            <a:chOff x="717480" y="3417840"/>
            <a:chExt cx="460080" cy="200520"/>
          </a:xfrm>
        </p:grpSpPr>
        <p:sp>
          <p:nvSpPr>
            <p:cNvPr id="3370" name=""/>
            <p:cNvSpPr/>
            <p:nvPr/>
          </p:nvSpPr>
          <p:spPr>
            <a:xfrm>
              <a:off x="717480" y="3432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1" name=""/>
            <p:cNvSpPr/>
            <p:nvPr/>
          </p:nvSpPr>
          <p:spPr>
            <a:xfrm>
              <a:off x="839880" y="3417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72" name=""/>
          <p:cNvGrpSpPr/>
          <p:nvPr/>
        </p:nvGrpSpPr>
        <p:grpSpPr>
          <a:xfrm>
            <a:off x="8153280" y="3809880"/>
            <a:ext cx="461880" cy="200520"/>
            <a:chOff x="8153280" y="3809880"/>
            <a:chExt cx="461880" cy="200520"/>
          </a:xfrm>
        </p:grpSpPr>
        <p:sp>
          <p:nvSpPr>
            <p:cNvPr id="3373" name=""/>
            <p:cNvSpPr/>
            <p:nvPr/>
          </p:nvSpPr>
          <p:spPr>
            <a:xfrm>
              <a:off x="8153280" y="3826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4" name=""/>
            <p:cNvSpPr/>
            <p:nvPr/>
          </p:nvSpPr>
          <p:spPr>
            <a:xfrm>
              <a:off x="827748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75" name=""/>
          <p:cNvGrpSpPr/>
          <p:nvPr/>
        </p:nvGrpSpPr>
        <p:grpSpPr>
          <a:xfrm>
            <a:off x="2895480" y="5715000"/>
            <a:ext cx="461520" cy="200520"/>
            <a:chOff x="2895480" y="5715000"/>
            <a:chExt cx="461520" cy="200520"/>
          </a:xfrm>
        </p:grpSpPr>
        <p:sp>
          <p:nvSpPr>
            <p:cNvPr id="3376" name=""/>
            <p:cNvSpPr/>
            <p:nvPr/>
          </p:nvSpPr>
          <p:spPr>
            <a:xfrm>
              <a:off x="2895480" y="5729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7" name=""/>
            <p:cNvSpPr/>
            <p:nvPr/>
          </p:nvSpPr>
          <p:spPr>
            <a:xfrm>
              <a:off x="301932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78" name=""/>
          <p:cNvGrpSpPr/>
          <p:nvPr/>
        </p:nvGrpSpPr>
        <p:grpSpPr>
          <a:xfrm>
            <a:off x="4724280" y="6400800"/>
            <a:ext cx="460080" cy="200520"/>
            <a:chOff x="4724280" y="6400800"/>
            <a:chExt cx="460080" cy="200520"/>
          </a:xfrm>
        </p:grpSpPr>
        <p:sp>
          <p:nvSpPr>
            <p:cNvPr id="3379" name=""/>
            <p:cNvSpPr/>
            <p:nvPr/>
          </p:nvSpPr>
          <p:spPr>
            <a:xfrm>
              <a:off x="4724280" y="64148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0" name=""/>
            <p:cNvSpPr/>
            <p:nvPr/>
          </p:nvSpPr>
          <p:spPr>
            <a:xfrm>
              <a:off x="484668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81" name=""/>
          <p:cNvGrpSpPr/>
          <p:nvPr/>
        </p:nvGrpSpPr>
        <p:grpSpPr>
          <a:xfrm>
            <a:off x="2819520" y="2743200"/>
            <a:ext cx="461520" cy="200520"/>
            <a:chOff x="2819520" y="2743200"/>
            <a:chExt cx="461520" cy="200520"/>
          </a:xfrm>
        </p:grpSpPr>
        <p:sp>
          <p:nvSpPr>
            <p:cNvPr id="3382" name=""/>
            <p:cNvSpPr/>
            <p:nvPr/>
          </p:nvSpPr>
          <p:spPr>
            <a:xfrm>
              <a:off x="2819520" y="2757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3" name=""/>
            <p:cNvSpPr/>
            <p:nvPr/>
          </p:nvSpPr>
          <p:spPr>
            <a:xfrm>
              <a:off x="294336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84" name=""/>
          <p:cNvGrpSpPr/>
          <p:nvPr/>
        </p:nvGrpSpPr>
        <p:grpSpPr>
          <a:xfrm>
            <a:off x="8305920" y="609480"/>
            <a:ext cx="460080" cy="200520"/>
            <a:chOff x="8305920" y="609480"/>
            <a:chExt cx="460080" cy="200520"/>
          </a:xfrm>
        </p:grpSpPr>
        <p:sp>
          <p:nvSpPr>
            <p:cNvPr id="3385" name=""/>
            <p:cNvSpPr/>
            <p:nvPr/>
          </p:nvSpPr>
          <p:spPr>
            <a:xfrm>
              <a:off x="8305920" y="6253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6" name=""/>
            <p:cNvSpPr/>
            <p:nvPr/>
          </p:nvSpPr>
          <p:spPr>
            <a:xfrm>
              <a:off x="842832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87" name=""/>
          <p:cNvGrpSpPr/>
          <p:nvPr/>
        </p:nvGrpSpPr>
        <p:grpSpPr>
          <a:xfrm>
            <a:off x="2057400" y="3581280"/>
            <a:ext cx="460080" cy="200520"/>
            <a:chOff x="2057400" y="3581280"/>
            <a:chExt cx="460080" cy="200520"/>
          </a:xfrm>
        </p:grpSpPr>
        <p:sp>
          <p:nvSpPr>
            <p:cNvPr id="3388" name=""/>
            <p:cNvSpPr/>
            <p:nvPr/>
          </p:nvSpPr>
          <p:spPr>
            <a:xfrm>
              <a:off x="2057400" y="35971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9" name=""/>
            <p:cNvSpPr/>
            <p:nvPr/>
          </p:nvSpPr>
          <p:spPr>
            <a:xfrm>
              <a:off x="217980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90" name=""/>
          <p:cNvGrpSpPr/>
          <p:nvPr/>
        </p:nvGrpSpPr>
        <p:grpSpPr>
          <a:xfrm>
            <a:off x="5651640" y="4332240"/>
            <a:ext cx="460080" cy="200520"/>
            <a:chOff x="5651640" y="4332240"/>
            <a:chExt cx="460080" cy="200520"/>
          </a:xfrm>
        </p:grpSpPr>
        <p:sp>
          <p:nvSpPr>
            <p:cNvPr id="3391" name=""/>
            <p:cNvSpPr/>
            <p:nvPr/>
          </p:nvSpPr>
          <p:spPr>
            <a:xfrm>
              <a:off x="5651640" y="4348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92" name=""/>
            <p:cNvSpPr/>
            <p:nvPr/>
          </p:nvSpPr>
          <p:spPr>
            <a:xfrm>
              <a:off x="5774040" y="4332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93" name=""/>
          <p:cNvGrpSpPr/>
          <p:nvPr/>
        </p:nvGrpSpPr>
        <p:grpSpPr>
          <a:xfrm>
            <a:off x="708120" y="5715000"/>
            <a:ext cx="460080" cy="200520"/>
            <a:chOff x="708120" y="5715000"/>
            <a:chExt cx="460080" cy="200520"/>
          </a:xfrm>
        </p:grpSpPr>
        <p:sp>
          <p:nvSpPr>
            <p:cNvPr id="3394" name=""/>
            <p:cNvSpPr/>
            <p:nvPr/>
          </p:nvSpPr>
          <p:spPr>
            <a:xfrm>
              <a:off x="708120" y="57294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95" name=""/>
            <p:cNvSpPr/>
            <p:nvPr/>
          </p:nvSpPr>
          <p:spPr>
            <a:xfrm>
              <a:off x="83052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96" name=""/>
          <p:cNvGrpSpPr/>
          <p:nvPr/>
        </p:nvGrpSpPr>
        <p:grpSpPr>
          <a:xfrm>
            <a:off x="8001000" y="1523880"/>
            <a:ext cx="460080" cy="200520"/>
            <a:chOff x="8001000" y="1523880"/>
            <a:chExt cx="460080" cy="200520"/>
          </a:xfrm>
        </p:grpSpPr>
        <p:sp>
          <p:nvSpPr>
            <p:cNvPr id="3397" name=""/>
            <p:cNvSpPr/>
            <p:nvPr/>
          </p:nvSpPr>
          <p:spPr>
            <a:xfrm>
              <a:off x="8001000" y="15379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98" name=""/>
            <p:cNvSpPr/>
            <p:nvPr/>
          </p:nvSpPr>
          <p:spPr>
            <a:xfrm>
              <a:off x="812340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99" name=""/>
          <p:cNvGrpSpPr/>
          <p:nvPr/>
        </p:nvGrpSpPr>
        <p:grpSpPr>
          <a:xfrm>
            <a:off x="5638680" y="2133720"/>
            <a:ext cx="461520" cy="200520"/>
            <a:chOff x="5638680" y="2133720"/>
            <a:chExt cx="461520" cy="200520"/>
          </a:xfrm>
        </p:grpSpPr>
        <p:sp>
          <p:nvSpPr>
            <p:cNvPr id="3400" name=""/>
            <p:cNvSpPr/>
            <p:nvPr/>
          </p:nvSpPr>
          <p:spPr>
            <a:xfrm>
              <a:off x="5638680" y="2149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1" name=""/>
            <p:cNvSpPr/>
            <p:nvPr/>
          </p:nvSpPr>
          <p:spPr>
            <a:xfrm>
              <a:off x="576252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02" name=""/>
          <p:cNvGrpSpPr/>
          <p:nvPr/>
        </p:nvGrpSpPr>
        <p:grpSpPr>
          <a:xfrm>
            <a:off x="4038480" y="2362320"/>
            <a:ext cx="460080" cy="200520"/>
            <a:chOff x="4038480" y="2362320"/>
            <a:chExt cx="460080" cy="200520"/>
          </a:xfrm>
        </p:grpSpPr>
        <p:sp>
          <p:nvSpPr>
            <p:cNvPr id="3403" name=""/>
            <p:cNvSpPr/>
            <p:nvPr/>
          </p:nvSpPr>
          <p:spPr>
            <a:xfrm>
              <a:off x="4038480" y="23781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4" name=""/>
            <p:cNvSpPr/>
            <p:nvPr/>
          </p:nvSpPr>
          <p:spPr>
            <a:xfrm>
              <a:off x="4160880" y="236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05" name=""/>
          <p:cNvGrpSpPr/>
          <p:nvPr/>
        </p:nvGrpSpPr>
        <p:grpSpPr>
          <a:xfrm>
            <a:off x="7866000" y="4780080"/>
            <a:ext cx="461880" cy="200520"/>
            <a:chOff x="7866000" y="4780080"/>
            <a:chExt cx="461880" cy="200520"/>
          </a:xfrm>
        </p:grpSpPr>
        <p:sp>
          <p:nvSpPr>
            <p:cNvPr id="3406" name=""/>
            <p:cNvSpPr/>
            <p:nvPr/>
          </p:nvSpPr>
          <p:spPr>
            <a:xfrm>
              <a:off x="7866000" y="4795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7" name=""/>
            <p:cNvSpPr/>
            <p:nvPr/>
          </p:nvSpPr>
          <p:spPr>
            <a:xfrm>
              <a:off x="7990200" y="4780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08" name=""/>
          <p:cNvGrpSpPr/>
          <p:nvPr/>
        </p:nvGrpSpPr>
        <p:grpSpPr>
          <a:xfrm>
            <a:off x="6570720" y="3105000"/>
            <a:ext cx="460080" cy="200520"/>
            <a:chOff x="6570720" y="3105000"/>
            <a:chExt cx="460080" cy="200520"/>
          </a:xfrm>
        </p:grpSpPr>
        <p:sp>
          <p:nvSpPr>
            <p:cNvPr id="3409" name=""/>
            <p:cNvSpPr/>
            <p:nvPr/>
          </p:nvSpPr>
          <p:spPr>
            <a:xfrm>
              <a:off x="6570720" y="31212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0" name=""/>
            <p:cNvSpPr/>
            <p:nvPr/>
          </p:nvSpPr>
          <p:spPr>
            <a:xfrm>
              <a:off x="6693120" y="310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11" name=""/>
          <p:cNvGrpSpPr/>
          <p:nvPr/>
        </p:nvGrpSpPr>
        <p:grpSpPr>
          <a:xfrm>
            <a:off x="1523880" y="1600200"/>
            <a:ext cx="460080" cy="200520"/>
            <a:chOff x="1523880" y="1600200"/>
            <a:chExt cx="460080" cy="200520"/>
          </a:xfrm>
        </p:grpSpPr>
        <p:sp>
          <p:nvSpPr>
            <p:cNvPr id="3412" name=""/>
            <p:cNvSpPr/>
            <p:nvPr/>
          </p:nvSpPr>
          <p:spPr>
            <a:xfrm>
              <a:off x="1523880" y="161424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3" name=""/>
            <p:cNvSpPr/>
            <p:nvPr/>
          </p:nvSpPr>
          <p:spPr>
            <a:xfrm>
              <a:off x="164628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14" name=""/>
          <p:cNvGrpSpPr/>
          <p:nvPr/>
        </p:nvGrpSpPr>
        <p:grpSpPr>
          <a:xfrm>
            <a:off x="4343400" y="1219320"/>
            <a:ext cx="461520" cy="200520"/>
            <a:chOff x="4343400" y="1219320"/>
            <a:chExt cx="461520" cy="200520"/>
          </a:xfrm>
        </p:grpSpPr>
        <p:sp>
          <p:nvSpPr>
            <p:cNvPr id="3415" name=""/>
            <p:cNvSpPr/>
            <p:nvPr/>
          </p:nvSpPr>
          <p:spPr>
            <a:xfrm>
              <a:off x="4343400" y="123480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6" name=""/>
            <p:cNvSpPr/>
            <p:nvPr/>
          </p:nvSpPr>
          <p:spPr>
            <a:xfrm>
              <a:off x="446724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17" name="Rounded Rectangle 3416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3418" name="Oval 3417"/>
          <p:cNvSpPr/>
          <p:nvPr/>
        </p:nvSpPr>
        <p:spPr>
          <a:xfrm>
            <a:off x="262169" y="57320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9" name="Oval 3418"/>
          <p:cNvSpPr/>
          <p:nvPr/>
        </p:nvSpPr>
        <p:spPr>
          <a:xfrm>
            <a:off x="292169" y="60320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420" name="Rounded Rectangle 3419"/>
          <p:cNvSpPr/>
          <p:nvPr/>
        </p:nvSpPr>
        <p:spPr>
          <a:xfrm>
            <a:off x="462169" y="58820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421" name="Oval 3420"/>
          <p:cNvSpPr/>
          <p:nvPr/>
        </p:nvSpPr>
        <p:spPr>
          <a:xfrm>
            <a:off x="6281554" y="552608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2" name="Oval 3421"/>
          <p:cNvSpPr/>
          <p:nvPr/>
        </p:nvSpPr>
        <p:spPr>
          <a:xfrm>
            <a:off x="6311554" y="555608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423" name="Rounded Rectangle 3422"/>
          <p:cNvSpPr/>
          <p:nvPr/>
        </p:nvSpPr>
        <p:spPr>
          <a:xfrm>
            <a:off x="6481554" y="554108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424" name="Oval 3423"/>
          <p:cNvSpPr/>
          <p:nvPr/>
        </p:nvSpPr>
        <p:spPr>
          <a:xfrm>
            <a:off x="4224321" y="468782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5" name="Oval 3424"/>
          <p:cNvSpPr/>
          <p:nvPr/>
        </p:nvSpPr>
        <p:spPr>
          <a:xfrm>
            <a:off x="4254321" y="471782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426" name="Rounded Rectangle 3425"/>
          <p:cNvSpPr/>
          <p:nvPr/>
        </p:nvSpPr>
        <p:spPr>
          <a:xfrm>
            <a:off x="4424321" y="470282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427" name="Oval 3426"/>
          <p:cNvSpPr/>
          <p:nvPr/>
        </p:nvSpPr>
        <p:spPr>
          <a:xfrm>
            <a:off x="5815707" y="110727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8" name="Oval 3427"/>
          <p:cNvSpPr/>
          <p:nvPr/>
        </p:nvSpPr>
        <p:spPr>
          <a:xfrm>
            <a:off x="5845707" y="113727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429" name="Rounded Rectangle 3428"/>
          <p:cNvSpPr/>
          <p:nvPr/>
        </p:nvSpPr>
        <p:spPr>
          <a:xfrm>
            <a:off x="6015707" y="112227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430" name="Oval 3429"/>
          <p:cNvSpPr/>
          <p:nvPr/>
        </p:nvSpPr>
        <p:spPr>
          <a:xfrm>
            <a:off x="665180" y="338066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1" name="Oval 3430"/>
          <p:cNvSpPr/>
          <p:nvPr/>
        </p:nvSpPr>
        <p:spPr>
          <a:xfrm>
            <a:off x="695180" y="341066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432" name="Rounded Rectangle 3431"/>
          <p:cNvSpPr/>
          <p:nvPr/>
        </p:nvSpPr>
        <p:spPr>
          <a:xfrm>
            <a:off x="865180" y="339566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433" name="Oval 3432"/>
          <p:cNvSpPr/>
          <p:nvPr/>
        </p:nvSpPr>
        <p:spPr>
          <a:xfrm>
            <a:off x="8101707" y="377451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4" name="Oval 3433"/>
          <p:cNvSpPr/>
          <p:nvPr/>
        </p:nvSpPr>
        <p:spPr>
          <a:xfrm>
            <a:off x="8131707" y="380451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435" name="Rounded Rectangle 3434"/>
          <p:cNvSpPr/>
          <p:nvPr/>
        </p:nvSpPr>
        <p:spPr>
          <a:xfrm>
            <a:off x="8301707" y="378951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436" name="Oval 3435"/>
          <p:cNvSpPr/>
          <p:nvPr/>
        </p:nvSpPr>
        <p:spPr>
          <a:xfrm>
            <a:off x="2843904" y="567782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7" name="Oval 3436"/>
          <p:cNvSpPr/>
          <p:nvPr/>
        </p:nvSpPr>
        <p:spPr>
          <a:xfrm>
            <a:off x="2873904" y="570782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438" name="Rounded Rectangle 3437"/>
          <p:cNvSpPr/>
          <p:nvPr/>
        </p:nvSpPr>
        <p:spPr>
          <a:xfrm>
            <a:off x="3043904" y="569282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439" name="Oval 3438"/>
          <p:cNvSpPr/>
          <p:nvPr/>
        </p:nvSpPr>
        <p:spPr>
          <a:xfrm>
            <a:off x="4671984" y="636327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0" name="Oval 3439"/>
          <p:cNvSpPr/>
          <p:nvPr/>
        </p:nvSpPr>
        <p:spPr>
          <a:xfrm>
            <a:off x="4701984" y="639327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441" name="Rounded Rectangle 3440"/>
          <p:cNvSpPr/>
          <p:nvPr/>
        </p:nvSpPr>
        <p:spPr>
          <a:xfrm>
            <a:off x="4871984" y="637827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442" name="Oval 3441"/>
          <p:cNvSpPr/>
          <p:nvPr/>
        </p:nvSpPr>
        <p:spPr>
          <a:xfrm>
            <a:off x="2767948" y="270602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3" name="Oval 3442"/>
          <p:cNvSpPr/>
          <p:nvPr/>
        </p:nvSpPr>
        <p:spPr>
          <a:xfrm>
            <a:off x="2797948" y="273602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444" name="Rounded Rectangle 3443"/>
          <p:cNvSpPr/>
          <p:nvPr/>
        </p:nvSpPr>
        <p:spPr>
          <a:xfrm>
            <a:off x="2967948" y="272102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445" name="Oval 3444"/>
          <p:cNvSpPr/>
          <p:nvPr/>
        </p:nvSpPr>
        <p:spPr>
          <a:xfrm>
            <a:off x="8253619" y="57374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6" name="Oval 3445"/>
          <p:cNvSpPr/>
          <p:nvPr/>
        </p:nvSpPr>
        <p:spPr>
          <a:xfrm>
            <a:off x="8283619" y="60374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447" name="Rounded Rectangle 3446"/>
          <p:cNvSpPr/>
          <p:nvPr/>
        </p:nvSpPr>
        <p:spPr>
          <a:xfrm>
            <a:off x="8453619" y="58874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448" name="Oval 3447"/>
          <p:cNvSpPr/>
          <p:nvPr/>
        </p:nvSpPr>
        <p:spPr>
          <a:xfrm>
            <a:off x="2004919" y="354555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9" name="Oval 3448"/>
          <p:cNvSpPr/>
          <p:nvPr/>
        </p:nvSpPr>
        <p:spPr>
          <a:xfrm>
            <a:off x="2034919" y="357555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450" name="Rounded Rectangle 3449"/>
          <p:cNvSpPr/>
          <p:nvPr/>
        </p:nvSpPr>
        <p:spPr>
          <a:xfrm>
            <a:off x="2204919" y="356055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451" name="Oval 3450"/>
          <p:cNvSpPr/>
          <p:nvPr/>
        </p:nvSpPr>
        <p:spPr>
          <a:xfrm>
            <a:off x="5599160" y="429650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2" name="Oval 3451"/>
          <p:cNvSpPr/>
          <p:nvPr/>
        </p:nvSpPr>
        <p:spPr>
          <a:xfrm>
            <a:off x="5629160" y="432650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453" name="Rounded Rectangle 3452"/>
          <p:cNvSpPr/>
          <p:nvPr/>
        </p:nvSpPr>
        <p:spPr>
          <a:xfrm>
            <a:off x="5799160" y="431150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454" name="Oval 3453"/>
          <p:cNvSpPr/>
          <p:nvPr/>
        </p:nvSpPr>
        <p:spPr>
          <a:xfrm>
            <a:off x="655646" y="567782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5" name="Oval 3454"/>
          <p:cNvSpPr/>
          <p:nvPr/>
        </p:nvSpPr>
        <p:spPr>
          <a:xfrm>
            <a:off x="685646" y="570782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456" name="Rounded Rectangle 3455"/>
          <p:cNvSpPr/>
          <p:nvPr/>
        </p:nvSpPr>
        <p:spPr>
          <a:xfrm>
            <a:off x="855646" y="569282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457" name="Oval 3456"/>
          <p:cNvSpPr/>
          <p:nvPr/>
        </p:nvSpPr>
        <p:spPr>
          <a:xfrm>
            <a:off x="7948703" y="14863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8" name="Oval 3457"/>
          <p:cNvSpPr/>
          <p:nvPr/>
        </p:nvSpPr>
        <p:spPr>
          <a:xfrm>
            <a:off x="7978703" y="15163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459" name="Rounded Rectangle 3458"/>
          <p:cNvSpPr/>
          <p:nvPr/>
        </p:nvSpPr>
        <p:spPr>
          <a:xfrm>
            <a:off x="8148703" y="15013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460" name="Oval 3459"/>
          <p:cNvSpPr/>
          <p:nvPr/>
        </p:nvSpPr>
        <p:spPr>
          <a:xfrm>
            <a:off x="5587101" y="209798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1" name="Oval 3460"/>
          <p:cNvSpPr/>
          <p:nvPr/>
        </p:nvSpPr>
        <p:spPr>
          <a:xfrm>
            <a:off x="5617101" y="212798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462" name="Rounded Rectangle 3461"/>
          <p:cNvSpPr/>
          <p:nvPr/>
        </p:nvSpPr>
        <p:spPr>
          <a:xfrm>
            <a:off x="5787101" y="211298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463" name="Oval 3462"/>
          <p:cNvSpPr/>
          <p:nvPr/>
        </p:nvSpPr>
        <p:spPr>
          <a:xfrm>
            <a:off x="3986180" y="23265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4" name="Oval 3463"/>
          <p:cNvSpPr/>
          <p:nvPr/>
        </p:nvSpPr>
        <p:spPr>
          <a:xfrm>
            <a:off x="4016180" y="23565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465" name="Rounded Rectangle 3464"/>
          <p:cNvSpPr/>
          <p:nvPr/>
        </p:nvSpPr>
        <p:spPr>
          <a:xfrm>
            <a:off x="4186180" y="23415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466" name="Oval 3465"/>
          <p:cNvSpPr/>
          <p:nvPr/>
        </p:nvSpPr>
        <p:spPr>
          <a:xfrm>
            <a:off x="7814430" y="47443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7" name="Oval 3466"/>
          <p:cNvSpPr/>
          <p:nvPr/>
        </p:nvSpPr>
        <p:spPr>
          <a:xfrm>
            <a:off x="7844430" y="47743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468" name="Rounded Rectangle 3467"/>
          <p:cNvSpPr/>
          <p:nvPr/>
        </p:nvSpPr>
        <p:spPr>
          <a:xfrm>
            <a:off x="8014430" y="47593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469" name="Oval 3468"/>
          <p:cNvSpPr/>
          <p:nvPr/>
        </p:nvSpPr>
        <p:spPr>
          <a:xfrm>
            <a:off x="6518248" y="306962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0" name="Oval 3469"/>
          <p:cNvSpPr/>
          <p:nvPr/>
        </p:nvSpPr>
        <p:spPr>
          <a:xfrm>
            <a:off x="6548248" y="309962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471" name="Rounded Rectangle 3470"/>
          <p:cNvSpPr/>
          <p:nvPr/>
        </p:nvSpPr>
        <p:spPr>
          <a:xfrm>
            <a:off x="6718248" y="308462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472" name="Oval 3471"/>
          <p:cNvSpPr/>
          <p:nvPr/>
        </p:nvSpPr>
        <p:spPr>
          <a:xfrm>
            <a:off x="1471590" y="156248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3" name="Oval 3472"/>
          <p:cNvSpPr/>
          <p:nvPr/>
        </p:nvSpPr>
        <p:spPr>
          <a:xfrm>
            <a:off x="1501590" y="159248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474" name="Rounded Rectangle 3473"/>
          <p:cNvSpPr/>
          <p:nvPr/>
        </p:nvSpPr>
        <p:spPr>
          <a:xfrm>
            <a:off x="1671590" y="157748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475" name="Oval 3474"/>
          <p:cNvSpPr/>
          <p:nvPr/>
        </p:nvSpPr>
        <p:spPr>
          <a:xfrm>
            <a:off x="4291820" y="118304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6" name="Oval 3475"/>
          <p:cNvSpPr/>
          <p:nvPr/>
        </p:nvSpPr>
        <p:spPr>
          <a:xfrm>
            <a:off x="4321820" y="121304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477" name="Rounded Rectangle 3476"/>
          <p:cNvSpPr/>
          <p:nvPr/>
        </p:nvSpPr>
        <p:spPr>
          <a:xfrm>
            <a:off x="4491820" y="119804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7" name=""/>
          <p:cNvSpPr/>
          <p:nvPr/>
        </p:nvSpPr>
        <p:spPr>
          <a:xfrm>
            <a:off x="3118320" y="50760"/>
            <a:ext cx="29070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35: VIDP | RWY 28 | STAR BASO1A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8" name=""/>
          <p:cNvSpPr/>
          <p:nvPr/>
        </p:nvSpPr>
        <p:spPr>
          <a:xfrm flipH="1">
            <a:off x="3681360" y="1639800"/>
            <a:ext cx="1268640" cy="2286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9" name=""/>
          <p:cNvSpPr/>
          <p:nvPr/>
        </p:nvSpPr>
        <p:spPr>
          <a:xfrm>
            <a:off x="3681360" y="3925800"/>
            <a:ext cx="647640" cy="1273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0" name=""/>
          <p:cNvSpPr/>
          <p:nvPr/>
        </p:nvSpPr>
        <p:spPr>
          <a:xfrm>
            <a:off x="4329000" y="5199120"/>
            <a:ext cx="87480" cy="128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1" name=""/>
          <p:cNvSpPr/>
          <p:nvPr/>
        </p:nvSpPr>
        <p:spPr>
          <a:xfrm>
            <a:off x="4416480" y="5327640"/>
            <a:ext cx="750960" cy="39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7200" bIns="-7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2" name=""/>
          <p:cNvSpPr/>
          <p:nvPr/>
        </p:nvSpPr>
        <p:spPr>
          <a:xfrm>
            <a:off x="5167440" y="5367240"/>
            <a:ext cx="125280" cy="3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3" name=""/>
          <p:cNvSpPr/>
          <p:nvPr/>
        </p:nvSpPr>
        <p:spPr>
          <a:xfrm flipV="1">
            <a:off x="5292720" y="5200560"/>
            <a:ext cx="106200" cy="169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4" name=""/>
          <p:cNvSpPr/>
          <p:nvPr/>
        </p:nvSpPr>
        <p:spPr>
          <a:xfrm flipV="1">
            <a:off x="5398920" y="5041440"/>
            <a:ext cx="63720" cy="158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5" name=""/>
          <p:cNvSpPr/>
          <p:nvPr/>
        </p:nvSpPr>
        <p:spPr>
          <a:xfrm flipH="1" flipV="1">
            <a:off x="5001840" y="4836600"/>
            <a:ext cx="460440" cy="204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6" name=""/>
          <p:cNvSpPr/>
          <p:nvPr/>
        </p:nvSpPr>
        <p:spPr>
          <a:xfrm flipH="1" flipV="1">
            <a:off x="4795560" y="4744800"/>
            <a:ext cx="206280" cy="91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7" name=""/>
          <p:cNvSpPr/>
          <p:nvPr/>
        </p:nvSpPr>
        <p:spPr>
          <a:xfrm flipH="1" flipV="1">
            <a:off x="4478400" y="4671720"/>
            <a:ext cx="317520" cy="73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28" name=""/>
          <p:cNvGrpSpPr/>
          <p:nvPr/>
        </p:nvGrpSpPr>
        <p:grpSpPr>
          <a:xfrm>
            <a:off x="4886280" y="1576440"/>
            <a:ext cx="600480" cy="200520"/>
            <a:chOff x="4886280" y="1576440"/>
            <a:chExt cx="600480" cy="200520"/>
          </a:xfrm>
        </p:grpSpPr>
        <p:sp>
          <p:nvSpPr>
            <p:cNvPr id="3429" name=""/>
            <p:cNvSpPr/>
            <p:nvPr/>
          </p:nvSpPr>
          <p:spPr>
            <a:xfrm>
              <a:off x="488628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0" name=""/>
            <p:cNvSpPr/>
            <p:nvPr/>
          </p:nvSpPr>
          <p:spPr>
            <a:xfrm>
              <a:off x="4996800" y="157644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BASOT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31" name=""/>
          <p:cNvGrpSpPr/>
          <p:nvPr/>
        </p:nvGrpSpPr>
        <p:grpSpPr>
          <a:xfrm>
            <a:off x="3630600" y="3862440"/>
            <a:ext cx="545760" cy="200520"/>
            <a:chOff x="3630600" y="3862440"/>
            <a:chExt cx="545760" cy="200520"/>
          </a:xfrm>
        </p:grpSpPr>
        <p:sp>
          <p:nvSpPr>
            <p:cNvPr id="3432" name=""/>
            <p:cNvSpPr/>
            <p:nvPr/>
          </p:nvSpPr>
          <p:spPr>
            <a:xfrm>
              <a:off x="3630600" y="3875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3" name=""/>
            <p:cNvSpPr/>
            <p:nvPr/>
          </p:nvSpPr>
          <p:spPr>
            <a:xfrm>
              <a:off x="3745800" y="386244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CHI27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34" name=""/>
          <p:cNvGrpSpPr/>
          <p:nvPr/>
        </p:nvGrpSpPr>
        <p:grpSpPr>
          <a:xfrm>
            <a:off x="4278240" y="5135400"/>
            <a:ext cx="540360" cy="200520"/>
            <a:chOff x="4278240" y="5135400"/>
            <a:chExt cx="540360" cy="200520"/>
          </a:xfrm>
        </p:grpSpPr>
        <p:sp>
          <p:nvSpPr>
            <p:cNvPr id="3435" name=""/>
            <p:cNvSpPr/>
            <p:nvPr/>
          </p:nvSpPr>
          <p:spPr>
            <a:xfrm>
              <a:off x="4278240" y="5148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6" name=""/>
            <p:cNvSpPr/>
            <p:nvPr/>
          </p:nvSpPr>
          <p:spPr>
            <a:xfrm>
              <a:off x="4398480" y="513540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DI26Z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37" name=""/>
          <p:cNvGrpSpPr/>
          <p:nvPr/>
        </p:nvGrpSpPr>
        <p:grpSpPr>
          <a:xfrm>
            <a:off x="4375080" y="5264280"/>
            <a:ext cx="559440" cy="200520"/>
            <a:chOff x="4375080" y="5264280"/>
            <a:chExt cx="559440" cy="200520"/>
          </a:xfrm>
        </p:grpSpPr>
        <p:sp>
          <p:nvSpPr>
            <p:cNvPr id="3438" name=""/>
            <p:cNvSpPr/>
            <p:nvPr/>
          </p:nvSpPr>
          <p:spPr>
            <a:xfrm>
              <a:off x="4375080" y="5286240"/>
              <a:ext cx="81000" cy="828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2240" bIns="12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9" name=""/>
            <p:cNvSpPr/>
            <p:nvPr/>
          </p:nvSpPr>
          <p:spPr>
            <a:xfrm>
              <a:off x="4435200" y="526428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RUGDA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0" name=""/>
          <p:cNvGrpSpPr/>
          <p:nvPr/>
        </p:nvGrpSpPr>
        <p:grpSpPr>
          <a:xfrm>
            <a:off x="5127480" y="5303880"/>
            <a:ext cx="534960" cy="200520"/>
            <a:chOff x="5127480" y="5303880"/>
            <a:chExt cx="534960" cy="200520"/>
          </a:xfrm>
        </p:grpSpPr>
        <p:sp>
          <p:nvSpPr>
            <p:cNvPr id="3441" name=""/>
            <p:cNvSpPr/>
            <p:nvPr/>
          </p:nvSpPr>
          <p:spPr>
            <a:xfrm>
              <a:off x="5127480" y="532620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42" name=""/>
            <p:cNvSpPr/>
            <p:nvPr/>
          </p:nvSpPr>
          <p:spPr>
            <a:xfrm>
              <a:off x="5212080" y="53038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D274V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3" name=""/>
          <p:cNvGrpSpPr/>
          <p:nvPr/>
        </p:nvGrpSpPr>
        <p:grpSpPr>
          <a:xfrm>
            <a:off x="5251320" y="5307120"/>
            <a:ext cx="549720" cy="200520"/>
            <a:chOff x="5251320" y="5307120"/>
            <a:chExt cx="549720" cy="200520"/>
          </a:xfrm>
        </p:grpSpPr>
        <p:sp>
          <p:nvSpPr>
            <p:cNvPr id="3444" name=""/>
            <p:cNvSpPr/>
            <p:nvPr/>
          </p:nvSpPr>
          <p:spPr>
            <a:xfrm>
              <a:off x="5251320" y="53308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45" name=""/>
            <p:cNvSpPr/>
            <p:nvPr/>
          </p:nvSpPr>
          <p:spPr>
            <a:xfrm>
              <a:off x="5321520" y="53071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PEDKA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6" name=""/>
          <p:cNvGrpSpPr/>
          <p:nvPr/>
        </p:nvGrpSpPr>
        <p:grpSpPr>
          <a:xfrm>
            <a:off x="5357880" y="5137200"/>
            <a:ext cx="517320" cy="200520"/>
            <a:chOff x="5357880" y="5137200"/>
            <a:chExt cx="517320" cy="200520"/>
          </a:xfrm>
        </p:grpSpPr>
        <p:sp>
          <p:nvSpPr>
            <p:cNvPr id="3447" name=""/>
            <p:cNvSpPr/>
            <p:nvPr/>
          </p:nvSpPr>
          <p:spPr>
            <a:xfrm>
              <a:off x="5357880" y="5159520"/>
              <a:ext cx="8100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48" name=""/>
            <p:cNvSpPr/>
            <p:nvPr/>
          </p:nvSpPr>
          <p:spPr>
            <a:xfrm>
              <a:off x="5459760" y="513720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DI170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9" name=""/>
          <p:cNvGrpSpPr/>
          <p:nvPr/>
        </p:nvGrpSpPr>
        <p:grpSpPr>
          <a:xfrm>
            <a:off x="5423040" y="4978440"/>
            <a:ext cx="537120" cy="200520"/>
            <a:chOff x="5423040" y="4978440"/>
            <a:chExt cx="537120" cy="200520"/>
          </a:xfrm>
        </p:grpSpPr>
        <p:sp>
          <p:nvSpPr>
            <p:cNvPr id="3450" name=""/>
            <p:cNvSpPr/>
            <p:nvPr/>
          </p:nvSpPr>
          <p:spPr>
            <a:xfrm>
              <a:off x="5423040" y="500076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51" name=""/>
            <p:cNvSpPr/>
            <p:nvPr/>
          </p:nvSpPr>
          <p:spPr>
            <a:xfrm>
              <a:off x="5505120" y="497844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VENGI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52" name=""/>
          <p:cNvGrpSpPr/>
          <p:nvPr/>
        </p:nvGrpSpPr>
        <p:grpSpPr>
          <a:xfrm>
            <a:off x="4960800" y="4773600"/>
            <a:ext cx="467640" cy="200520"/>
            <a:chOff x="4960800" y="4773600"/>
            <a:chExt cx="467640" cy="200520"/>
          </a:xfrm>
        </p:grpSpPr>
        <p:sp>
          <p:nvSpPr>
            <p:cNvPr id="3453" name=""/>
            <p:cNvSpPr/>
            <p:nvPr/>
          </p:nvSpPr>
          <p:spPr>
            <a:xfrm>
              <a:off x="4960800" y="47959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54" name=""/>
            <p:cNvSpPr/>
            <p:nvPr/>
          </p:nvSpPr>
          <p:spPr>
            <a:xfrm>
              <a:off x="5061960" y="477360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55" name=""/>
          <p:cNvGrpSpPr/>
          <p:nvPr/>
        </p:nvGrpSpPr>
        <p:grpSpPr>
          <a:xfrm>
            <a:off x="4756320" y="4681440"/>
            <a:ext cx="494280" cy="200520"/>
            <a:chOff x="4756320" y="4681440"/>
            <a:chExt cx="494280" cy="200520"/>
          </a:xfrm>
        </p:grpSpPr>
        <p:sp>
          <p:nvSpPr>
            <p:cNvPr id="3456" name=""/>
            <p:cNvSpPr/>
            <p:nvPr/>
          </p:nvSpPr>
          <p:spPr>
            <a:xfrm>
              <a:off x="4756320" y="4703760"/>
              <a:ext cx="806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57" name=""/>
            <p:cNvSpPr/>
            <p:nvPr/>
          </p:nvSpPr>
          <p:spPr>
            <a:xfrm>
              <a:off x="4830480" y="468144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OM28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58" name=""/>
          <p:cNvGrpSpPr/>
          <p:nvPr/>
        </p:nvGrpSpPr>
        <p:grpSpPr>
          <a:xfrm>
            <a:off x="4414680" y="4608360"/>
            <a:ext cx="593280" cy="200520"/>
            <a:chOff x="4414680" y="4608360"/>
            <a:chExt cx="593280" cy="200520"/>
          </a:xfrm>
        </p:grpSpPr>
        <p:sp>
          <p:nvSpPr>
            <p:cNvPr id="3459" name=""/>
            <p:cNvSpPr/>
            <p:nvPr/>
          </p:nvSpPr>
          <p:spPr>
            <a:xfrm>
              <a:off x="4414680" y="460836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0" name=""/>
            <p:cNvSpPr/>
            <p:nvPr/>
          </p:nvSpPr>
          <p:spPr>
            <a:xfrm>
              <a:off x="4533120" y="460836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RW288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61" name=""/>
          <p:cNvGrpSpPr/>
          <p:nvPr/>
        </p:nvGrpSpPr>
        <p:grpSpPr>
          <a:xfrm>
            <a:off x="3321000" y="800280"/>
            <a:ext cx="479160" cy="200520"/>
            <a:chOff x="3321000" y="800280"/>
            <a:chExt cx="479160" cy="200520"/>
          </a:xfrm>
        </p:grpSpPr>
        <p:sp>
          <p:nvSpPr>
            <p:cNvPr id="3462" name=""/>
            <p:cNvSpPr/>
            <p:nvPr/>
          </p:nvSpPr>
          <p:spPr>
            <a:xfrm>
              <a:off x="3321000" y="80640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3" name=""/>
            <p:cNvSpPr/>
            <p:nvPr/>
          </p:nvSpPr>
          <p:spPr>
            <a:xfrm>
              <a:off x="3462480" y="800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64" name=""/>
          <p:cNvGrpSpPr/>
          <p:nvPr/>
        </p:nvGrpSpPr>
        <p:grpSpPr>
          <a:xfrm>
            <a:off x="5867280" y="4724280"/>
            <a:ext cx="478800" cy="200520"/>
            <a:chOff x="5867280" y="4724280"/>
            <a:chExt cx="478800" cy="200520"/>
          </a:xfrm>
        </p:grpSpPr>
        <p:sp>
          <p:nvSpPr>
            <p:cNvPr id="3465" name=""/>
            <p:cNvSpPr/>
            <p:nvPr/>
          </p:nvSpPr>
          <p:spPr>
            <a:xfrm>
              <a:off x="5867280" y="473076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6" name=""/>
            <p:cNvSpPr/>
            <p:nvPr/>
          </p:nvSpPr>
          <p:spPr>
            <a:xfrm>
              <a:off x="60084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67" name=""/>
          <p:cNvGrpSpPr/>
          <p:nvPr/>
        </p:nvGrpSpPr>
        <p:grpSpPr>
          <a:xfrm>
            <a:off x="3324240" y="2266920"/>
            <a:ext cx="461880" cy="200520"/>
            <a:chOff x="3324240" y="2266920"/>
            <a:chExt cx="461880" cy="200520"/>
          </a:xfrm>
        </p:grpSpPr>
        <p:sp>
          <p:nvSpPr>
            <p:cNvPr id="3468" name=""/>
            <p:cNvSpPr/>
            <p:nvPr/>
          </p:nvSpPr>
          <p:spPr>
            <a:xfrm>
              <a:off x="3324240" y="2281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9" name=""/>
            <p:cNvSpPr/>
            <p:nvPr/>
          </p:nvSpPr>
          <p:spPr>
            <a:xfrm>
              <a:off x="3448440" y="226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70" name=""/>
          <p:cNvGrpSpPr/>
          <p:nvPr/>
        </p:nvGrpSpPr>
        <p:grpSpPr>
          <a:xfrm>
            <a:off x="838080" y="6400800"/>
            <a:ext cx="461520" cy="200520"/>
            <a:chOff x="838080" y="6400800"/>
            <a:chExt cx="461520" cy="200520"/>
          </a:xfrm>
        </p:grpSpPr>
        <p:sp>
          <p:nvSpPr>
            <p:cNvPr id="3471" name=""/>
            <p:cNvSpPr/>
            <p:nvPr/>
          </p:nvSpPr>
          <p:spPr>
            <a:xfrm>
              <a:off x="838080" y="6416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72" name=""/>
            <p:cNvSpPr/>
            <p:nvPr/>
          </p:nvSpPr>
          <p:spPr>
            <a:xfrm>
              <a:off x="96192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73" name=""/>
          <p:cNvGrpSpPr/>
          <p:nvPr/>
        </p:nvGrpSpPr>
        <p:grpSpPr>
          <a:xfrm>
            <a:off x="5722920" y="781200"/>
            <a:ext cx="461880" cy="200520"/>
            <a:chOff x="5722920" y="781200"/>
            <a:chExt cx="461880" cy="200520"/>
          </a:xfrm>
        </p:grpSpPr>
        <p:sp>
          <p:nvSpPr>
            <p:cNvPr id="3474" name=""/>
            <p:cNvSpPr/>
            <p:nvPr/>
          </p:nvSpPr>
          <p:spPr>
            <a:xfrm>
              <a:off x="5722920" y="795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75" name=""/>
            <p:cNvSpPr/>
            <p:nvPr/>
          </p:nvSpPr>
          <p:spPr>
            <a:xfrm>
              <a:off x="5847120" y="781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76" name=""/>
          <p:cNvGrpSpPr/>
          <p:nvPr/>
        </p:nvGrpSpPr>
        <p:grpSpPr>
          <a:xfrm>
            <a:off x="4572000" y="2971800"/>
            <a:ext cx="461880" cy="200520"/>
            <a:chOff x="4572000" y="2971800"/>
            <a:chExt cx="461880" cy="200520"/>
          </a:xfrm>
        </p:grpSpPr>
        <p:sp>
          <p:nvSpPr>
            <p:cNvPr id="3477" name=""/>
            <p:cNvSpPr/>
            <p:nvPr/>
          </p:nvSpPr>
          <p:spPr>
            <a:xfrm>
              <a:off x="4572000" y="29872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78" name=""/>
            <p:cNvSpPr/>
            <p:nvPr/>
          </p:nvSpPr>
          <p:spPr>
            <a:xfrm>
              <a:off x="469620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79" name=""/>
          <p:cNvGrpSpPr/>
          <p:nvPr/>
        </p:nvGrpSpPr>
        <p:grpSpPr>
          <a:xfrm>
            <a:off x="2743200" y="4572000"/>
            <a:ext cx="461880" cy="200520"/>
            <a:chOff x="2743200" y="4572000"/>
            <a:chExt cx="461880" cy="200520"/>
          </a:xfrm>
        </p:grpSpPr>
        <p:sp>
          <p:nvSpPr>
            <p:cNvPr id="3480" name=""/>
            <p:cNvSpPr/>
            <p:nvPr/>
          </p:nvSpPr>
          <p:spPr>
            <a:xfrm>
              <a:off x="2743200" y="45878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81" name=""/>
            <p:cNvSpPr/>
            <p:nvPr/>
          </p:nvSpPr>
          <p:spPr>
            <a:xfrm>
              <a:off x="28674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82" name=""/>
          <p:cNvGrpSpPr/>
          <p:nvPr/>
        </p:nvGrpSpPr>
        <p:grpSpPr>
          <a:xfrm>
            <a:off x="4724280" y="4038480"/>
            <a:ext cx="461520" cy="200520"/>
            <a:chOff x="4724280" y="4038480"/>
            <a:chExt cx="461520" cy="200520"/>
          </a:xfrm>
        </p:grpSpPr>
        <p:sp>
          <p:nvSpPr>
            <p:cNvPr id="3483" name=""/>
            <p:cNvSpPr/>
            <p:nvPr/>
          </p:nvSpPr>
          <p:spPr>
            <a:xfrm>
              <a:off x="4724280" y="4052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84" name=""/>
            <p:cNvSpPr/>
            <p:nvPr/>
          </p:nvSpPr>
          <p:spPr>
            <a:xfrm>
              <a:off x="484812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85" name=""/>
          <p:cNvGrpSpPr/>
          <p:nvPr/>
        </p:nvGrpSpPr>
        <p:grpSpPr>
          <a:xfrm>
            <a:off x="4375080" y="806400"/>
            <a:ext cx="461880" cy="200520"/>
            <a:chOff x="4375080" y="806400"/>
            <a:chExt cx="461880" cy="200520"/>
          </a:xfrm>
        </p:grpSpPr>
        <p:sp>
          <p:nvSpPr>
            <p:cNvPr id="3486" name=""/>
            <p:cNvSpPr/>
            <p:nvPr/>
          </p:nvSpPr>
          <p:spPr>
            <a:xfrm>
              <a:off x="4375080" y="820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87" name=""/>
            <p:cNvSpPr/>
            <p:nvPr/>
          </p:nvSpPr>
          <p:spPr>
            <a:xfrm>
              <a:off x="4499280" y="80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88" name=""/>
          <p:cNvGrpSpPr/>
          <p:nvPr/>
        </p:nvGrpSpPr>
        <p:grpSpPr>
          <a:xfrm>
            <a:off x="6172200" y="1752480"/>
            <a:ext cx="461520" cy="200520"/>
            <a:chOff x="6172200" y="1752480"/>
            <a:chExt cx="461520" cy="200520"/>
          </a:xfrm>
        </p:grpSpPr>
        <p:sp>
          <p:nvSpPr>
            <p:cNvPr id="3489" name=""/>
            <p:cNvSpPr/>
            <p:nvPr/>
          </p:nvSpPr>
          <p:spPr>
            <a:xfrm>
              <a:off x="6172200" y="1766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0" name=""/>
            <p:cNvSpPr/>
            <p:nvPr/>
          </p:nvSpPr>
          <p:spPr>
            <a:xfrm>
              <a:off x="629604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91" name=""/>
          <p:cNvGrpSpPr/>
          <p:nvPr/>
        </p:nvGrpSpPr>
        <p:grpSpPr>
          <a:xfrm>
            <a:off x="8001000" y="6172200"/>
            <a:ext cx="459720" cy="200520"/>
            <a:chOff x="8001000" y="6172200"/>
            <a:chExt cx="459720" cy="200520"/>
          </a:xfrm>
        </p:grpSpPr>
        <p:sp>
          <p:nvSpPr>
            <p:cNvPr id="3492" name=""/>
            <p:cNvSpPr/>
            <p:nvPr/>
          </p:nvSpPr>
          <p:spPr>
            <a:xfrm>
              <a:off x="8001000" y="618768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3" name=""/>
            <p:cNvSpPr/>
            <p:nvPr/>
          </p:nvSpPr>
          <p:spPr>
            <a:xfrm>
              <a:off x="812304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94" name=""/>
          <p:cNvGrpSpPr/>
          <p:nvPr/>
        </p:nvGrpSpPr>
        <p:grpSpPr>
          <a:xfrm>
            <a:off x="5562720" y="4114800"/>
            <a:ext cx="459720" cy="200520"/>
            <a:chOff x="5562720" y="4114800"/>
            <a:chExt cx="459720" cy="200520"/>
          </a:xfrm>
        </p:grpSpPr>
        <p:sp>
          <p:nvSpPr>
            <p:cNvPr id="3495" name=""/>
            <p:cNvSpPr/>
            <p:nvPr/>
          </p:nvSpPr>
          <p:spPr>
            <a:xfrm>
              <a:off x="5562720" y="4130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6" name=""/>
            <p:cNvSpPr/>
            <p:nvPr/>
          </p:nvSpPr>
          <p:spPr>
            <a:xfrm>
              <a:off x="568476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97" name=""/>
          <p:cNvGrpSpPr/>
          <p:nvPr/>
        </p:nvGrpSpPr>
        <p:grpSpPr>
          <a:xfrm>
            <a:off x="5029200" y="6019920"/>
            <a:ext cx="461520" cy="200520"/>
            <a:chOff x="5029200" y="6019920"/>
            <a:chExt cx="461520" cy="200520"/>
          </a:xfrm>
        </p:grpSpPr>
        <p:sp>
          <p:nvSpPr>
            <p:cNvPr id="3498" name=""/>
            <p:cNvSpPr/>
            <p:nvPr/>
          </p:nvSpPr>
          <p:spPr>
            <a:xfrm>
              <a:off x="5029200" y="6035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9" name=""/>
            <p:cNvSpPr/>
            <p:nvPr/>
          </p:nvSpPr>
          <p:spPr>
            <a:xfrm>
              <a:off x="515304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00" name=""/>
          <p:cNvGrpSpPr/>
          <p:nvPr/>
        </p:nvGrpSpPr>
        <p:grpSpPr>
          <a:xfrm>
            <a:off x="8305920" y="1600200"/>
            <a:ext cx="461160" cy="200520"/>
            <a:chOff x="8305920" y="1600200"/>
            <a:chExt cx="461160" cy="200520"/>
          </a:xfrm>
        </p:grpSpPr>
        <p:sp>
          <p:nvSpPr>
            <p:cNvPr id="3501" name=""/>
            <p:cNvSpPr/>
            <p:nvPr/>
          </p:nvSpPr>
          <p:spPr>
            <a:xfrm>
              <a:off x="8305920" y="161604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2" name=""/>
            <p:cNvSpPr/>
            <p:nvPr/>
          </p:nvSpPr>
          <p:spPr>
            <a:xfrm>
              <a:off x="842940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03" name=""/>
          <p:cNvGrpSpPr/>
          <p:nvPr/>
        </p:nvGrpSpPr>
        <p:grpSpPr>
          <a:xfrm>
            <a:off x="2590920" y="3200400"/>
            <a:ext cx="460080" cy="200520"/>
            <a:chOff x="2590920" y="3200400"/>
            <a:chExt cx="460080" cy="200520"/>
          </a:xfrm>
        </p:grpSpPr>
        <p:sp>
          <p:nvSpPr>
            <p:cNvPr id="3504" name=""/>
            <p:cNvSpPr/>
            <p:nvPr/>
          </p:nvSpPr>
          <p:spPr>
            <a:xfrm>
              <a:off x="2590920" y="3216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5" name=""/>
            <p:cNvSpPr/>
            <p:nvPr/>
          </p:nvSpPr>
          <p:spPr>
            <a:xfrm>
              <a:off x="271332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06" name=""/>
          <p:cNvGrpSpPr/>
          <p:nvPr/>
        </p:nvGrpSpPr>
        <p:grpSpPr>
          <a:xfrm>
            <a:off x="3857760" y="1376280"/>
            <a:ext cx="461520" cy="200520"/>
            <a:chOff x="3857760" y="1376280"/>
            <a:chExt cx="461520" cy="200520"/>
          </a:xfrm>
        </p:grpSpPr>
        <p:sp>
          <p:nvSpPr>
            <p:cNvPr id="3507" name=""/>
            <p:cNvSpPr/>
            <p:nvPr/>
          </p:nvSpPr>
          <p:spPr>
            <a:xfrm>
              <a:off x="3857760" y="1390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8" name=""/>
            <p:cNvSpPr/>
            <p:nvPr/>
          </p:nvSpPr>
          <p:spPr>
            <a:xfrm>
              <a:off x="3981600" y="1376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09" name=""/>
          <p:cNvGrpSpPr/>
          <p:nvPr/>
        </p:nvGrpSpPr>
        <p:grpSpPr>
          <a:xfrm>
            <a:off x="1143000" y="1905120"/>
            <a:ext cx="461880" cy="200520"/>
            <a:chOff x="1143000" y="1905120"/>
            <a:chExt cx="461880" cy="200520"/>
          </a:xfrm>
        </p:grpSpPr>
        <p:sp>
          <p:nvSpPr>
            <p:cNvPr id="3510" name=""/>
            <p:cNvSpPr/>
            <p:nvPr/>
          </p:nvSpPr>
          <p:spPr>
            <a:xfrm>
              <a:off x="1143000" y="1920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11" name=""/>
            <p:cNvSpPr/>
            <p:nvPr/>
          </p:nvSpPr>
          <p:spPr>
            <a:xfrm>
              <a:off x="126720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12" name=""/>
          <p:cNvGrpSpPr/>
          <p:nvPr/>
        </p:nvGrpSpPr>
        <p:grpSpPr>
          <a:xfrm>
            <a:off x="5410080" y="2514600"/>
            <a:ext cx="461880" cy="200520"/>
            <a:chOff x="5410080" y="2514600"/>
            <a:chExt cx="461880" cy="200520"/>
          </a:xfrm>
        </p:grpSpPr>
        <p:sp>
          <p:nvSpPr>
            <p:cNvPr id="3513" name=""/>
            <p:cNvSpPr/>
            <p:nvPr/>
          </p:nvSpPr>
          <p:spPr>
            <a:xfrm>
              <a:off x="5410080" y="25286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14" name=""/>
            <p:cNvSpPr/>
            <p:nvPr/>
          </p:nvSpPr>
          <p:spPr>
            <a:xfrm>
              <a:off x="553428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15" name=""/>
          <p:cNvGrpSpPr/>
          <p:nvPr/>
        </p:nvGrpSpPr>
        <p:grpSpPr>
          <a:xfrm>
            <a:off x="3657600" y="5791320"/>
            <a:ext cx="461520" cy="200520"/>
            <a:chOff x="3657600" y="5791320"/>
            <a:chExt cx="461520" cy="200520"/>
          </a:xfrm>
        </p:grpSpPr>
        <p:sp>
          <p:nvSpPr>
            <p:cNvPr id="3516" name=""/>
            <p:cNvSpPr/>
            <p:nvPr/>
          </p:nvSpPr>
          <p:spPr>
            <a:xfrm>
              <a:off x="3657600" y="5807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17" name=""/>
            <p:cNvSpPr/>
            <p:nvPr/>
          </p:nvSpPr>
          <p:spPr>
            <a:xfrm>
              <a:off x="378144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18" name=""/>
          <p:cNvGrpSpPr/>
          <p:nvPr/>
        </p:nvGrpSpPr>
        <p:grpSpPr>
          <a:xfrm>
            <a:off x="5791320" y="5334120"/>
            <a:ext cx="461520" cy="200520"/>
            <a:chOff x="5791320" y="5334120"/>
            <a:chExt cx="461520" cy="200520"/>
          </a:xfrm>
        </p:grpSpPr>
        <p:sp>
          <p:nvSpPr>
            <p:cNvPr id="3519" name=""/>
            <p:cNvSpPr/>
            <p:nvPr/>
          </p:nvSpPr>
          <p:spPr>
            <a:xfrm>
              <a:off x="5791320" y="5348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20" name=""/>
            <p:cNvSpPr/>
            <p:nvPr/>
          </p:nvSpPr>
          <p:spPr>
            <a:xfrm>
              <a:off x="591516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521" name="Rounded Rectangle 3520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3522" name="Oval 3521"/>
          <p:cNvSpPr/>
          <p:nvPr/>
        </p:nvSpPr>
        <p:spPr>
          <a:xfrm>
            <a:off x="3278245" y="76363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3" name="Oval 3522"/>
          <p:cNvSpPr/>
          <p:nvPr/>
        </p:nvSpPr>
        <p:spPr>
          <a:xfrm>
            <a:off x="3308245" y="79363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524" name="Rounded Rectangle 3523"/>
          <p:cNvSpPr/>
          <p:nvPr/>
        </p:nvSpPr>
        <p:spPr>
          <a:xfrm>
            <a:off x="3478245" y="77863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525" name="Oval 3524"/>
          <p:cNvSpPr/>
          <p:nvPr/>
        </p:nvSpPr>
        <p:spPr>
          <a:xfrm>
            <a:off x="5824342" y="468781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6" name="Oval 3525"/>
          <p:cNvSpPr/>
          <p:nvPr/>
        </p:nvSpPr>
        <p:spPr>
          <a:xfrm>
            <a:off x="5854342" y="471781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527" name="Rounded Rectangle 3526"/>
          <p:cNvSpPr/>
          <p:nvPr/>
        </p:nvSpPr>
        <p:spPr>
          <a:xfrm>
            <a:off x="6024342" y="470281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528" name="Oval 3527"/>
          <p:cNvSpPr/>
          <p:nvPr/>
        </p:nvSpPr>
        <p:spPr>
          <a:xfrm>
            <a:off x="3272658" y="222973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9" name="Oval 3528"/>
          <p:cNvSpPr/>
          <p:nvPr/>
        </p:nvSpPr>
        <p:spPr>
          <a:xfrm>
            <a:off x="3302658" y="225973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530" name="Rounded Rectangle 3529"/>
          <p:cNvSpPr/>
          <p:nvPr/>
        </p:nvSpPr>
        <p:spPr>
          <a:xfrm>
            <a:off x="3472658" y="224473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531" name="Oval 3530"/>
          <p:cNvSpPr/>
          <p:nvPr/>
        </p:nvSpPr>
        <p:spPr>
          <a:xfrm>
            <a:off x="786505" y="63650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2" name="Oval 3531"/>
          <p:cNvSpPr/>
          <p:nvPr/>
        </p:nvSpPr>
        <p:spPr>
          <a:xfrm>
            <a:off x="816505" y="63950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533" name="Rounded Rectangle 3532"/>
          <p:cNvSpPr/>
          <p:nvPr/>
        </p:nvSpPr>
        <p:spPr>
          <a:xfrm>
            <a:off x="986505" y="63800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534" name="Oval 3533"/>
          <p:cNvSpPr/>
          <p:nvPr/>
        </p:nvSpPr>
        <p:spPr>
          <a:xfrm>
            <a:off x="5671344" y="7436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5" name="Oval 3534"/>
          <p:cNvSpPr/>
          <p:nvPr/>
        </p:nvSpPr>
        <p:spPr>
          <a:xfrm>
            <a:off x="5701344" y="7736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536" name="Rounded Rectangle 3535"/>
          <p:cNvSpPr/>
          <p:nvPr/>
        </p:nvSpPr>
        <p:spPr>
          <a:xfrm>
            <a:off x="5871344" y="7586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537" name="Oval 3536"/>
          <p:cNvSpPr/>
          <p:nvPr/>
        </p:nvSpPr>
        <p:spPr>
          <a:xfrm>
            <a:off x="4520418" y="29355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8" name="Oval 3537"/>
          <p:cNvSpPr/>
          <p:nvPr/>
        </p:nvSpPr>
        <p:spPr>
          <a:xfrm>
            <a:off x="4550418" y="29655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539" name="Rounded Rectangle 3538"/>
          <p:cNvSpPr/>
          <p:nvPr/>
        </p:nvSpPr>
        <p:spPr>
          <a:xfrm>
            <a:off x="4720418" y="29505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540" name="Oval 3539"/>
          <p:cNvSpPr/>
          <p:nvPr/>
        </p:nvSpPr>
        <p:spPr>
          <a:xfrm>
            <a:off x="2691620" y="45355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1" name="Oval 3540"/>
          <p:cNvSpPr/>
          <p:nvPr/>
        </p:nvSpPr>
        <p:spPr>
          <a:xfrm>
            <a:off x="2721620" y="45655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542" name="Rounded Rectangle 3541"/>
          <p:cNvSpPr/>
          <p:nvPr/>
        </p:nvSpPr>
        <p:spPr>
          <a:xfrm>
            <a:off x="2891620" y="45505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543" name="Oval 3542"/>
          <p:cNvSpPr/>
          <p:nvPr/>
        </p:nvSpPr>
        <p:spPr>
          <a:xfrm>
            <a:off x="4672702" y="40012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4" name="Oval 3543"/>
          <p:cNvSpPr/>
          <p:nvPr/>
        </p:nvSpPr>
        <p:spPr>
          <a:xfrm>
            <a:off x="4702702" y="40312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545" name="Rounded Rectangle 3544"/>
          <p:cNvSpPr/>
          <p:nvPr/>
        </p:nvSpPr>
        <p:spPr>
          <a:xfrm>
            <a:off x="4872702" y="40162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546" name="Oval 3545"/>
          <p:cNvSpPr/>
          <p:nvPr/>
        </p:nvSpPr>
        <p:spPr>
          <a:xfrm>
            <a:off x="4323500" y="76921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7" name="Oval 3546"/>
          <p:cNvSpPr/>
          <p:nvPr/>
        </p:nvSpPr>
        <p:spPr>
          <a:xfrm>
            <a:off x="4353500" y="79921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548" name="Rounded Rectangle 3547"/>
          <p:cNvSpPr/>
          <p:nvPr/>
        </p:nvSpPr>
        <p:spPr>
          <a:xfrm>
            <a:off x="4523500" y="78421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549" name="Oval 3548"/>
          <p:cNvSpPr/>
          <p:nvPr/>
        </p:nvSpPr>
        <p:spPr>
          <a:xfrm>
            <a:off x="6120623" y="17152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0" name="Oval 3549"/>
          <p:cNvSpPr/>
          <p:nvPr/>
        </p:nvSpPr>
        <p:spPr>
          <a:xfrm>
            <a:off x="6150623" y="17452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551" name="Rounded Rectangle 3550"/>
          <p:cNvSpPr/>
          <p:nvPr/>
        </p:nvSpPr>
        <p:spPr>
          <a:xfrm>
            <a:off x="6320623" y="17302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552" name="Oval 3551"/>
          <p:cNvSpPr/>
          <p:nvPr/>
        </p:nvSpPr>
        <p:spPr>
          <a:xfrm>
            <a:off x="7948521" y="613591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3" name="Oval 3552"/>
          <p:cNvSpPr/>
          <p:nvPr/>
        </p:nvSpPr>
        <p:spPr>
          <a:xfrm>
            <a:off x="7978521" y="616591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554" name="Rounded Rectangle 3553"/>
          <p:cNvSpPr/>
          <p:nvPr/>
        </p:nvSpPr>
        <p:spPr>
          <a:xfrm>
            <a:off x="8148521" y="615091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555" name="Oval 3554"/>
          <p:cNvSpPr/>
          <p:nvPr/>
        </p:nvSpPr>
        <p:spPr>
          <a:xfrm>
            <a:off x="5510245" y="40790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6" name="Oval 3555"/>
          <p:cNvSpPr/>
          <p:nvPr/>
        </p:nvSpPr>
        <p:spPr>
          <a:xfrm>
            <a:off x="5540245" y="41090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557" name="Rounded Rectangle 3556"/>
          <p:cNvSpPr/>
          <p:nvPr/>
        </p:nvSpPr>
        <p:spPr>
          <a:xfrm>
            <a:off x="5710245" y="40940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558" name="Oval 3557"/>
          <p:cNvSpPr/>
          <p:nvPr/>
        </p:nvSpPr>
        <p:spPr>
          <a:xfrm>
            <a:off x="4977619" y="59841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9" name="Oval 3558"/>
          <p:cNvSpPr/>
          <p:nvPr/>
        </p:nvSpPr>
        <p:spPr>
          <a:xfrm>
            <a:off x="5007619" y="60141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560" name="Rounded Rectangle 3559"/>
          <p:cNvSpPr/>
          <p:nvPr/>
        </p:nvSpPr>
        <p:spPr>
          <a:xfrm>
            <a:off x="5177619" y="59991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561" name="Oval 3560"/>
          <p:cNvSpPr/>
          <p:nvPr/>
        </p:nvSpPr>
        <p:spPr>
          <a:xfrm>
            <a:off x="8254160" y="15637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2" name="Oval 3561"/>
          <p:cNvSpPr/>
          <p:nvPr/>
        </p:nvSpPr>
        <p:spPr>
          <a:xfrm>
            <a:off x="8284160" y="15937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563" name="Rounded Rectangle 3562"/>
          <p:cNvSpPr/>
          <p:nvPr/>
        </p:nvSpPr>
        <p:spPr>
          <a:xfrm>
            <a:off x="8454160" y="15787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564" name="Oval 3563"/>
          <p:cNvSpPr/>
          <p:nvPr/>
        </p:nvSpPr>
        <p:spPr>
          <a:xfrm>
            <a:off x="2538622" y="316465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5" name="Oval 3564"/>
          <p:cNvSpPr/>
          <p:nvPr/>
        </p:nvSpPr>
        <p:spPr>
          <a:xfrm>
            <a:off x="2568622" y="319465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566" name="Rounded Rectangle 3565"/>
          <p:cNvSpPr/>
          <p:nvPr/>
        </p:nvSpPr>
        <p:spPr>
          <a:xfrm>
            <a:off x="2738622" y="317965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567" name="Oval 3566"/>
          <p:cNvSpPr/>
          <p:nvPr/>
        </p:nvSpPr>
        <p:spPr>
          <a:xfrm>
            <a:off x="3806184" y="133909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8" name="Oval 3567"/>
          <p:cNvSpPr/>
          <p:nvPr/>
        </p:nvSpPr>
        <p:spPr>
          <a:xfrm>
            <a:off x="3836184" y="136909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569" name="Rounded Rectangle 3568"/>
          <p:cNvSpPr/>
          <p:nvPr/>
        </p:nvSpPr>
        <p:spPr>
          <a:xfrm>
            <a:off x="4006184" y="135409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570" name="Oval 3569"/>
          <p:cNvSpPr/>
          <p:nvPr/>
        </p:nvSpPr>
        <p:spPr>
          <a:xfrm>
            <a:off x="1091422" y="186937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1" name="Oval 3570"/>
          <p:cNvSpPr/>
          <p:nvPr/>
        </p:nvSpPr>
        <p:spPr>
          <a:xfrm>
            <a:off x="1121422" y="189937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572" name="Rounded Rectangle 3571"/>
          <p:cNvSpPr/>
          <p:nvPr/>
        </p:nvSpPr>
        <p:spPr>
          <a:xfrm>
            <a:off x="1291422" y="188437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573" name="Oval 3572"/>
          <p:cNvSpPr/>
          <p:nvPr/>
        </p:nvSpPr>
        <p:spPr>
          <a:xfrm>
            <a:off x="5358504" y="247687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4" name="Oval 3573"/>
          <p:cNvSpPr/>
          <p:nvPr/>
        </p:nvSpPr>
        <p:spPr>
          <a:xfrm>
            <a:off x="5388504" y="250687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575" name="Rounded Rectangle 3574"/>
          <p:cNvSpPr/>
          <p:nvPr/>
        </p:nvSpPr>
        <p:spPr>
          <a:xfrm>
            <a:off x="5558504" y="249187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576" name="Oval 3575"/>
          <p:cNvSpPr/>
          <p:nvPr/>
        </p:nvSpPr>
        <p:spPr>
          <a:xfrm>
            <a:off x="3606023" y="57555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7" name="Oval 3576"/>
          <p:cNvSpPr/>
          <p:nvPr/>
        </p:nvSpPr>
        <p:spPr>
          <a:xfrm>
            <a:off x="3636023" y="57855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578" name="Rounded Rectangle 3577"/>
          <p:cNvSpPr/>
          <p:nvPr/>
        </p:nvSpPr>
        <p:spPr>
          <a:xfrm>
            <a:off x="3806023" y="57705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579" name="Oval 3578"/>
          <p:cNvSpPr/>
          <p:nvPr/>
        </p:nvSpPr>
        <p:spPr>
          <a:xfrm>
            <a:off x="5739738" y="529693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0" name="Oval 3579"/>
          <p:cNvSpPr/>
          <p:nvPr/>
        </p:nvSpPr>
        <p:spPr>
          <a:xfrm>
            <a:off x="5769738" y="532693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581" name="Rounded Rectangle 3580"/>
          <p:cNvSpPr/>
          <p:nvPr/>
        </p:nvSpPr>
        <p:spPr>
          <a:xfrm>
            <a:off x="5939738" y="531193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"/>
          <p:cNvSpPr/>
          <p:nvPr/>
        </p:nvSpPr>
        <p:spPr>
          <a:xfrm>
            <a:off x="3200040" y="50760"/>
            <a:ext cx="27439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36: RPLL | RWY 06 | STAR CAB1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2" name=""/>
          <p:cNvSpPr/>
          <p:nvPr/>
        </p:nvSpPr>
        <p:spPr>
          <a:xfrm>
            <a:off x="4719600" y="1639800"/>
            <a:ext cx="258840" cy="1465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3" name=""/>
          <p:cNvSpPr/>
          <p:nvPr/>
        </p:nvSpPr>
        <p:spPr>
          <a:xfrm>
            <a:off x="4978440" y="3105000"/>
            <a:ext cx="71280" cy="406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4" name=""/>
          <p:cNvSpPr/>
          <p:nvPr/>
        </p:nvSpPr>
        <p:spPr>
          <a:xfrm flipH="1">
            <a:off x="4622760" y="3511440"/>
            <a:ext cx="426960" cy="1312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5" name=""/>
          <p:cNvSpPr/>
          <p:nvPr/>
        </p:nvSpPr>
        <p:spPr>
          <a:xfrm flipH="1">
            <a:off x="4094280" y="4824360"/>
            <a:ext cx="528480" cy="546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6" name=""/>
          <p:cNvSpPr/>
          <p:nvPr/>
        </p:nvSpPr>
        <p:spPr>
          <a:xfrm flipV="1">
            <a:off x="4094280" y="5051520"/>
            <a:ext cx="6120" cy="318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7" name=""/>
          <p:cNvSpPr/>
          <p:nvPr/>
        </p:nvSpPr>
        <p:spPr>
          <a:xfrm flipV="1">
            <a:off x="4100400" y="5019840"/>
            <a:ext cx="57240" cy="31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5120" bIns="-15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8" name=""/>
          <p:cNvSpPr/>
          <p:nvPr/>
        </p:nvSpPr>
        <p:spPr>
          <a:xfrm flipV="1">
            <a:off x="4157640" y="4811760"/>
            <a:ext cx="374760" cy="208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29" name=""/>
          <p:cNvGrpSpPr/>
          <p:nvPr/>
        </p:nvGrpSpPr>
        <p:grpSpPr>
          <a:xfrm>
            <a:off x="4656240" y="1576440"/>
            <a:ext cx="515880" cy="200520"/>
            <a:chOff x="4656240" y="1576440"/>
            <a:chExt cx="515880" cy="200520"/>
          </a:xfrm>
        </p:grpSpPr>
        <p:sp>
          <p:nvSpPr>
            <p:cNvPr id="3530" name=""/>
            <p:cNvSpPr/>
            <p:nvPr/>
          </p:nvSpPr>
          <p:spPr>
            <a:xfrm>
              <a:off x="4656240" y="1576440"/>
              <a:ext cx="12672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31" name=""/>
            <p:cNvSpPr/>
            <p:nvPr/>
          </p:nvSpPr>
          <p:spPr>
            <a:xfrm>
              <a:off x="4800960" y="157644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CAB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32" name=""/>
          <p:cNvGrpSpPr/>
          <p:nvPr/>
        </p:nvGrpSpPr>
        <p:grpSpPr>
          <a:xfrm>
            <a:off x="4927680" y="3041640"/>
            <a:ext cx="565200" cy="200520"/>
            <a:chOff x="4927680" y="3041640"/>
            <a:chExt cx="565200" cy="200520"/>
          </a:xfrm>
        </p:grpSpPr>
        <p:sp>
          <p:nvSpPr>
            <p:cNvPr id="3533" name=""/>
            <p:cNvSpPr/>
            <p:nvPr/>
          </p:nvSpPr>
          <p:spPr>
            <a:xfrm>
              <a:off x="4927680" y="30542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34" name=""/>
            <p:cNvSpPr/>
            <p:nvPr/>
          </p:nvSpPr>
          <p:spPr>
            <a:xfrm>
              <a:off x="5022720" y="304164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TARTA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35" name=""/>
          <p:cNvGrpSpPr/>
          <p:nvPr/>
        </p:nvGrpSpPr>
        <p:grpSpPr>
          <a:xfrm>
            <a:off x="4998960" y="3448080"/>
            <a:ext cx="575280" cy="200520"/>
            <a:chOff x="4998960" y="3448080"/>
            <a:chExt cx="575280" cy="200520"/>
          </a:xfrm>
        </p:grpSpPr>
        <p:sp>
          <p:nvSpPr>
            <p:cNvPr id="3536" name=""/>
            <p:cNvSpPr/>
            <p:nvPr/>
          </p:nvSpPr>
          <p:spPr>
            <a:xfrm>
              <a:off x="4998960" y="3460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37" name=""/>
            <p:cNvSpPr/>
            <p:nvPr/>
          </p:nvSpPr>
          <p:spPr>
            <a:xfrm>
              <a:off x="5084280" y="34480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GARAY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38" name=""/>
          <p:cNvGrpSpPr/>
          <p:nvPr/>
        </p:nvGrpSpPr>
        <p:grpSpPr>
          <a:xfrm>
            <a:off x="4572000" y="4761000"/>
            <a:ext cx="473760" cy="200520"/>
            <a:chOff x="4572000" y="4761000"/>
            <a:chExt cx="473760" cy="200520"/>
          </a:xfrm>
        </p:grpSpPr>
        <p:sp>
          <p:nvSpPr>
            <p:cNvPr id="3539" name=""/>
            <p:cNvSpPr/>
            <p:nvPr/>
          </p:nvSpPr>
          <p:spPr>
            <a:xfrm>
              <a:off x="4572000" y="47736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0" name=""/>
            <p:cNvSpPr/>
            <p:nvPr/>
          </p:nvSpPr>
          <p:spPr>
            <a:xfrm>
              <a:off x="4708080" y="4761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41" name=""/>
          <p:cNvGrpSpPr/>
          <p:nvPr/>
        </p:nvGrpSpPr>
        <p:grpSpPr>
          <a:xfrm>
            <a:off x="4043520" y="5307120"/>
            <a:ext cx="595080" cy="200520"/>
            <a:chOff x="4043520" y="5307120"/>
            <a:chExt cx="595080" cy="200520"/>
          </a:xfrm>
        </p:grpSpPr>
        <p:sp>
          <p:nvSpPr>
            <p:cNvPr id="3542" name=""/>
            <p:cNvSpPr/>
            <p:nvPr/>
          </p:nvSpPr>
          <p:spPr>
            <a:xfrm>
              <a:off x="404352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3" name=""/>
            <p:cNvSpPr/>
            <p:nvPr/>
          </p:nvSpPr>
          <p:spPr>
            <a:xfrm>
              <a:off x="4174560" y="530712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MIA-10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44" name=""/>
          <p:cNvGrpSpPr/>
          <p:nvPr/>
        </p:nvGrpSpPr>
        <p:grpSpPr>
          <a:xfrm>
            <a:off x="4059360" y="4987800"/>
            <a:ext cx="467280" cy="200520"/>
            <a:chOff x="4059360" y="4987800"/>
            <a:chExt cx="467280" cy="200520"/>
          </a:xfrm>
        </p:grpSpPr>
        <p:sp>
          <p:nvSpPr>
            <p:cNvPr id="3545" name=""/>
            <p:cNvSpPr/>
            <p:nvPr/>
          </p:nvSpPr>
          <p:spPr>
            <a:xfrm>
              <a:off x="4059360" y="50101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6" name=""/>
            <p:cNvSpPr/>
            <p:nvPr/>
          </p:nvSpPr>
          <p:spPr>
            <a:xfrm>
              <a:off x="4160160" y="498780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47" name=""/>
          <p:cNvGrpSpPr/>
          <p:nvPr/>
        </p:nvGrpSpPr>
        <p:grpSpPr>
          <a:xfrm>
            <a:off x="4116240" y="4956120"/>
            <a:ext cx="463320" cy="200520"/>
            <a:chOff x="4116240" y="4956120"/>
            <a:chExt cx="463320" cy="200520"/>
          </a:xfrm>
        </p:grpSpPr>
        <p:sp>
          <p:nvSpPr>
            <p:cNvPr id="3548" name=""/>
            <p:cNvSpPr/>
            <p:nvPr/>
          </p:nvSpPr>
          <p:spPr>
            <a:xfrm>
              <a:off x="4116240" y="49784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9" name=""/>
            <p:cNvSpPr/>
            <p:nvPr/>
          </p:nvSpPr>
          <p:spPr>
            <a:xfrm>
              <a:off x="4222080" y="495612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50" name=""/>
          <p:cNvGrpSpPr/>
          <p:nvPr/>
        </p:nvGrpSpPr>
        <p:grpSpPr>
          <a:xfrm>
            <a:off x="4468680" y="4748040"/>
            <a:ext cx="543600" cy="200520"/>
            <a:chOff x="4468680" y="4748040"/>
            <a:chExt cx="543600" cy="200520"/>
          </a:xfrm>
        </p:grpSpPr>
        <p:sp>
          <p:nvSpPr>
            <p:cNvPr id="3551" name=""/>
            <p:cNvSpPr/>
            <p:nvPr/>
          </p:nvSpPr>
          <p:spPr>
            <a:xfrm>
              <a:off x="4468680" y="47480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52" name=""/>
            <p:cNvSpPr/>
            <p:nvPr/>
          </p:nvSpPr>
          <p:spPr>
            <a:xfrm>
              <a:off x="4586040" y="47480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53" name=""/>
          <p:cNvGrpSpPr/>
          <p:nvPr/>
        </p:nvGrpSpPr>
        <p:grpSpPr>
          <a:xfrm>
            <a:off x="5127480" y="6141960"/>
            <a:ext cx="486360" cy="200520"/>
            <a:chOff x="5127480" y="6141960"/>
            <a:chExt cx="486360" cy="200520"/>
          </a:xfrm>
        </p:grpSpPr>
        <p:sp>
          <p:nvSpPr>
            <p:cNvPr id="3554" name=""/>
            <p:cNvSpPr/>
            <p:nvPr/>
          </p:nvSpPr>
          <p:spPr>
            <a:xfrm>
              <a:off x="5127480" y="614844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55" name=""/>
            <p:cNvSpPr/>
            <p:nvPr/>
          </p:nvSpPr>
          <p:spPr>
            <a:xfrm>
              <a:off x="5276160" y="6141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56" name=""/>
          <p:cNvGrpSpPr/>
          <p:nvPr/>
        </p:nvGrpSpPr>
        <p:grpSpPr>
          <a:xfrm>
            <a:off x="3897360" y="771480"/>
            <a:ext cx="486360" cy="200520"/>
            <a:chOff x="3897360" y="771480"/>
            <a:chExt cx="486360" cy="200520"/>
          </a:xfrm>
        </p:grpSpPr>
        <p:sp>
          <p:nvSpPr>
            <p:cNvPr id="3557" name=""/>
            <p:cNvSpPr/>
            <p:nvPr/>
          </p:nvSpPr>
          <p:spPr>
            <a:xfrm>
              <a:off x="3897360" y="77796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58" name=""/>
            <p:cNvSpPr/>
            <p:nvPr/>
          </p:nvSpPr>
          <p:spPr>
            <a:xfrm>
              <a:off x="4046040" y="771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59" name=""/>
          <p:cNvGrpSpPr/>
          <p:nvPr/>
        </p:nvGrpSpPr>
        <p:grpSpPr>
          <a:xfrm>
            <a:off x="7010280" y="2514600"/>
            <a:ext cx="461880" cy="200520"/>
            <a:chOff x="7010280" y="2514600"/>
            <a:chExt cx="461880" cy="200520"/>
          </a:xfrm>
        </p:grpSpPr>
        <p:sp>
          <p:nvSpPr>
            <p:cNvPr id="3560" name=""/>
            <p:cNvSpPr/>
            <p:nvPr/>
          </p:nvSpPr>
          <p:spPr>
            <a:xfrm>
              <a:off x="7010280" y="2528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61" name=""/>
            <p:cNvSpPr/>
            <p:nvPr/>
          </p:nvSpPr>
          <p:spPr>
            <a:xfrm>
              <a:off x="713448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62" name=""/>
          <p:cNvGrpSpPr/>
          <p:nvPr/>
        </p:nvGrpSpPr>
        <p:grpSpPr>
          <a:xfrm>
            <a:off x="2895480" y="3124080"/>
            <a:ext cx="461880" cy="200520"/>
            <a:chOff x="2895480" y="3124080"/>
            <a:chExt cx="461880" cy="200520"/>
          </a:xfrm>
        </p:grpSpPr>
        <p:sp>
          <p:nvSpPr>
            <p:cNvPr id="3563" name=""/>
            <p:cNvSpPr/>
            <p:nvPr/>
          </p:nvSpPr>
          <p:spPr>
            <a:xfrm>
              <a:off x="2895480" y="3138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64" name=""/>
            <p:cNvSpPr/>
            <p:nvPr/>
          </p:nvSpPr>
          <p:spPr>
            <a:xfrm>
              <a:off x="301968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65" name=""/>
          <p:cNvGrpSpPr/>
          <p:nvPr/>
        </p:nvGrpSpPr>
        <p:grpSpPr>
          <a:xfrm>
            <a:off x="5159520" y="771480"/>
            <a:ext cx="468720" cy="200520"/>
            <a:chOff x="5159520" y="771480"/>
            <a:chExt cx="468720" cy="200520"/>
          </a:xfrm>
        </p:grpSpPr>
        <p:sp>
          <p:nvSpPr>
            <p:cNvPr id="3566" name=""/>
            <p:cNvSpPr/>
            <p:nvPr/>
          </p:nvSpPr>
          <p:spPr>
            <a:xfrm>
              <a:off x="5159520" y="787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67" name=""/>
            <p:cNvSpPr/>
            <p:nvPr/>
          </p:nvSpPr>
          <p:spPr>
            <a:xfrm>
              <a:off x="5290560" y="771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68" name=""/>
          <p:cNvGrpSpPr/>
          <p:nvPr/>
        </p:nvGrpSpPr>
        <p:grpSpPr>
          <a:xfrm>
            <a:off x="2286000" y="6095880"/>
            <a:ext cx="461880" cy="200520"/>
            <a:chOff x="2286000" y="6095880"/>
            <a:chExt cx="461880" cy="200520"/>
          </a:xfrm>
        </p:grpSpPr>
        <p:sp>
          <p:nvSpPr>
            <p:cNvPr id="3569" name=""/>
            <p:cNvSpPr/>
            <p:nvPr/>
          </p:nvSpPr>
          <p:spPr>
            <a:xfrm>
              <a:off x="2286000" y="6110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0" name=""/>
            <p:cNvSpPr/>
            <p:nvPr/>
          </p:nvSpPr>
          <p:spPr>
            <a:xfrm>
              <a:off x="241020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71" name=""/>
          <p:cNvGrpSpPr/>
          <p:nvPr/>
        </p:nvGrpSpPr>
        <p:grpSpPr>
          <a:xfrm>
            <a:off x="5334120" y="2286000"/>
            <a:ext cx="461160" cy="200520"/>
            <a:chOff x="5334120" y="2286000"/>
            <a:chExt cx="461160" cy="200520"/>
          </a:xfrm>
        </p:grpSpPr>
        <p:sp>
          <p:nvSpPr>
            <p:cNvPr id="3572" name=""/>
            <p:cNvSpPr/>
            <p:nvPr/>
          </p:nvSpPr>
          <p:spPr>
            <a:xfrm>
              <a:off x="5334120" y="23018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3" name=""/>
            <p:cNvSpPr/>
            <p:nvPr/>
          </p:nvSpPr>
          <p:spPr>
            <a:xfrm>
              <a:off x="5457600" y="228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74" name=""/>
          <p:cNvGrpSpPr/>
          <p:nvPr/>
        </p:nvGrpSpPr>
        <p:grpSpPr>
          <a:xfrm>
            <a:off x="5410080" y="5257800"/>
            <a:ext cx="460080" cy="200520"/>
            <a:chOff x="5410080" y="5257800"/>
            <a:chExt cx="460080" cy="200520"/>
          </a:xfrm>
        </p:grpSpPr>
        <p:sp>
          <p:nvSpPr>
            <p:cNvPr id="3575" name=""/>
            <p:cNvSpPr/>
            <p:nvPr/>
          </p:nvSpPr>
          <p:spPr>
            <a:xfrm>
              <a:off x="5410080" y="5273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6" name=""/>
            <p:cNvSpPr/>
            <p:nvPr/>
          </p:nvSpPr>
          <p:spPr>
            <a:xfrm>
              <a:off x="5532480" y="5257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77" name=""/>
          <p:cNvGrpSpPr/>
          <p:nvPr/>
        </p:nvGrpSpPr>
        <p:grpSpPr>
          <a:xfrm>
            <a:off x="6248520" y="4572000"/>
            <a:ext cx="461160" cy="200520"/>
            <a:chOff x="6248520" y="4572000"/>
            <a:chExt cx="461160" cy="200520"/>
          </a:xfrm>
        </p:grpSpPr>
        <p:sp>
          <p:nvSpPr>
            <p:cNvPr id="3578" name=""/>
            <p:cNvSpPr/>
            <p:nvPr/>
          </p:nvSpPr>
          <p:spPr>
            <a:xfrm>
              <a:off x="6248520" y="45860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9" name=""/>
            <p:cNvSpPr/>
            <p:nvPr/>
          </p:nvSpPr>
          <p:spPr>
            <a:xfrm>
              <a:off x="63720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80" name=""/>
          <p:cNvGrpSpPr/>
          <p:nvPr/>
        </p:nvGrpSpPr>
        <p:grpSpPr>
          <a:xfrm>
            <a:off x="2209680" y="1600200"/>
            <a:ext cx="461880" cy="200520"/>
            <a:chOff x="2209680" y="1600200"/>
            <a:chExt cx="461880" cy="200520"/>
          </a:xfrm>
        </p:grpSpPr>
        <p:sp>
          <p:nvSpPr>
            <p:cNvPr id="3581" name=""/>
            <p:cNvSpPr/>
            <p:nvPr/>
          </p:nvSpPr>
          <p:spPr>
            <a:xfrm>
              <a:off x="2209680" y="16160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82" name=""/>
            <p:cNvSpPr/>
            <p:nvPr/>
          </p:nvSpPr>
          <p:spPr>
            <a:xfrm>
              <a:off x="233388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83" name=""/>
          <p:cNvGrpSpPr/>
          <p:nvPr/>
        </p:nvGrpSpPr>
        <p:grpSpPr>
          <a:xfrm>
            <a:off x="1676520" y="2819520"/>
            <a:ext cx="461160" cy="200520"/>
            <a:chOff x="1676520" y="2819520"/>
            <a:chExt cx="461160" cy="200520"/>
          </a:xfrm>
        </p:grpSpPr>
        <p:sp>
          <p:nvSpPr>
            <p:cNvPr id="3584" name=""/>
            <p:cNvSpPr/>
            <p:nvPr/>
          </p:nvSpPr>
          <p:spPr>
            <a:xfrm>
              <a:off x="1676520" y="28353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85" name=""/>
            <p:cNvSpPr/>
            <p:nvPr/>
          </p:nvSpPr>
          <p:spPr>
            <a:xfrm>
              <a:off x="180000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86" name=""/>
          <p:cNvGrpSpPr/>
          <p:nvPr/>
        </p:nvGrpSpPr>
        <p:grpSpPr>
          <a:xfrm>
            <a:off x="3657600" y="5638680"/>
            <a:ext cx="461880" cy="200520"/>
            <a:chOff x="3657600" y="5638680"/>
            <a:chExt cx="461880" cy="200520"/>
          </a:xfrm>
        </p:grpSpPr>
        <p:sp>
          <p:nvSpPr>
            <p:cNvPr id="3587" name=""/>
            <p:cNvSpPr/>
            <p:nvPr/>
          </p:nvSpPr>
          <p:spPr>
            <a:xfrm>
              <a:off x="3657600" y="565488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88" name=""/>
            <p:cNvSpPr/>
            <p:nvPr/>
          </p:nvSpPr>
          <p:spPr>
            <a:xfrm>
              <a:off x="378180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89" name=""/>
          <p:cNvGrpSpPr/>
          <p:nvPr/>
        </p:nvGrpSpPr>
        <p:grpSpPr>
          <a:xfrm>
            <a:off x="3581280" y="3962520"/>
            <a:ext cx="461520" cy="200520"/>
            <a:chOff x="3581280" y="3962520"/>
            <a:chExt cx="461520" cy="200520"/>
          </a:xfrm>
        </p:grpSpPr>
        <p:sp>
          <p:nvSpPr>
            <p:cNvPr id="3590" name=""/>
            <p:cNvSpPr/>
            <p:nvPr/>
          </p:nvSpPr>
          <p:spPr>
            <a:xfrm>
              <a:off x="3581280" y="3976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91" name=""/>
            <p:cNvSpPr/>
            <p:nvPr/>
          </p:nvSpPr>
          <p:spPr>
            <a:xfrm>
              <a:off x="370512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92" name=""/>
          <p:cNvGrpSpPr/>
          <p:nvPr/>
        </p:nvGrpSpPr>
        <p:grpSpPr>
          <a:xfrm>
            <a:off x="3962520" y="2438280"/>
            <a:ext cx="461160" cy="200520"/>
            <a:chOff x="3962520" y="2438280"/>
            <a:chExt cx="461160" cy="200520"/>
          </a:xfrm>
        </p:grpSpPr>
        <p:sp>
          <p:nvSpPr>
            <p:cNvPr id="3593" name=""/>
            <p:cNvSpPr/>
            <p:nvPr/>
          </p:nvSpPr>
          <p:spPr>
            <a:xfrm>
              <a:off x="3962520" y="2452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94" name=""/>
            <p:cNvSpPr/>
            <p:nvPr/>
          </p:nvSpPr>
          <p:spPr>
            <a:xfrm>
              <a:off x="408600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95" name=""/>
          <p:cNvGrpSpPr/>
          <p:nvPr/>
        </p:nvGrpSpPr>
        <p:grpSpPr>
          <a:xfrm>
            <a:off x="1371600" y="457200"/>
            <a:ext cx="461880" cy="200520"/>
            <a:chOff x="1371600" y="457200"/>
            <a:chExt cx="461880" cy="200520"/>
          </a:xfrm>
        </p:grpSpPr>
        <p:sp>
          <p:nvSpPr>
            <p:cNvPr id="3596" name=""/>
            <p:cNvSpPr/>
            <p:nvPr/>
          </p:nvSpPr>
          <p:spPr>
            <a:xfrm>
              <a:off x="1371600" y="4726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97" name=""/>
            <p:cNvSpPr/>
            <p:nvPr/>
          </p:nvSpPr>
          <p:spPr>
            <a:xfrm>
              <a:off x="149580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98" name=""/>
          <p:cNvGrpSpPr/>
          <p:nvPr/>
        </p:nvGrpSpPr>
        <p:grpSpPr>
          <a:xfrm>
            <a:off x="6248520" y="3505320"/>
            <a:ext cx="461160" cy="200520"/>
            <a:chOff x="6248520" y="3505320"/>
            <a:chExt cx="461160" cy="200520"/>
          </a:xfrm>
        </p:grpSpPr>
        <p:sp>
          <p:nvSpPr>
            <p:cNvPr id="3599" name=""/>
            <p:cNvSpPr/>
            <p:nvPr/>
          </p:nvSpPr>
          <p:spPr>
            <a:xfrm>
              <a:off x="6248520" y="35197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00" name=""/>
            <p:cNvSpPr/>
            <p:nvPr/>
          </p:nvSpPr>
          <p:spPr>
            <a:xfrm>
              <a:off x="637200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01" name=""/>
          <p:cNvGrpSpPr/>
          <p:nvPr/>
        </p:nvGrpSpPr>
        <p:grpSpPr>
          <a:xfrm>
            <a:off x="3657600" y="1600200"/>
            <a:ext cx="461520" cy="200520"/>
            <a:chOff x="3657600" y="1600200"/>
            <a:chExt cx="461520" cy="200520"/>
          </a:xfrm>
        </p:grpSpPr>
        <p:sp>
          <p:nvSpPr>
            <p:cNvPr id="3602" name=""/>
            <p:cNvSpPr/>
            <p:nvPr/>
          </p:nvSpPr>
          <p:spPr>
            <a:xfrm>
              <a:off x="3657600" y="1614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03" name=""/>
            <p:cNvSpPr/>
            <p:nvPr/>
          </p:nvSpPr>
          <p:spPr>
            <a:xfrm>
              <a:off x="378144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04" name=""/>
          <p:cNvGrpSpPr/>
          <p:nvPr/>
        </p:nvGrpSpPr>
        <p:grpSpPr>
          <a:xfrm>
            <a:off x="3276720" y="4876920"/>
            <a:ext cx="460080" cy="200520"/>
            <a:chOff x="3276720" y="4876920"/>
            <a:chExt cx="460080" cy="200520"/>
          </a:xfrm>
        </p:grpSpPr>
        <p:sp>
          <p:nvSpPr>
            <p:cNvPr id="3605" name=""/>
            <p:cNvSpPr/>
            <p:nvPr/>
          </p:nvSpPr>
          <p:spPr>
            <a:xfrm>
              <a:off x="3276720" y="48909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06" name=""/>
            <p:cNvSpPr/>
            <p:nvPr/>
          </p:nvSpPr>
          <p:spPr>
            <a:xfrm>
              <a:off x="339912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07" name=""/>
          <p:cNvGrpSpPr/>
          <p:nvPr/>
        </p:nvGrpSpPr>
        <p:grpSpPr>
          <a:xfrm>
            <a:off x="1752480" y="4191120"/>
            <a:ext cx="460440" cy="200520"/>
            <a:chOff x="1752480" y="4191120"/>
            <a:chExt cx="460440" cy="200520"/>
          </a:xfrm>
        </p:grpSpPr>
        <p:sp>
          <p:nvSpPr>
            <p:cNvPr id="3608" name=""/>
            <p:cNvSpPr/>
            <p:nvPr/>
          </p:nvSpPr>
          <p:spPr>
            <a:xfrm>
              <a:off x="1752480" y="420516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09" name=""/>
            <p:cNvSpPr/>
            <p:nvPr/>
          </p:nvSpPr>
          <p:spPr>
            <a:xfrm>
              <a:off x="187524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10" name=""/>
          <p:cNvGrpSpPr/>
          <p:nvPr/>
        </p:nvGrpSpPr>
        <p:grpSpPr>
          <a:xfrm>
            <a:off x="6324480" y="1447920"/>
            <a:ext cx="460080" cy="200520"/>
            <a:chOff x="6324480" y="1447920"/>
            <a:chExt cx="460080" cy="200520"/>
          </a:xfrm>
        </p:grpSpPr>
        <p:sp>
          <p:nvSpPr>
            <p:cNvPr id="3611" name=""/>
            <p:cNvSpPr/>
            <p:nvPr/>
          </p:nvSpPr>
          <p:spPr>
            <a:xfrm>
              <a:off x="6324480" y="146196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12" name=""/>
            <p:cNvSpPr/>
            <p:nvPr/>
          </p:nvSpPr>
          <p:spPr>
            <a:xfrm>
              <a:off x="644688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613" name="Rounded Rectangle 3612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3614" name="Oval 3613"/>
          <p:cNvSpPr/>
          <p:nvPr/>
        </p:nvSpPr>
        <p:spPr>
          <a:xfrm>
            <a:off x="5084723" y="61054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5" name="Oval 3614"/>
          <p:cNvSpPr/>
          <p:nvPr/>
        </p:nvSpPr>
        <p:spPr>
          <a:xfrm>
            <a:off x="5114723" y="61354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616" name="Rounded Rectangle 3615"/>
          <p:cNvSpPr/>
          <p:nvPr/>
        </p:nvSpPr>
        <p:spPr>
          <a:xfrm>
            <a:off x="5284723" y="61204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617" name="Oval 3616"/>
          <p:cNvSpPr/>
          <p:nvPr/>
        </p:nvSpPr>
        <p:spPr>
          <a:xfrm>
            <a:off x="3854420" y="73501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8" name="Oval 3617"/>
          <p:cNvSpPr/>
          <p:nvPr/>
        </p:nvSpPr>
        <p:spPr>
          <a:xfrm>
            <a:off x="3884420" y="76501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619" name="Rounded Rectangle 3618"/>
          <p:cNvSpPr/>
          <p:nvPr/>
        </p:nvSpPr>
        <p:spPr>
          <a:xfrm>
            <a:off x="4054420" y="75001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620" name="Oval 3619"/>
          <p:cNvSpPr/>
          <p:nvPr/>
        </p:nvSpPr>
        <p:spPr>
          <a:xfrm>
            <a:off x="6958703" y="247705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1" name="Oval 3620"/>
          <p:cNvSpPr/>
          <p:nvPr/>
        </p:nvSpPr>
        <p:spPr>
          <a:xfrm>
            <a:off x="6988703" y="250705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622" name="Rounded Rectangle 3621"/>
          <p:cNvSpPr/>
          <p:nvPr/>
        </p:nvSpPr>
        <p:spPr>
          <a:xfrm>
            <a:off x="7158703" y="249205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623" name="Oval 3622"/>
          <p:cNvSpPr/>
          <p:nvPr/>
        </p:nvSpPr>
        <p:spPr>
          <a:xfrm>
            <a:off x="2843901" y="30865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4" name="Oval 3623"/>
          <p:cNvSpPr/>
          <p:nvPr/>
        </p:nvSpPr>
        <p:spPr>
          <a:xfrm>
            <a:off x="2873901" y="31165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625" name="Rounded Rectangle 3624"/>
          <p:cNvSpPr/>
          <p:nvPr/>
        </p:nvSpPr>
        <p:spPr>
          <a:xfrm>
            <a:off x="3043901" y="31015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626" name="Oval 3625"/>
          <p:cNvSpPr/>
          <p:nvPr/>
        </p:nvSpPr>
        <p:spPr>
          <a:xfrm>
            <a:off x="5107941" y="7357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7" name="Oval 3626"/>
          <p:cNvSpPr/>
          <p:nvPr/>
        </p:nvSpPr>
        <p:spPr>
          <a:xfrm>
            <a:off x="5137941" y="7657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628" name="Rounded Rectangle 3627"/>
          <p:cNvSpPr/>
          <p:nvPr/>
        </p:nvSpPr>
        <p:spPr>
          <a:xfrm>
            <a:off x="5307941" y="7507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629" name="Oval 3628"/>
          <p:cNvSpPr/>
          <p:nvPr/>
        </p:nvSpPr>
        <p:spPr>
          <a:xfrm>
            <a:off x="2234421" y="60586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0" name="Oval 3629"/>
          <p:cNvSpPr/>
          <p:nvPr/>
        </p:nvSpPr>
        <p:spPr>
          <a:xfrm>
            <a:off x="2264421" y="60886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631" name="Rounded Rectangle 3630"/>
          <p:cNvSpPr/>
          <p:nvPr/>
        </p:nvSpPr>
        <p:spPr>
          <a:xfrm>
            <a:off x="2434421" y="60736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632" name="Oval 3631"/>
          <p:cNvSpPr/>
          <p:nvPr/>
        </p:nvSpPr>
        <p:spPr>
          <a:xfrm>
            <a:off x="5282360" y="22502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3" name="Oval 3632"/>
          <p:cNvSpPr/>
          <p:nvPr/>
        </p:nvSpPr>
        <p:spPr>
          <a:xfrm>
            <a:off x="5312360" y="22802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634" name="Rounded Rectangle 3633"/>
          <p:cNvSpPr/>
          <p:nvPr/>
        </p:nvSpPr>
        <p:spPr>
          <a:xfrm>
            <a:off x="5482360" y="22652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635" name="Oval 3634"/>
          <p:cNvSpPr/>
          <p:nvPr/>
        </p:nvSpPr>
        <p:spPr>
          <a:xfrm>
            <a:off x="5357601" y="522205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6" name="Oval 3635"/>
          <p:cNvSpPr/>
          <p:nvPr/>
        </p:nvSpPr>
        <p:spPr>
          <a:xfrm>
            <a:off x="5387601" y="525205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637" name="Rounded Rectangle 3636"/>
          <p:cNvSpPr/>
          <p:nvPr/>
        </p:nvSpPr>
        <p:spPr>
          <a:xfrm>
            <a:off x="5557601" y="523705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638" name="Oval 3637"/>
          <p:cNvSpPr/>
          <p:nvPr/>
        </p:nvSpPr>
        <p:spPr>
          <a:xfrm>
            <a:off x="6196758" y="453445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9" name="Oval 3638"/>
          <p:cNvSpPr/>
          <p:nvPr/>
        </p:nvSpPr>
        <p:spPr>
          <a:xfrm>
            <a:off x="6226758" y="456445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640" name="Rounded Rectangle 3639"/>
          <p:cNvSpPr/>
          <p:nvPr/>
        </p:nvSpPr>
        <p:spPr>
          <a:xfrm>
            <a:off x="6396758" y="454945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641" name="Oval 3640"/>
          <p:cNvSpPr/>
          <p:nvPr/>
        </p:nvSpPr>
        <p:spPr>
          <a:xfrm>
            <a:off x="2158102" y="15642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2" name="Oval 3641"/>
          <p:cNvSpPr/>
          <p:nvPr/>
        </p:nvSpPr>
        <p:spPr>
          <a:xfrm>
            <a:off x="2188102" y="15942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643" name="Rounded Rectangle 3642"/>
          <p:cNvSpPr/>
          <p:nvPr/>
        </p:nvSpPr>
        <p:spPr>
          <a:xfrm>
            <a:off x="2358102" y="15792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644" name="Oval 3643"/>
          <p:cNvSpPr/>
          <p:nvPr/>
        </p:nvSpPr>
        <p:spPr>
          <a:xfrm>
            <a:off x="1624763" y="27837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5" name="Oval 3644"/>
          <p:cNvSpPr/>
          <p:nvPr/>
        </p:nvSpPr>
        <p:spPr>
          <a:xfrm>
            <a:off x="1654763" y="28137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646" name="Rounded Rectangle 3645"/>
          <p:cNvSpPr/>
          <p:nvPr/>
        </p:nvSpPr>
        <p:spPr>
          <a:xfrm>
            <a:off x="1824763" y="27987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647" name="Oval 3646"/>
          <p:cNvSpPr/>
          <p:nvPr/>
        </p:nvSpPr>
        <p:spPr>
          <a:xfrm>
            <a:off x="3606018" y="56023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8" name="Oval 3647"/>
          <p:cNvSpPr/>
          <p:nvPr/>
        </p:nvSpPr>
        <p:spPr>
          <a:xfrm>
            <a:off x="3636018" y="56323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649" name="Rounded Rectangle 3648"/>
          <p:cNvSpPr/>
          <p:nvPr/>
        </p:nvSpPr>
        <p:spPr>
          <a:xfrm>
            <a:off x="3806018" y="56173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650" name="Oval 3649"/>
          <p:cNvSpPr/>
          <p:nvPr/>
        </p:nvSpPr>
        <p:spPr>
          <a:xfrm>
            <a:off x="3529699" y="392497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1" name="Oval 3650"/>
          <p:cNvSpPr/>
          <p:nvPr/>
        </p:nvSpPr>
        <p:spPr>
          <a:xfrm>
            <a:off x="3559699" y="395497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652" name="Rounded Rectangle 3651"/>
          <p:cNvSpPr/>
          <p:nvPr/>
        </p:nvSpPr>
        <p:spPr>
          <a:xfrm>
            <a:off x="3729699" y="393997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653" name="Oval 3652"/>
          <p:cNvSpPr/>
          <p:nvPr/>
        </p:nvSpPr>
        <p:spPr>
          <a:xfrm>
            <a:off x="3910764" y="24011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4" name="Oval 3653"/>
          <p:cNvSpPr/>
          <p:nvPr/>
        </p:nvSpPr>
        <p:spPr>
          <a:xfrm>
            <a:off x="3940764" y="24311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655" name="Rounded Rectangle 3654"/>
          <p:cNvSpPr/>
          <p:nvPr/>
        </p:nvSpPr>
        <p:spPr>
          <a:xfrm>
            <a:off x="4110764" y="24161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656" name="Oval 3655"/>
          <p:cNvSpPr/>
          <p:nvPr/>
        </p:nvSpPr>
        <p:spPr>
          <a:xfrm>
            <a:off x="1320023" y="4209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7" name="Oval 3656"/>
          <p:cNvSpPr/>
          <p:nvPr/>
        </p:nvSpPr>
        <p:spPr>
          <a:xfrm>
            <a:off x="1350023" y="4509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658" name="Rounded Rectangle 3657"/>
          <p:cNvSpPr/>
          <p:nvPr/>
        </p:nvSpPr>
        <p:spPr>
          <a:xfrm>
            <a:off x="1520023" y="4359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659" name="Oval 3658"/>
          <p:cNvSpPr/>
          <p:nvPr/>
        </p:nvSpPr>
        <p:spPr>
          <a:xfrm>
            <a:off x="6196758" y="346813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0" name="Oval 3659"/>
          <p:cNvSpPr/>
          <p:nvPr/>
        </p:nvSpPr>
        <p:spPr>
          <a:xfrm>
            <a:off x="6226758" y="349813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661" name="Rounded Rectangle 3660"/>
          <p:cNvSpPr/>
          <p:nvPr/>
        </p:nvSpPr>
        <p:spPr>
          <a:xfrm>
            <a:off x="6396758" y="348313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662" name="Oval 3661"/>
          <p:cNvSpPr/>
          <p:nvPr/>
        </p:nvSpPr>
        <p:spPr>
          <a:xfrm>
            <a:off x="3606018" y="156301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3" name="Oval 3662"/>
          <p:cNvSpPr/>
          <p:nvPr/>
        </p:nvSpPr>
        <p:spPr>
          <a:xfrm>
            <a:off x="3636018" y="159301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664" name="Rounded Rectangle 3663"/>
          <p:cNvSpPr/>
          <p:nvPr/>
        </p:nvSpPr>
        <p:spPr>
          <a:xfrm>
            <a:off x="3806018" y="157801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665" name="Oval 3664"/>
          <p:cNvSpPr/>
          <p:nvPr/>
        </p:nvSpPr>
        <p:spPr>
          <a:xfrm>
            <a:off x="3224238" y="483937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6" name="Oval 3665"/>
          <p:cNvSpPr/>
          <p:nvPr/>
        </p:nvSpPr>
        <p:spPr>
          <a:xfrm>
            <a:off x="3254238" y="486937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667" name="Rounded Rectangle 3666"/>
          <p:cNvSpPr/>
          <p:nvPr/>
        </p:nvSpPr>
        <p:spPr>
          <a:xfrm>
            <a:off x="3424238" y="485437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668" name="Oval 3667"/>
          <p:cNvSpPr/>
          <p:nvPr/>
        </p:nvSpPr>
        <p:spPr>
          <a:xfrm>
            <a:off x="1700182" y="415339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9" name="Oval 3668"/>
          <p:cNvSpPr/>
          <p:nvPr/>
        </p:nvSpPr>
        <p:spPr>
          <a:xfrm>
            <a:off x="1730182" y="418339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670" name="Rounded Rectangle 3669"/>
          <p:cNvSpPr/>
          <p:nvPr/>
        </p:nvSpPr>
        <p:spPr>
          <a:xfrm>
            <a:off x="1900182" y="416839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671" name="Oval 3670"/>
          <p:cNvSpPr/>
          <p:nvPr/>
        </p:nvSpPr>
        <p:spPr>
          <a:xfrm>
            <a:off x="6272183" y="14101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2" name="Oval 3671"/>
          <p:cNvSpPr/>
          <p:nvPr/>
        </p:nvSpPr>
        <p:spPr>
          <a:xfrm>
            <a:off x="6302183" y="14401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673" name="Rounded Rectangle 3672"/>
          <p:cNvSpPr/>
          <p:nvPr/>
        </p:nvSpPr>
        <p:spPr>
          <a:xfrm>
            <a:off x="6472183" y="14251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3" name=""/>
          <p:cNvSpPr/>
          <p:nvPr/>
        </p:nvSpPr>
        <p:spPr>
          <a:xfrm>
            <a:off x="3234960" y="50760"/>
            <a:ext cx="26740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37: RPLL | RWY 24 | STAR IPA1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4" name=""/>
          <p:cNvSpPr/>
          <p:nvPr/>
        </p:nvSpPr>
        <p:spPr>
          <a:xfrm flipH="1" flipV="1">
            <a:off x="4795560" y="3782880"/>
            <a:ext cx="1827000" cy="1587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5" name=""/>
          <p:cNvSpPr/>
          <p:nvPr/>
        </p:nvSpPr>
        <p:spPr>
          <a:xfrm flipH="1" flipV="1">
            <a:off x="3726000" y="2852640"/>
            <a:ext cx="1069920" cy="930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6" name=""/>
          <p:cNvSpPr/>
          <p:nvPr/>
        </p:nvSpPr>
        <p:spPr>
          <a:xfrm flipH="1" flipV="1">
            <a:off x="2561760" y="1841040"/>
            <a:ext cx="1163880" cy="1011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7" name=""/>
          <p:cNvSpPr/>
          <p:nvPr/>
        </p:nvSpPr>
        <p:spPr>
          <a:xfrm flipV="1">
            <a:off x="2562120" y="1639800"/>
            <a:ext cx="1148040" cy="201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8" name=""/>
          <p:cNvSpPr/>
          <p:nvPr/>
        </p:nvSpPr>
        <p:spPr>
          <a:xfrm flipH="1">
            <a:off x="3106800" y="1639800"/>
            <a:ext cx="603360" cy="255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9" name=""/>
          <p:cNvSpPr/>
          <p:nvPr/>
        </p:nvSpPr>
        <p:spPr>
          <a:xfrm flipH="1">
            <a:off x="2846160" y="1895400"/>
            <a:ext cx="260280" cy="138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0" name=""/>
          <p:cNvSpPr/>
          <p:nvPr/>
        </p:nvSpPr>
        <p:spPr>
          <a:xfrm flipH="1">
            <a:off x="2521080" y="2033640"/>
            <a:ext cx="325440" cy="173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21" name=""/>
          <p:cNvGrpSpPr/>
          <p:nvPr/>
        </p:nvGrpSpPr>
        <p:grpSpPr>
          <a:xfrm>
            <a:off x="6559560" y="5307120"/>
            <a:ext cx="578520" cy="200520"/>
            <a:chOff x="6559560" y="5307120"/>
            <a:chExt cx="578520" cy="200520"/>
          </a:xfrm>
        </p:grpSpPr>
        <p:sp>
          <p:nvSpPr>
            <p:cNvPr id="3622" name=""/>
            <p:cNvSpPr/>
            <p:nvPr/>
          </p:nvSpPr>
          <p:spPr>
            <a:xfrm>
              <a:off x="655956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23" name=""/>
            <p:cNvSpPr/>
            <p:nvPr/>
          </p:nvSpPr>
          <p:spPr>
            <a:xfrm>
              <a:off x="6692040" y="530712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IPATA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24" name=""/>
          <p:cNvGrpSpPr/>
          <p:nvPr/>
        </p:nvGrpSpPr>
        <p:grpSpPr>
          <a:xfrm>
            <a:off x="4745160" y="3719520"/>
            <a:ext cx="569880" cy="200520"/>
            <a:chOff x="4745160" y="3719520"/>
            <a:chExt cx="569880" cy="200520"/>
          </a:xfrm>
        </p:grpSpPr>
        <p:sp>
          <p:nvSpPr>
            <p:cNvPr id="3625" name=""/>
            <p:cNvSpPr/>
            <p:nvPr/>
          </p:nvSpPr>
          <p:spPr>
            <a:xfrm>
              <a:off x="4745160" y="3732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26" name=""/>
            <p:cNvSpPr/>
            <p:nvPr/>
          </p:nvSpPr>
          <p:spPr>
            <a:xfrm>
              <a:off x="4835520" y="37195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KABAN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27" name=""/>
          <p:cNvGrpSpPr/>
          <p:nvPr/>
        </p:nvGrpSpPr>
        <p:grpSpPr>
          <a:xfrm>
            <a:off x="3675240" y="2789280"/>
            <a:ext cx="577440" cy="200520"/>
            <a:chOff x="3675240" y="2789280"/>
            <a:chExt cx="577440" cy="200520"/>
          </a:xfrm>
        </p:grpSpPr>
        <p:sp>
          <p:nvSpPr>
            <p:cNvPr id="3628" name=""/>
            <p:cNvSpPr/>
            <p:nvPr/>
          </p:nvSpPr>
          <p:spPr>
            <a:xfrm>
              <a:off x="3675240" y="2801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29" name=""/>
            <p:cNvSpPr/>
            <p:nvPr/>
          </p:nvSpPr>
          <p:spPr>
            <a:xfrm>
              <a:off x="3758040" y="27892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CAMBA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0" name=""/>
          <p:cNvGrpSpPr/>
          <p:nvPr/>
        </p:nvGrpSpPr>
        <p:grpSpPr>
          <a:xfrm>
            <a:off x="2511360" y="1778040"/>
            <a:ext cx="473760" cy="200520"/>
            <a:chOff x="2511360" y="1778040"/>
            <a:chExt cx="473760" cy="200520"/>
          </a:xfrm>
        </p:grpSpPr>
        <p:sp>
          <p:nvSpPr>
            <p:cNvPr id="3631" name=""/>
            <p:cNvSpPr/>
            <p:nvPr/>
          </p:nvSpPr>
          <p:spPr>
            <a:xfrm>
              <a:off x="2511360" y="17906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32" name=""/>
            <p:cNvSpPr/>
            <p:nvPr/>
          </p:nvSpPr>
          <p:spPr>
            <a:xfrm>
              <a:off x="2647440" y="1778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3" name=""/>
          <p:cNvGrpSpPr/>
          <p:nvPr/>
        </p:nvGrpSpPr>
        <p:grpSpPr>
          <a:xfrm>
            <a:off x="3659040" y="1576440"/>
            <a:ext cx="545760" cy="200520"/>
            <a:chOff x="3659040" y="1576440"/>
            <a:chExt cx="545760" cy="200520"/>
          </a:xfrm>
        </p:grpSpPr>
        <p:sp>
          <p:nvSpPr>
            <p:cNvPr id="3634" name=""/>
            <p:cNvSpPr/>
            <p:nvPr/>
          </p:nvSpPr>
          <p:spPr>
            <a:xfrm>
              <a:off x="3659040" y="15890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35" name=""/>
            <p:cNvSpPr/>
            <p:nvPr/>
          </p:nvSpPr>
          <p:spPr>
            <a:xfrm>
              <a:off x="3789360" y="157644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MIA-9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6" name=""/>
          <p:cNvGrpSpPr/>
          <p:nvPr/>
        </p:nvGrpSpPr>
        <p:grpSpPr>
          <a:xfrm>
            <a:off x="3056040" y="1832040"/>
            <a:ext cx="524520" cy="200520"/>
            <a:chOff x="3056040" y="1832040"/>
            <a:chExt cx="524520" cy="200520"/>
          </a:xfrm>
        </p:grpSpPr>
        <p:sp>
          <p:nvSpPr>
            <p:cNvPr id="3637" name=""/>
            <p:cNvSpPr/>
            <p:nvPr/>
          </p:nvSpPr>
          <p:spPr>
            <a:xfrm>
              <a:off x="3056040" y="18446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38" name=""/>
            <p:cNvSpPr/>
            <p:nvPr/>
          </p:nvSpPr>
          <p:spPr>
            <a:xfrm>
              <a:off x="3184920" y="1832040"/>
              <a:ext cx="395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9" name=""/>
          <p:cNvGrpSpPr/>
          <p:nvPr/>
        </p:nvGrpSpPr>
        <p:grpSpPr>
          <a:xfrm>
            <a:off x="2805120" y="1969920"/>
            <a:ext cx="494640" cy="200520"/>
            <a:chOff x="2805120" y="1969920"/>
            <a:chExt cx="494640" cy="200520"/>
          </a:xfrm>
        </p:grpSpPr>
        <p:sp>
          <p:nvSpPr>
            <p:cNvPr id="3640" name=""/>
            <p:cNvSpPr/>
            <p:nvPr/>
          </p:nvSpPr>
          <p:spPr>
            <a:xfrm>
              <a:off x="2805120" y="19940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1" name=""/>
            <p:cNvSpPr/>
            <p:nvPr/>
          </p:nvSpPr>
          <p:spPr>
            <a:xfrm>
              <a:off x="2913120" y="196992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FF24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42" name=""/>
          <p:cNvGrpSpPr/>
          <p:nvPr/>
        </p:nvGrpSpPr>
        <p:grpSpPr>
          <a:xfrm>
            <a:off x="2457360" y="2143080"/>
            <a:ext cx="580680" cy="200520"/>
            <a:chOff x="2457360" y="2143080"/>
            <a:chExt cx="580680" cy="200520"/>
          </a:xfrm>
        </p:grpSpPr>
        <p:sp>
          <p:nvSpPr>
            <p:cNvPr id="3643" name=""/>
            <p:cNvSpPr/>
            <p:nvPr/>
          </p:nvSpPr>
          <p:spPr>
            <a:xfrm>
              <a:off x="2457360" y="214308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4" name=""/>
            <p:cNvSpPr/>
            <p:nvPr/>
          </p:nvSpPr>
          <p:spPr>
            <a:xfrm>
              <a:off x="2611800" y="21430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45" name=""/>
          <p:cNvGrpSpPr/>
          <p:nvPr/>
        </p:nvGrpSpPr>
        <p:grpSpPr>
          <a:xfrm>
            <a:off x="609480" y="5638680"/>
            <a:ext cx="479160" cy="200520"/>
            <a:chOff x="609480" y="5638680"/>
            <a:chExt cx="479160" cy="200520"/>
          </a:xfrm>
        </p:grpSpPr>
        <p:sp>
          <p:nvSpPr>
            <p:cNvPr id="3646" name=""/>
            <p:cNvSpPr/>
            <p:nvPr/>
          </p:nvSpPr>
          <p:spPr>
            <a:xfrm>
              <a:off x="609480" y="564480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7" name=""/>
            <p:cNvSpPr/>
            <p:nvPr/>
          </p:nvSpPr>
          <p:spPr>
            <a:xfrm>
              <a:off x="75096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48" name=""/>
          <p:cNvGrpSpPr/>
          <p:nvPr/>
        </p:nvGrpSpPr>
        <p:grpSpPr>
          <a:xfrm>
            <a:off x="3581280" y="1066680"/>
            <a:ext cx="461520" cy="200520"/>
            <a:chOff x="3581280" y="1066680"/>
            <a:chExt cx="461520" cy="200520"/>
          </a:xfrm>
        </p:grpSpPr>
        <p:sp>
          <p:nvSpPr>
            <p:cNvPr id="3649" name=""/>
            <p:cNvSpPr/>
            <p:nvPr/>
          </p:nvSpPr>
          <p:spPr>
            <a:xfrm>
              <a:off x="3581280" y="1082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0" name=""/>
            <p:cNvSpPr/>
            <p:nvPr/>
          </p:nvSpPr>
          <p:spPr>
            <a:xfrm>
              <a:off x="370512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51" name=""/>
          <p:cNvGrpSpPr/>
          <p:nvPr/>
        </p:nvGrpSpPr>
        <p:grpSpPr>
          <a:xfrm>
            <a:off x="4091040" y="6039000"/>
            <a:ext cx="461520" cy="200520"/>
            <a:chOff x="4091040" y="6039000"/>
            <a:chExt cx="461520" cy="200520"/>
          </a:xfrm>
        </p:grpSpPr>
        <p:sp>
          <p:nvSpPr>
            <p:cNvPr id="3652" name=""/>
            <p:cNvSpPr/>
            <p:nvPr/>
          </p:nvSpPr>
          <p:spPr>
            <a:xfrm>
              <a:off x="4091040" y="6054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3" name=""/>
            <p:cNvSpPr/>
            <p:nvPr/>
          </p:nvSpPr>
          <p:spPr>
            <a:xfrm>
              <a:off x="4214880" y="603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54" name=""/>
          <p:cNvGrpSpPr/>
          <p:nvPr/>
        </p:nvGrpSpPr>
        <p:grpSpPr>
          <a:xfrm>
            <a:off x="4114800" y="1828800"/>
            <a:ext cx="461880" cy="200520"/>
            <a:chOff x="4114800" y="1828800"/>
            <a:chExt cx="461880" cy="200520"/>
          </a:xfrm>
        </p:grpSpPr>
        <p:sp>
          <p:nvSpPr>
            <p:cNvPr id="3655" name=""/>
            <p:cNvSpPr/>
            <p:nvPr/>
          </p:nvSpPr>
          <p:spPr>
            <a:xfrm>
              <a:off x="4114800" y="18446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6" name=""/>
            <p:cNvSpPr/>
            <p:nvPr/>
          </p:nvSpPr>
          <p:spPr>
            <a:xfrm>
              <a:off x="423900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57" name=""/>
          <p:cNvGrpSpPr/>
          <p:nvPr/>
        </p:nvGrpSpPr>
        <p:grpSpPr>
          <a:xfrm>
            <a:off x="2590920" y="4114800"/>
            <a:ext cx="461160" cy="200520"/>
            <a:chOff x="2590920" y="4114800"/>
            <a:chExt cx="461160" cy="200520"/>
          </a:xfrm>
        </p:grpSpPr>
        <p:sp>
          <p:nvSpPr>
            <p:cNvPr id="3658" name=""/>
            <p:cNvSpPr/>
            <p:nvPr/>
          </p:nvSpPr>
          <p:spPr>
            <a:xfrm>
              <a:off x="2590920" y="412920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9" name=""/>
            <p:cNvSpPr/>
            <p:nvPr/>
          </p:nvSpPr>
          <p:spPr>
            <a:xfrm>
              <a:off x="271440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60" name=""/>
          <p:cNvGrpSpPr/>
          <p:nvPr/>
        </p:nvGrpSpPr>
        <p:grpSpPr>
          <a:xfrm>
            <a:off x="5867280" y="1447920"/>
            <a:ext cx="461520" cy="200520"/>
            <a:chOff x="5867280" y="1447920"/>
            <a:chExt cx="461520" cy="200520"/>
          </a:xfrm>
        </p:grpSpPr>
        <p:sp>
          <p:nvSpPr>
            <p:cNvPr id="3661" name=""/>
            <p:cNvSpPr/>
            <p:nvPr/>
          </p:nvSpPr>
          <p:spPr>
            <a:xfrm>
              <a:off x="5867280" y="1463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62" name=""/>
            <p:cNvSpPr/>
            <p:nvPr/>
          </p:nvSpPr>
          <p:spPr>
            <a:xfrm>
              <a:off x="599112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63" name=""/>
          <p:cNvGrpSpPr/>
          <p:nvPr/>
        </p:nvGrpSpPr>
        <p:grpSpPr>
          <a:xfrm>
            <a:off x="2590920" y="5791320"/>
            <a:ext cx="461160" cy="200520"/>
            <a:chOff x="2590920" y="5791320"/>
            <a:chExt cx="461160" cy="200520"/>
          </a:xfrm>
        </p:grpSpPr>
        <p:sp>
          <p:nvSpPr>
            <p:cNvPr id="3664" name=""/>
            <p:cNvSpPr/>
            <p:nvPr/>
          </p:nvSpPr>
          <p:spPr>
            <a:xfrm>
              <a:off x="2590920" y="58053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65" name=""/>
            <p:cNvSpPr/>
            <p:nvPr/>
          </p:nvSpPr>
          <p:spPr>
            <a:xfrm>
              <a:off x="271440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66" name=""/>
          <p:cNvGrpSpPr/>
          <p:nvPr/>
        </p:nvGrpSpPr>
        <p:grpSpPr>
          <a:xfrm>
            <a:off x="6168960" y="3859200"/>
            <a:ext cx="460080" cy="200520"/>
            <a:chOff x="6168960" y="3859200"/>
            <a:chExt cx="460080" cy="200520"/>
          </a:xfrm>
        </p:grpSpPr>
        <p:sp>
          <p:nvSpPr>
            <p:cNvPr id="3667" name=""/>
            <p:cNvSpPr/>
            <p:nvPr/>
          </p:nvSpPr>
          <p:spPr>
            <a:xfrm>
              <a:off x="6168960" y="38736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68" name=""/>
            <p:cNvSpPr/>
            <p:nvPr/>
          </p:nvSpPr>
          <p:spPr>
            <a:xfrm>
              <a:off x="6291360" y="385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69" name=""/>
          <p:cNvGrpSpPr/>
          <p:nvPr/>
        </p:nvGrpSpPr>
        <p:grpSpPr>
          <a:xfrm>
            <a:off x="1631880" y="835200"/>
            <a:ext cx="460080" cy="200520"/>
            <a:chOff x="1631880" y="835200"/>
            <a:chExt cx="460080" cy="200520"/>
          </a:xfrm>
        </p:grpSpPr>
        <p:sp>
          <p:nvSpPr>
            <p:cNvPr id="3670" name=""/>
            <p:cNvSpPr/>
            <p:nvPr/>
          </p:nvSpPr>
          <p:spPr>
            <a:xfrm>
              <a:off x="1631880" y="851040"/>
              <a:ext cx="9540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71" name=""/>
            <p:cNvSpPr/>
            <p:nvPr/>
          </p:nvSpPr>
          <p:spPr>
            <a:xfrm>
              <a:off x="1754280" y="835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72" name=""/>
          <p:cNvGrpSpPr/>
          <p:nvPr/>
        </p:nvGrpSpPr>
        <p:grpSpPr>
          <a:xfrm>
            <a:off x="7407360" y="4316400"/>
            <a:ext cx="461520" cy="200520"/>
            <a:chOff x="7407360" y="4316400"/>
            <a:chExt cx="461520" cy="200520"/>
          </a:xfrm>
        </p:grpSpPr>
        <p:sp>
          <p:nvSpPr>
            <p:cNvPr id="3673" name=""/>
            <p:cNvSpPr/>
            <p:nvPr/>
          </p:nvSpPr>
          <p:spPr>
            <a:xfrm>
              <a:off x="7407360" y="433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74" name=""/>
            <p:cNvSpPr/>
            <p:nvPr/>
          </p:nvSpPr>
          <p:spPr>
            <a:xfrm>
              <a:off x="7531200" y="431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75" name=""/>
          <p:cNvGrpSpPr/>
          <p:nvPr/>
        </p:nvGrpSpPr>
        <p:grpSpPr>
          <a:xfrm>
            <a:off x="5357880" y="6029280"/>
            <a:ext cx="460080" cy="200520"/>
            <a:chOff x="5357880" y="6029280"/>
            <a:chExt cx="460080" cy="200520"/>
          </a:xfrm>
        </p:grpSpPr>
        <p:sp>
          <p:nvSpPr>
            <p:cNvPr id="3676" name=""/>
            <p:cNvSpPr/>
            <p:nvPr/>
          </p:nvSpPr>
          <p:spPr>
            <a:xfrm>
              <a:off x="5357880" y="60451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77" name=""/>
            <p:cNvSpPr/>
            <p:nvPr/>
          </p:nvSpPr>
          <p:spPr>
            <a:xfrm>
              <a:off x="5480280" y="6029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78" name=""/>
          <p:cNvGrpSpPr/>
          <p:nvPr/>
        </p:nvGrpSpPr>
        <p:grpSpPr>
          <a:xfrm>
            <a:off x="7010280" y="2819520"/>
            <a:ext cx="461520" cy="200520"/>
            <a:chOff x="7010280" y="2819520"/>
            <a:chExt cx="461520" cy="200520"/>
          </a:xfrm>
        </p:grpSpPr>
        <p:sp>
          <p:nvSpPr>
            <p:cNvPr id="3679" name=""/>
            <p:cNvSpPr/>
            <p:nvPr/>
          </p:nvSpPr>
          <p:spPr>
            <a:xfrm>
              <a:off x="7010280" y="2835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80" name=""/>
            <p:cNvSpPr/>
            <p:nvPr/>
          </p:nvSpPr>
          <p:spPr>
            <a:xfrm>
              <a:off x="713412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81" name=""/>
          <p:cNvGrpSpPr/>
          <p:nvPr/>
        </p:nvGrpSpPr>
        <p:grpSpPr>
          <a:xfrm>
            <a:off x="5105520" y="609480"/>
            <a:ext cx="460080" cy="200520"/>
            <a:chOff x="5105520" y="609480"/>
            <a:chExt cx="460080" cy="200520"/>
          </a:xfrm>
        </p:grpSpPr>
        <p:sp>
          <p:nvSpPr>
            <p:cNvPr id="3682" name=""/>
            <p:cNvSpPr/>
            <p:nvPr/>
          </p:nvSpPr>
          <p:spPr>
            <a:xfrm>
              <a:off x="5105520" y="6238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83" name=""/>
            <p:cNvSpPr/>
            <p:nvPr/>
          </p:nvSpPr>
          <p:spPr>
            <a:xfrm>
              <a:off x="522792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84" name=""/>
          <p:cNvGrpSpPr/>
          <p:nvPr/>
        </p:nvGrpSpPr>
        <p:grpSpPr>
          <a:xfrm>
            <a:off x="1905120" y="2819520"/>
            <a:ext cx="461520" cy="200520"/>
            <a:chOff x="1905120" y="2819520"/>
            <a:chExt cx="461520" cy="200520"/>
          </a:xfrm>
        </p:grpSpPr>
        <p:sp>
          <p:nvSpPr>
            <p:cNvPr id="3685" name=""/>
            <p:cNvSpPr/>
            <p:nvPr/>
          </p:nvSpPr>
          <p:spPr>
            <a:xfrm>
              <a:off x="1905120" y="28353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86" name=""/>
            <p:cNvSpPr/>
            <p:nvPr/>
          </p:nvSpPr>
          <p:spPr>
            <a:xfrm>
              <a:off x="202896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87" name=""/>
          <p:cNvGrpSpPr/>
          <p:nvPr/>
        </p:nvGrpSpPr>
        <p:grpSpPr>
          <a:xfrm>
            <a:off x="3708360" y="4746600"/>
            <a:ext cx="461880" cy="200520"/>
            <a:chOff x="3708360" y="4746600"/>
            <a:chExt cx="461880" cy="200520"/>
          </a:xfrm>
        </p:grpSpPr>
        <p:sp>
          <p:nvSpPr>
            <p:cNvPr id="3688" name=""/>
            <p:cNvSpPr/>
            <p:nvPr/>
          </p:nvSpPr>
          <p:spPr>
            <a:xfrm>
              <a:off x="3708360" y="4762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89" name=""/>
            <p:cNvSpPr/>
            <p:nvPr/>
          </p:nvSpPr>
          <p:spPr>
            <a:xfrm>
              <a:off x="3832560" y="4746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90" name=""/>
          <p:cNvGrpSpPr/>
          <p:nvPr/>
        </p:nvGrpSpPr>
        <p:grpSpPr>
          <a:xfrm>
            <a:off x="1066680" y="4114800"/>
            <a:ext cx="461880" cy="200520"/>
            <a:chOff x="1066680" y="4114800"/>
            <a:chExt cx="461880" cy="200520"/>
          </a:xfrm>
        </p:grpSpPr>
        <p:sp>
          <p:nvSpPr>
            <p:cNvPr id="3691" name=""/>
            <p:cNvSpPr/>
            <p:nvPr/>
          </p:nvSpPr>
          <p:spPr>
            <a:xfrm>
              <a:off x="1066680" y="4129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92" name=""/>
            <p:cNvSpPr/>
            <p:nvPr/>
          </p:nvSpPr>
          <p:spPr>
            <a:xfrm>
              <a:off x="119088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93" name=""/>
          <p:cNvGrpSpPr/>
          <p:nvPr/>
        </p:nvGrpSpPr>
        <p:grpSpPr>
          <a:xfrm>
            <a:off x="7924680" y="609480"/>
            <a:ext cx="460080" cy="200520"/>
            <a:chOff x="7924680" y="609480"/>
            <a:chExt cx="460080" cy="200520"/>
          </a:xfrm>
        </p:grpSpPr>
        <p:sp>
          <p:nvSpPr>
            <p:cNvPr id="3694" name=""/>
            <p:cNvSpPr/>
            <p:nvPr/>
          </p:nvSpPr>
          <p:spPr>
            <a:xfrm>
              <a:off x="7924680" y="6238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95" name=""/>
            <p:cNvSpPr/>
            <p:nvPr/>
          </p:nvSpPr>
          <p:spPr>
            <a:xfrm>
              <a:off x="804708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96" name=""/>
          <p:cNvGrpSpPr/>
          <p:nvPr/>
        </p:nvGrpSpPr>
        <p:grpSpPr>
          <a:xfrm>
            <a:off x="4921200" y="2593800"/>
            <a:ext cx="460080" cy="200520"/>
            <a:chOff x="4921200" y="2593800"/>
            <a:chExt cx="460080" cy="200520"/>
          </a:xfrm>
        </p:grpSpPr>
        <p:sp>
          <p:nvSpPr>
            <p:cNvPr id="3697" name=""/>
            <p:cNvSpPr/>
            <p:nvPr/>
          </p:nvSpPr>
          <p:spPr>
            <a:xfrm>
              <a:off x="4921200" y="26100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98" name=""/>
            <p:cNvSpPr/>
            <p:nvPr/>
          </p:nvSpPr>
          <p:spPr>
            <a:xfrm>
              <a:off x="5043600" y="2593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99" name=""/>
          <p:cNvGrpSpPr/>
          <p:nvPr/>
        </p:nvGrpSpPr>
        <p:grpSpPr>
          <a:xfrm>
            <a:off x="5256360" y="4827600"/>
            <a:ext cx="460080" cy="200520"/>
            <a:chOff x="5256360" y="4827600"/>
            <a:chExt cx="460080" cy="200520"/>
          </a:xfrm>
        </p:grpSpPr>
        <p:sp>
          <p:nvSpPr>
            <p:cNvPr id="3700" name=""/>
            <p:cNvSpPr/>
            <p:nvPr/>
          </p:nvSpPr>
          <p:spPr>
            <a:xfrm>
              <a:off x="5256360" y="48420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01" name=""/>
            <p:cNvSpPr/>
            <p:nvPr/>
          </p:nvSpPr>
          <p:spPr>
            <a:xfrm>
              <a:off x="5378760" y="482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02" name=""/>
          <p:cNvGrpSpPr/>
          <p:nvPr/>
        </p:nvGrpSpPr>
        <p:grpSpPr>
          <a:xfrm>
            <a:off x="7362720" y="6058080"/>
            <a:ext cx="461880" cy="200520"/>
            <a:chOff x="7362720" y="6058080"/>
            <a:chExt cx="461880" cy="200520"/>
          </a:xfrm>
        </p:grpSpPr>
        <p:sp>
          <p:nvSpPr>
            <p:cNvPr id="3703" name=""/>
            <p:cNvSpPr/>
            <p:nvPr/>
          </p:nvSpPr>
          <p:spPr>
            <a:xfrm>
              <a:off x="7362720" y="60739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04" name=""/>
            <p:cNvSpPr/>
            <p:nvPr/>
          </p:nvSpPr>
          <p:spPr>
            <a:xfrm>
              <a:off x="7486920" y="605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05" name="Rounded Rectangle 3704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3706" name="Oval 3705"/>
          <p:cNvSpPr/>
          <p:nvPr/>
        </p:nvSpPr>
        <p:spPr>
          <a:xfrm>
            <a:off x="566722" y="56020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7" name="Oval 3706"/>
          <p:cNvSpPr/>
          <p:nvPr/>
        </p:nvSpPr>
        <p:spPr>
          <a:xfrm>
            <a:off x="596722" y="56320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708" name="Rounded Rectangle 3707"/>
          <p:cNvSpPr/>
          <p:nvPr/>
        </p:nvSpPr>
        <p:spPr>
          <a:xfrm>
            <a:off x="766722" y="56170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709" name="Oval 3708"/>
          <p:cNvSpPr/>
          <p:nvPr/>
        </p:nvSpPr>
        <p:spPr>
          <a:xfrm>
            <a:off x="3529704" y="103003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0" name="Oval 3709"/>
          <p:cNvSpPr/>
          <p:nvPr/>
        </p:nvSpPr>
        <p:spPr>
          <a:xfrm>
            <a:off x="3559704" y="106003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711" name="Rounded Rectangle 3710"/>
          <p:cNvSpPr/>
          <p:nvPr/>
        </p:nvSpPr>
        <p:spPr>
          <a:xfrm>
            <a:off x="3729704" y="104503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712" name="Oval 3711"/>
          <p:cNvSpPr/>
          <p:nvPr/>
        </p:nvSpPr>
        <p:spPr>
          <a:xfrm>
            <a:off x="4039457" y="60032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3" name="Oval 3712"/>
          <p:cNvSpPr/>
          <p:nvPr/>
        </p:nvSpPr>
        <p:spPr>
          <a:xfrm>
            <a:off x="4069457" y="60332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714" name="Rounded Rectangle 3713"/>
          <p:cNvSpPr/>
          <p:nvPr/>
        </p:nvSpPr>
        <p:spPr>
          <a:xfrm>
            <a:off x="4239457" y="60182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715" name="Oval 3714"/>
          <p:cNvSpPr/>
          <p:nvPr/>
        </p:nvSpPr>
        <p:spPr>
          <a:xfrm>
            <a:off x="4063217" y="179287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6" name="Oval 3715"/>
          <p:cNvSpPr/>
          <p:nvPr/>
        </p:nvSpPr>
        <p:spPr>
          <a:xfrm>
            <a:off x="4093217" y="182287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717" name="Rounded Rectangle 3716"/>
          <p:cNvSpPr/>
          <p:nvPr/>
        </p:nvSpPr>
        <p:spPr>
          <a:xfrm>
            <a:off x="4263217" y="180787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718" name="Oval 3717"/>
          <p:cNvSpPr/>
          <p:nvPr/>
        </p:nvSpPr>
        <p:spPr>
          <a:xfrm>
            <a:off x="2539157" y="40776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9" name="Oval 3718"/>
          <p:cNvSpPr/>
          <p:nvPr/>
        </p:nvSpPr>
        <p:spPr>
          <a:xfrm>
            <a:off x="2569157" y="41076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720" name="Rounded Rectangle 3719"/>
          <p:cNvSpPr/>
          <p:nvPr/>
        </p:nvSpPr>
        <p:spPr>
          <a:xfrm>
            <a:off x="2739157" y="40926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721" name="Oval 3720"/>
          <p:cNvSpPr/>
          <p:nvPr/>
        </p:nvSpPr>
        <p:spPr>
          <a:xfrm>
            <a:off x="5815699" y="141218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2" name="Oval 3721"/>
          <p:cNvSpPr/>
          <p:nvPr/>
        </p:nvSpPr>
        <p:spPr>
          <a:xfrm>
            <a:off x="5845699" y="144218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723" name="Rounded Rectangle 3722"/>
          <p:cNvSpPr/>
          <p:nvPr/>
        </p:nvSpPr>
        <p:spPr>
          <a:xfrm>
            <a:off x="6015699" y="142718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724" name="Oval 3723"/>
          <p:cNvSpPr/>
          <p:nvPr/>
        </p:nvSpPr>
        <p:spPr>
          <a:xfrm>
            <a:off x="2539157" y="575377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5" name="Oval 3724"/>
          <p:cNvSpPr/>
          <p:nvPr/>
        </p:nvSpPr>
        <p:spPr>
          <a:xfrm>
            <a:off x="2569157" y="578377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726" name="Rounded Rectangle 3725"/>
          <p:cNvSpPr/>
          <p:nvPr/>
        </p:nvSpPr>
        <p:spPr>
          <a:xfrm>
            <a:off x="2739157" y="576877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727" name="Oval 3726"/>
          <p:cNvSpPr/>
          <p:nvPr/>
        </p:nvSpPr>
        <p:spPr>
          <a:xfrm>
            <a:off x="6116661" y="382202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8" name="Oval 3727"/>
          <p:cNvSpPr/>
          <p:nvPr/>
        </p:nvSpPr>
        <p:spPr>
          <a:xfrm>
            <a:off x="6146661" y="385202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729" name="Rounded Rectangle 3728"/>
          <p:cNvSpPr/>
          <p:nvPr/>
        </p:nvSpPr>
        <p:spPr>
          <a:xfrm>
            <a:off x="6316661" y="383702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730" name="Oval 3729"/>
          <p:cNvSpPr/>
          <p:nvPr/>
        </p:nvSpPr>
        <p:spPr>
          <a:xfrm>
            <a:off x="1579578" y="79855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1" name="Oval 3730"/>
          <p:cNvSpPr/>
          <p:nvPr/>
        </p:nvSpPr>
        <p:spPr>
          <a:xfrm>
            <a:off x="1609578" y="82855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732" name="Rounded Rectangle 3731"/>
          <p:cNvSpPr/>
          <p:nvPr/>
        </p:nvSpPr>
        <p:spPr>
          <a:xfrm>
            <a:off x="1779578" y="81355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733" name="Oval 3732"/>
          <p:cNvSpPr/>
          <p:nvPr/>
        </p:nvSpPr>
        <p:spPr>
          <a:xfrm>
            <a:off x="7355782" y="428066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4" name="Oval 3733"/>
          <p:cNvSpPr/>
          <p:nvPr/>
        </p:nvSpPr>
        <p:spPr>
          <a:xfrm>
            <a:off x="7385782" y="431066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735" name="Rounded Rectangle 3734"/>
          <p:cNvSpPr/>
          <p:nvPr/>
        </p:nvSpPr>
        <p:spPr>
          <a:xfrm>
            <a:off x="7555782" y="429566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736" name="Oval 3735"/>
          <p:cNvSpPr/>
          <p:nvPr/>
        </p:nvSpPr>
        <p:spPr>
          <a:xfrm>
            <a:off x="5305398" y="599354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7" name="Oval 3736"/>
          <p:cNvSpPr/>
          <p:nvPr/>
        </p:nvSpPr>
        <p:spPr>
          <a:xfrm>
            <a:off x="5335398" y="602354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738" name="Rounded Rectangle 3737"/>
          <p:cNvSpPr/>
          <p:nvPr/>
        </p:nvSpPr>
        <p:spPr>
          <a:xfrm>
            <a:off x="5505398" y="600854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739" name="Oval 3738"/>
          <p:cNvSpPr/>
          <p:nvPr/>
        </p:nvSpPr>
        <p:spPr>
          <a:xfrm>
            <a:off x="6958700" y="27837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0" name="Oval 3739"/>
          <p:cNvSpPr/>
          <p:nvPr/>
        </p:nvSpPr>
        <p:spPr>
          <a:xfrm>
            <a:off x="6988700" y="28137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741" name="Rounded Rectangle 3740"/>
          <p:cNvSpPr/>
          <p:nvPr/>
        </p:nvSpPr>
        <p:spPr>
          <a:xfrm>
            <a:off x="7158700" y="27987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742" name="Oval 3741"/>
          <p:cNvSpPr/>
          <p:nvPr/>
        </p:nvSpPr>
        <p:spPr>
          <a:xfrm>
            <a:off x="5053043" y="5722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3" name="Oval 3742"/>
          <p:cNvSpPr/>
          <p:nvPr/>
        </p:nvSpPr>
        <p:spPr>
          <a:xfrm>
            <a:off x="5083043" y="6022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744" name="Rounded Rectangle 3743"/>
          <p:cNvSpPr/>
          <p:nvPr/>
        </p:nvSpPr>
        <p:spPr>
          <a:xfrm>
            <a:off x="5253043" y="5872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745" name="Oval 3744"/>
          <p:cNvSpPr/>
          <p:nvPr/>
        </p:nvSpPr>
        <p:spPr>
          <a:xfrm>
            <a:off x="1853537" y="2783597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6" name="Oval 3745"/>
          <p:cNvSpPr/>
          <p:nvPr/>
        </p:nvSpPr>
        <p:spPr>
          <a:xfrm>
            <a:off x="1883537" y="2813597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747" name="Rounded Rectangle 3746"/>
          <p:cNvSpPr/>
          <p:nvPr/>
        </p:nvSpPr>
        <p:spPr>
          <a:xfrm>
            <a:off x="2053537" y="2798597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748" name="Oval 3747"/>
          <p:cNvSpPr/>
          <p:nvPr/>
        </p:nvSpPr>
        <p:spPr>
          <a:xfrm>
            <a:off x="3656782" y="47108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9" name="Oval 3748"/>
          <p:cNvSpPr/>
          <p:nvPr/>
        </p:nvSpPr>
        <p:spPr>
          <a:xfrm>
            <a:off x="3686782" y="47408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750" name="Rounded Rectangle 3749"/>
          <p:cNvSpPr/>
          <p:nvPr/>
        </p:nvSpPr>
        <p:spPr>
          <a:xfrm>
            <a:off x="3856782" y="47258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751" name="Oval 3750"/>
          <p:cNvSpPr/>
          <p:nvPr/>
        </p:nvSpPr>
        <p:spPr>
          <a:xfrm>
            <a:off x="1015097" y="407761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2" name="Oval 3751"/>
          <p:cNvSpPr/>
          <p:nvPr/>
        </p:nvSpPr>
        <p:spPr>
          <a:xfrm>
            <a:off x="1045097" y="410761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753" name="Rounded Rectangle 3752"/>
          <p:cNvSpPr/>
          <p:nvPr/>
        </p:nvSpPr>
        <p:spPr>
          <a:xfrm>
            <a:off x="1215097" y="409261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754" name="Oval 3753"/>
          <p:cNvSpPr/>
          <p:nvPr/>
        </p:nvSpPr>
        <p:spPr>
          <a:xfrm>
            <a:off x="7872377" y="5722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5" name="Oval 3754"/>
          <p:cNvSpPr/>
          <p:nvPr/>
        </p:nvSpPr>
        <p:spPr>
          <a:xfrm>
            <a:off x="7902377" y="6022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756" name="Rounded Rectangle 3755"/>
          <p:cNvSpPr/>
          <p:nvPr/>
        </p:nvSpPr>
        <p:spPr>
          <a:xfrm>
            <a:off x="8072377" y="5872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757" name="Oval 3756"/>
          <p:cNvSpPr/>
          <p:nvPr/>
        </p:nvSpPr>
        <p:spPr>
          <a:xfrm>
            <a:off x="4868899" y="255841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8" name="Oval 3757"/>
          <p:cNvSpPr/>
          <p:nvPr/>
        </p:nvSpPr>
        <p:spPr>
          <a:xfrm>
            <a:off x="4898899" y="258841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759" name="Rounded Rectangle 3758"/>
          <p:cNvSpPr/>
          <p:nvPr/>
        </p:nvSpPr>
        <p:spPr>
          <a:xfrm>
            <a:off x="5068899" y="257341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760" name="Oval 3759"/>
          <p:cNvSpPr/>
          <p:nvPr/>
        </p:nvSpPr>
        <p:spPr>
          <a:xfrm>
            <a:off x="5203880" y="479042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1" name="Oval 3760"/>
          <p:cNvSpPr/>
          <p:nvPr/>
        </p:nvSpPr>
        <p:spPr>
          <a:xfrm>
            <a:off x="5233880" y="482042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762" name="Rounded Rectangle 3761"/>
          <p:cNvSpPr/>
          <p:nvPr/>
        </p:nvSpPr>
        <p:spPr>
          <a:xfrm>
            <a:off x="5403880" y="480542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763" name="Oval 3762"/>
          <p:cNvSpPr/>
          <p:nvPr/>
        </p:nvSpPr>
        <p:spPr>
          <a:xfrm>
            <a:off x="7311139" y="602144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4" name="Oval 3763"/>
          <p:cNvSpPr/>
          <p:nvPr/>
        </p:nvSpPr>
        <p:spPr>
          <a:xfrm>
            <a:off x="7341139" y="605144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765" name="Rounded Rectangle 3764"/>
          <p:cNvSpPr/>
          <p:nvPr/>
        </p:nvSpPr>
        <p:spPr>
          <a:xfrm>
            <a:off x="7511139" y="603644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5" name=""/>
          <p:cNvSpPr/>
          <p:nvPr/>
        </p:nvSpPr>
        <p:spPr>
          <a:xfrm>
            <a:off x="3110760" y="50760"/>
            <a:ext cx="29224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38: UUWW | RWY 19 | STAR DR19A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6" name=""/>
          <p:cNvSpPr/>
          <p:nvPr/>
        </p:nvSpPr>
        <p:spPr>
          <a:xfrm flipH="1" flipV="1">
            <a:off x="3897360" y="2922480"/>
            <a:ext cx="1650960" cy="2448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7" name=""/>
          <p:cNvSpPr/>
          <p:nvPr/>
        </p:nvSpPr>
        <p:spPr>
          <a:xfrm flipH="1" flipV="1">
            <a:off x="3595680" y="2244240"/>
            <a:ext cx="301680" cy="677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8" name=""/>
          <p:cNvSpPr/>
          <p:nvPr/>
        </p:nvSpPr>
        <p:spPr>
          <a:xfrm flipV="1">
            <a:off x="3595680" y="1639800"/>
            <a:ext cx="1139760" cy="604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9" name=""/>
          <p:cNvSpPr/>
          <p:nvPr/>
        </p:nvSpPr>
        <p:spPr>
          <a:xfrm>
            <a:off x="4735440" y="1639800"/>
            <a:ext cx="287280" cy="200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0" name=""/>
          <p:cNvSpPr/>
          <p:nvPr/>
        </p:nvSpPr>
        <p:spPr>
          <a:xfrm>
            <a:off x="5022720" y="1839960"/>
            <a:ext cx="87480" cy="554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1" name=""/>
          <p:cNvSpPr/>
          <p:nvPr/>
        </p:nvSpPr>
        <p:spPr>
          <a:xfrm flipH="1">
            <a:off x="5070600" y="2394000"/>
            <a:ext cx="39600" cy="218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2" name=""/>
          <p:cNvSpPr/>
          <p:nvPr/>
        </p:nvSpPr>
        <p:spPr>
          <a:xfrm flipH="1">
            <a:off x="4974840" y="2612880"/>
            <a:ext cx="95400" cy="412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13" name=""/>
          <p:cNvGrpSpPr/>
          <p:nvPr/>
        </p:nvGrpSpPr>
        <p:grpSpPr>
          <a:xfrm>
            <a:off x="5484960" y="5307120"/>
            <a:ext cx="547920" cy="200520"/>
            <a:chOff x="5484960" y="5307120"/>
            <a:chExt cx="547920" cy="200520"/>
          </a:xfrm>
        </p:grpSpPr>
        <p:sp>
          <p:nvSpPr>
            <p:cNvPr id="3714" name=""/>
            <p:cNvSpPr/>
            <p:nvPr/>
          </p:nvSpPr>
          <p:spPr>
            <a:xfrm>
              <a:off x="5484960" y="5307120"/>
              <a:ext cx="12672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15" name=""/>
            <p:cNvSpPr/>
            <p:nvPr/>
          </p:nvSpPr>
          <p:spPr>
            <a:xfrm>
              <a:off x="5597640" y="530712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DRNB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16" name=""/>
          <p:cNvGrpSpPr/>
          <p:nvPr/>
        </p:nvGrpSpPr>
        <p:grpSpPr>
          <a:xfrm>
            <a:off x="3846600" y="2859120"/>
            <a:ext cx="582120" cy="200520"/>
            <a:chOff x="3846600" y="2859120"/>
            <a:chExt cx="582120" cy="200520"/>
          </a:xfrm>
        </p:grpSpPr>
        <p:sp>
          <p:nvSpPr>
            <p:cNvPr id="3717" name=""/>
            <p:cNvSpPr/>
            <p:nvPr/>
          </p:nvSpPr>
          <p:spPr>
            <a:xfrm>
              <a:off x="3846600" y="2871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18" name=""/>
            <p:cNvSpPr/>
            <p:nvPr/>
          </p:nvSpPr>
          <p:spPr>
            <a:xfrm>
              <a:off x="3925080" y="2859120"/>
              <a:ext cx="503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GOTMA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19" name=""/>
          <p:cNvGrpSpPr/>
          <p:nvPr/>
        </p:nvGrpSpPr>
        <p:grpSpPr>
          <a:xfrm>
            <a:off x="3554280" y="2181240"/>
            <a:ext cx="532800" cy="200520"/>
            <a:chOff x="3554280" y="2181240"/>
            <a:chExt cx="532800" cy="200520"/>
          </a:xfrm>
        </p:grpSpPr>
        <p:sp>
          <p:nvSpPr>
            <p:cNvPr id="3720" name=""/>
            <p:cNvSpPr/>
            <p:nvPr/>
          </p:nvSpPr>
          <p:spPr>
            <a:xfrm>
              <a:off x="3554280" y="220500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1" name=""/>
            <p:cNvSpPr/>
            <p:nvPr/>
          </p:nvSpPr>
          <p:spPr>
            <a:xfrm>
              <a:off x="3641040" y="218124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054KS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22" name=""/>
          <p:cNvGrpSpPr/>
          <p:nvPr/>
        </p:nvGrpSpPr>
        <p:grpSpPr>
          <a:xfrm>
            <a:off x="4684680" y="1576440"/>
            <a:ext cx="549000" cy="200520"/>
            <a:chOff x="4684680" y="1576440"/>
            <a:chExt cx="549000" cy="200520"/>
          </a:xfrm>
        </p:grpSpPr>
        <p:sp>
          <p:nvSpPr>
            <p:cNvPr id="3723" name=""/>
            <p:cNvSpPr/>
            <p:nvPr/>
          </p:nvSpPr>
          <p:spPr>
            <a:xfrm>
              <a:off x="4684680" y="158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4" name=""/>
            <p:cNvSpPr/>
            <p:nvPr/>
          </p:nvSpPr>
          <p:spPr>
            <a:xfrm>
              <a:off x="4813560" y="157644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KSNB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25" name=""/>
          <p:cNvGrpSpPr/>
          <p:nvPr/>
        </p:nvGrpSpPr>
        <p:grpSpPr>
          <a:xfrm>
            <a:off x="4971960" y="1776240"/>
            <a:ext cx="574560" cy="200520"/>
            <a:chOff x="4971960" y="1776240"/>
            <a:chExt cx="574560" cy="200520"/>
          </a:xfrm>
        </p:grpSpPr>
        <p:sp>
          <p:nvSpPr>
            <p:cNvPr id="3726" name=""/>
            <p:cNvSpPr/>
            <p:nvPr/>
          </p:nvSpPr>
          <p:spPr>
            <a:xfrm>
              <a:off x="4971960" y="17892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7" name=""/>
            <p:cNvSpPr/>
            <p:nvPr/>
          </p:nvSpPr>
          <p:spPr>
            <a:xfrm>
              <a:off x="5100480" y="177624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180SX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28" name=""/>
          <p:cNvGrpSpPr/>
          <p:nvPr/>
        </p:nvGrpSpPr>
        <p:grpSpPr>
          <a:xfrm>
            <a:off x="5059440" y="2330280"/>
            <a:ext cx="569160" cy="200520"/>
            <a:chOff x="5059440" y="2330280"/>
            <a:chExt cx="569160" cy="200520"/>
          </a:xfrm>
        </p:grpSpPr>
        <p:sp>
          <p:nvSpPr>
            <p:cNvPr id="3729" name=""/>
            <p:cNvSpPr/>
            <p:nvPr/>
          </p:nvSpPr>
          <p:spPr>
            <a:xfrm>
              <a:off x="5059440" y="2343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0" name=""/>
            <p:cNvSpPr/>
            <p:nvPr/>
          </p:nvSpPr>
          <p:spPr>
            <a:xfrm>
              <a:off x="5188680" y="233028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D1690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31" name=""/>
          <p:cNvGrpSpPr/>
          <p:nvPr/>
        </p:nvGrpSpPr>
        <p:grpSpPr>
          <a:xfrm>
            <a:off x="5019840" y="2549520"/>
            <a:ext cx="544680" cy="200520"/>
            <a:chOff x="5019840" y="2549520"/>
            <a:chExt cx="544680" cy="200520"/>
          </a:xfrm>
        </p:grpSpPr>
        <p:sp>
          <p:nvSpPr>
            <p:cNvPr id="3732" name=""/>
            <p:cNvSpPr/>
            <p:nvPr/>
          </p:nvSpPr>
          <p:spPr>
            <a:xfrm>
              <a:off x="5019840" y="25621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3" name=""/>
            <p:cNvSpPr/>
            <p:nvPr/>
          </p:nvSpPr>
          <p:spPr>
            <a:xfrm>
              <a:off x="5149080" y="254952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89ITA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34" name=""/>
          <p:cNvGrpSpPr/>
          <p:nvPr/>
        </p:nvGrpSpPr>
        <p:grpSpPr>
          <a:xfrm>
            <a:off x="4911840" y="2962440"/>
            <a:ext cx="580320" cy="200520"/>
            <a:chOff x="4911840" y="2962440"/>
            <a:chExt cx="580320" cy="200520"/>
          </a:xfrm>
        </p:grpSpPr>
        <p:sp>
          <p:nvSpPr>
            <p:cNvPr id="3735" name=""/>
            <p:cNvSpPr/>
            <p:nvPr/>
          </p:nvSpPr>
          <p:spPr>
            <a:xfrm>
              <a:off x="4911840" y="2962440"/>
              <a:ext cx="12672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6" name=""/>
            <p:cNvSpPr/>
            <p:nvPr/>
          </p:nvSpPr>
          <p:spPr>
            <a:xfrm>
              <a:off x="5065920" y="29624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37" name=""/>
          <p:cNvGrpSpPr/>
          <p:nvPr/>
        </p:nvGrpSpPr>
        <p:grpSpPr>
          <a:xfrm>
            <a:off x="1676520" y="3581280"/>
            <a:ext cx="479160" cy="200520"/>
            <a:chOff x="1676520" y="3581280"/>
            <a:chExt cx="479160" cy="200520"/>
          </a:xfrm>
        </p:grpSpPr>
        <p:sp>
          <p:nvSpPr>
            <p:cNvPr id="3738" name=""/>
            <p:cNvSpPr/>
            <p:nvPr/>
          </p:nvSpPr>
          <p:spPr>
            <a:xfrm>
              <a:off x="1676520" y="358740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9" name=""/>
            <p:cNvSpPr/>
            <p:nvPr/>
          </p:nvSpPr>
          <p:spPr>
            <a:xfrm>
              <a:off x="181800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40" name=""/>
          <p:cNvGrpSpPr/>
          <p:nvPr/>
        </p:nvGrpSpPr>
        <p:grpSpPr>
          <a:xfrm>
            <a:off x="380880" y="3276720"/>
            <a:ext cx="461880" cy="200520"/>
            <a:chOff x="380880" y="3276720"/>
            <a:chExt cx="461880" cy="200520"/>
          </a:xfrm>
        </p:grpSpPr>
        <p:sp>
          <p:nvSpPr>
            <p:cNvPr id="3741" name=""/>
            <p:cNvSpPr/>
            <p:nvPr/>
          </p:nvSpPr>
          <p:spPr>
            <a:xfrm>
              <a:off x="380880" y="3292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42" name=""/>
            <p:cNvSpPr/>
            <p:nvPr/>
          </p:nvSpPr>
          <p:spPr>
            <a:xfrm>
              <a:off x="505080" y="327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43" name=""/>
          <p:cNvGrpSpPr/>
          <p:nvPr/>
        </p:nvGrpSpPr>
        <p:grpSpPr>
          <a:xfrm>
            <a:off x="1905120" y="762120"/>
            <a:ext cx="461520" cy="200520"/>
            <a:chOff x="1905120" y="762120"/>
            <a:chExt cx="461520" cy="200520"/>
          </a:xfrm>
        </p:grpSpPr>
        <p:sp>
          <p:nvSpPr>
            <p:cNvPr id="3744" name=""/>
            <p:cNvSpPr/>
            <p:nvPr/>
          </p:nvSpPr>
          <p:spPr>
            <a:xfrm>
              <a:off x="1905120" y="776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45" name=""/>
            <p:cNvSpPr/>
            <p:nvPr/>
          </p:nvSpPr>
          <p:spPr>
            <a:xfrm>
              <a:off x="2028960" y="762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46" name=""/>
          <p:cNvGrpSpPr/>
          <p:nvPr/>
        </p:nvGrpSpPr>
        <p:grpSpPr>
          <a:xfrm>
            <a:off x="5867280" y="2590920"/>
            <a:ext cx="460080" cy="200520"/>
            <a:chOff x="5867280" y="2590920"/>
            <a:chExt cx="460080" cy="200520"/>
          </a:xfrm>
        </p:grpSpPr>
        <p:sp>
          <p:nvSpPr>
            <p:cNvPr id="3747" name=""/>
            <p:cNvSpPr/>
            <p:nvPr/>
          </p:nvSpPr>
          <p:spPr>
            <a:xfrm>
              <a:off x="5867280" y="26067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48" name=""/>
            <p:cNvSpPr/>
            <p:nvPr/>
          </p:nvSpPr>
          <p:spPr>
            <a:xfrm>
              <a:off x="59896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49" name=""/>
          <p:cNvGrpSpPr/>
          <p:nvPr/>
        </p:nvGrpSpPr>
        <p:grpSpPr>
          <a:xfrm>
            <a:off x="4876920" y="6324480"/>
            <a:ext cx="461160" cy="200520"/>
            <a:chOff x="4876920" y="6324480"/>
            <a:chExt cx="461160" cy="200520"/>
          </a:xfrm>
        </p:grpSpPr>
        <p:sp>
          <p:nvSpPr>
            <p:cNvPr id="3750" name=""/>
            <p:cNvSpPr/>
            <p:nvPr/>
          </p:nvSpPr>
          <p:spPr>
            <a:xfrm>
              <a:off x="4876920" y="63403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1" name=""/>
            <p:cNvSpPr/>
            <p:nvPr/>
          </p:nvSpPr>
          <p:spPr>
            <a:xfrm>
              <a:off x="500040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52" name=""/>
          <p:cNvGrpSpPr/>
          <p:nvPr/>
        </p:nvGrpSpPr>
        <p:grpSpPr>
          <a:xfrm>
            <a:off x="5334120" y="3581280"/>
            <a:ext cx="461160" cy="200520"/>
            <a:chOff x="5334120" y="3581280"/>
            <a:chExt cx="461160" cy="200520"/>
          </a:xfrm>
        </p:grpSpPr>
        <p:sp>
          <p:nvSpPr>
            <p:cNvPr id="3753" name=""/>
            <p:cNvSpPr/>
            <p:nvPr/>
          </p:nvSpPr>
          <p:spPr>
            <a:xfrm>
              <a:off x="5334120" y="3595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4" name=""/>
            <p:cNvSpPr/>
            <p:nvPr/>
          </p:nvSpPr>
          <p:spPr>
            <a:xfrm>
              <a:off x="545760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55" name=""/>
          <p:cNvGrpSpPr/>
          <p:nvPr/>
        </p:nvGrpSpPr>
        <p:grpSpPr>
          <a:xfrm>
            <a:off x="7543800" y="2209680"/>
            <a:ext cx="459720" cy="200520"/>
            <a:chOff x="7543800" y="2209680"/>
            <a:chExt cx="459720" cy="200520"/>
          </a:xfrm>
        </p:grpSpPr>
        <p:sp>
          <p:nvSpPr>
            <p:cNvPr id="3756" name=""/>
            <p:cNvSpPr/>
            <p:nvPr/>
          </p:nvSpPr>
          <p:spPr>
            <a:xfrm>
              <a:off x="7543800" y="22255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7" name=""/>
            <p:cNvSpPr/>
            <p:nvPr/>
          </p:nvSpPr>
          <p:spPr>
            <a:xfrm>
              <a:off x="766584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58" name=""/>
          <p:cNvGrpSpPr/>
          <p:nvPr/>
        </p:nvGrpSpPr>
        <p:grpSpPr>
          <a:xfrm>
            <a:off x="2286000" y="4952880"/>
            <a:ext cx="461880" cy="200520"/>
            <a:chOff x="2286000" y="4952880"/>
            <a:chExt cx="461880" cy="200520"/>
          </a:xfrm>
        </p:grpSpPr>
        <p:sp>
          <p:nvSpPr>
            <p:cNvPr id="3759" name=""/>
            <p:cNvSpPr/>
            <p:nvPr/>
          </p:nvSpPr>
          <p:spPr>
            <a:xfrm>
              <a:off x="2286000" y="496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0" name=""/>
            <p:cNvSpPr/>
            <p:nvPr/>
          </p:nvSpPr>
          <p:spPr>
            <a:xfrm>
              <a:off x="241020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61" name=""/>
          <p:cNvGrpSpPr/>
          <p:nvPr/>
        </p:nvGrpSpPr>
        <p:grpSpPr>
          <a:xfrm>
            <a:off x="2590920" y="2438280"/>
            <a:ext cx="461160" cy="200520"/>
            <a:chOff x="2590920" y="2438280"/>
            <a:chExt cx="461160" cy="200520"/>
          </a:xfrm>
        </p:grpSpPr>
        <p:sp>
          <p:nvSpPr>
            <p:cNvPr id="3762" name=""/>
            <p:cNvSpPr/>
            <p:nvPr/>
          </p:nvSpPr>
          <p:spPr>
            <a:xfrm>
              <a:off x="2590920" y="2452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3" name=""/>
            <p:cNvSpPr/>
            <p:nvPr/>
          </p:nvSpPr>
          <p:spPr>
            <a:xfrm>
              <a:off x="271440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64" name=""/>
          <p:cNvGrpSpPr/>
          <p:nvPr/>
        </p:nvGrpSpPr>
        <p:grpSpPr>
          <a:xfrm>
            <a:off x="4343400" y="2362320"/>
            <a:ext cx="461520" cy="200520"/>
            <a:chOff x="4343400" y="2362320"/>
            <a:chExt cx="461520" cy="200520"/>
          </a:xfrm>
        </p:grpSpPr>
        <p:sp>
          <p:nvSpPr>
            <p:cNvPr id="3765" name=""/>
            <p:cNvSpPr/>
            <p:nvPr/>
          </p:nvSpPr>
          <p:spPr>
            <a:xfrm>
              <a:off x="4343400" y="23781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6" name=""/>
            <p:cNvSpPr/>
            <p:nvPr/>
          </p:nvSpPr>
          <p:spPr>
            <a:xfrm>
              <a:off x="4467240" y="236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67" name=""/>
          <p:cNvGrpSpPr/>
          <p:nvPr/>
        </p:nvGrpSpPr>
        <p:grpSpPr>
          <a:xfrm>
            <a:off x="5638680" y="1523880"/>
            <a:ext cx="461880" cy="200520"/>
            <a:chOff x="5638680" y="1523880"/>
            <a:chExt cx="461880" cy="200520"/>
          </a:xfrm>
        </p:grpSpPr>
        <p:sp>
          <p:nvSpPr>
            <p:cNvPr id="3768" name=""/>
            <p:cNvSpPr/>
            <p:nvPr/>
          </p:nvSpPr>
          <p:spPr>
            <a:xfrm>
              <a:off x="5638680" y="1537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9" name=""/>
            <p:cNvSpPr/>
            <p:nvPr/>
          </p:nvSpPr>
          <p:spPr>
            <a:xfrm>
              <a:off x="576288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70" name=""/>
          <p:cNvGrpSpPr/>
          <p:nvPr/>
        </p:nvGrpSpPr>
        <p:grpSpPr>
          <a:xfrm>
            <a:off x="5857920" y="6094440"/>
            <a:ext cx="461520" cy="200520"/>
            <a:chOff x="5857920" y="6094440"/>
            <a:chExt cx="461520" cy="200520"/>
          </a:xfrm>
        </p:grpSpPr>
        <p:sp>
          <p:nvSpPr>
            <p:cNvPr id="3771" name=""/>
            <p:cNvSpPr/>
            <p:nvPr/>
          </p:nvSpPr>
          <p:spPr>
            <a:xfrm>
              <a:off x="5857920" y="6108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72" name=""/>
            <p:cNvSpPr/>
            <p:nvPr/>
          </p:nvSpPr>
          <p:spPr>
            <a:xfrm>
              <a:off x="5981760" y="6094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73" name=""/>
          <p:cNvGrpSpPr/>
          <p:nvPr/>
        </p:nvGrpSpPr>
        <p:grpSpPr>
          <a:xfrm>
            <a:off x="3809880" y="457200"/>
            <a:ext cx="461880" cy="200520"/>
            <a:chOff x="3809880" y="457200"/>
            <a:chExt cx="461880" cy="200520"/>
          </a:xfrm>
        </p:grpSpPr>
        <p:sp>
          <p:nvSpPr>
            <p:cNvPr id="3774" name=""/>
            <p:cNvSpPr/>
            <p:nvPr/>
          </p:nvSpPr>
          <p:spPr>
            <a:xfrm>
              <a:off x="3809880" y="4730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75" name=""/>
            <p:cNvSpPr/>
            <p:nvPr/>
          </p:nvSpPr>
          <p:spPr>
            <a:xfrm>
              <a:off x="393408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76" name=""/>
          <p:cNvGrpSpPr/>
          <p:nvPr/>
        </p:nvGrpSpPr>
        <p:grpSpPr>
          <a:xfrm>
            <a:off x="380880" y="6248520"/>
            <a:ext cx="461880" cy="200520"/>
            <a:chOff x="380880" y="6248520"/>
            <a:chExt cx="461880" cy="200520"/>
          </a:xfrm>
        </p:grpSpPr>
        <p:sp>
          <p:nvSpPr>
            <p:cNvPr id="3777" name=""/>
            <p:cNvSpPr/>
            <p:nvPr/>
          </p:nvSpPr>
          <p:spPr>
            <a:xfrm>
              <a:off x="380880" y="626400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78" name=""/>
            <p:cNvSpPr/>
            <p:nvPr/>
          </p:nvSpPr>
          <p:spPr>
            <a:xfrm>
              <a:off x="50508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79" name=""/>
          <p:cNvGrpSpPr/>
          <p:nvPr/>
        </p:nvGrpSpPr>
        <p:grpSpPr>
          <a:xfrm>
            <a:off x="4724280" y="1219320"/>
            <a:ext cx="461520" cy="200520"/>
            <a:chOff x="4724280" y="1219320"/>
            <a:chExt cx="461520" cy="200520"/>
          </a:xfrm>
        </p:grpSpPr>
        <p:sp>
          <p:nvSpPr>
            <p:cNvPr id="3780" name=""/>
            <p:cNvSpPr/>
            <p:nvPr/>
          </p:nvSpPr>
          <p:spPr>
            <a:xfrm>
              <a:off x="4724280" y="1233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1" name=""/>
            <p:cNvSpPr/>
            <p:nvPr/>
          </p:nvSpPr>
          <p:spPr>
            <a:xfrm>
              <a:off x="484812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82" name=""/>
          <p:cNvGrpSpPr/>
          <p:nvPr/>
        </p:nvGrpSpPr>
        <p:grpSpPr>
          <a:xfrm>
            <a:off x="4495680" y="5410080"/>
            <a:ext cx="461880" cy="200520"/>
            <a:chOff x="4495680" y="5410080"/>
            <a:chExt cx="461880" cy="200520"/>
          </a:xfrm>
        </p:grpSpPr>
        <p:sp>
          <p:nvSpPr>
            <p:cNvPr id="3783" name=""/>
            <p:cNvSpPr/>
            <p:nvPr/>
          </p:nvSpPr>
          <p:spPr>
            <a:xfrm>
              <a:off x="4495680" y="5424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4" name=""/>
            <p:cNvSpPr/>
            <p:nvPr/>
          </p:nvSpPr>
          <p:spPr>
            <a:xfrm>
              <a:off x="4619880" y="5410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85" name=""/>
          <p:cNvGrpSpPr/>
          <p:nvPr/>
        </p:nvGrpSpPr>
        <p:grpSpPr>
          <a:xfrm>
            <a:off x="3124080" y="3809880"/>
            <a:ext cx="460440" cy="200520"/>
            <a:chOff x="3124080" y="3809880"/>
            <a:chExt cx="460440" cy="200520"/>
          </a:xfrm>
        </p:grpSpPr>
        <p:sp>
          <p:nvSpPr>
            <p:cNvPr id="3786" name=""/>
            <p:cNvSpPr/>
            <p:nvPr/>
          </p:nvSpPr>
          <p:spPr>
            <a:xfrm>
              <a:off x="3124080" y="38242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7" name=""/>
            <p:cNvSpPr/>
            <p:nvPr/>
          </p:nvSpPr>
          <p:spPr>
            <a:xfrm>
              <a:off x="324684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88" name=""/>
          <p:cNvGrpSpPr/>
          <p:nvPr/>
        </p:nvGrpSpPr>
        <p:grpSpPr>
          <a:xfrm>
            <a:off x="6629400" y="4419720"/>
            <a:ext cx="460080" cy="200520"/>
            <a:chOff x="6629400" y="4419720"/>
            <a:chExt cx="460080" cy="200520"/>
          </a:xfrm>
        </p:grpSpPr>
        <p:sp>
          <p:nvSpPr>
            <p:cNvPr id="3789" name=""/>
            <p:cNvSpPr/>
            <p:nvPr/>
          </p:nvSpPr>
          <p:spPr>
            <a:xfrm>
              <a:off x="6629400" y="44355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90" name=""/>
            <p:cNvSpPr/>
            <p:nvPr/>
          </p:nvSpPr>
          <p:spPr>
            <a:xfrm>
              <a:off x="675180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91" name=""/>
          <p:cNvGrpSpPr/>
          <p:nvPr/>
        </p:nvGrpSpPr>
        <p:grpSpPr>
          <a:xfrm>
            <a:off x="2743200" y="6324480"/>
            <a:ext cx="460080" cy="200520"/>
            <a:chOff x="2743200" y="6324480"/>
            <a:chExt cx="460080" cy="200520"/>
          </a:xfrm>
        </p:grpSpPr>
        <p:sp>
          <p:nvSpPr>
            <p:cNvPr id="3792" name=""/>
            <p:cNvSpPr/>
            <p:nvPr/>
          </p:nvSpPr>
          <p:spPr>
            <a:xfrm>
              <a:off x="2743200" y="63388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93" name=""/>
            <p:cNvSpPr/>
            <p:nvPr/>
          </p:nvSpPr>
          <p:spPr>
            <a:xfrm>
              <a:off x="286560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94" name=""/>
          <p:cNvGrpSpPr/>
          <p:nvPr/>
        </p:nvGrpSpPr>
        <p:grpSpPr>
          <a:xfrm>
            <a:off x="3733920" y="1469880"/>
            <a:ext cx="460080" cy="200520"/>
            <a:chOff x="3733920" y="1469880"/>
            <a:chExt cx="460080" cy="200520"/>
          </a:xfrm>
        </p:grpSpPr>
        <p:sp>
          <p:nvSpPr>
            <p:cNvPr id="3795" name=""/>
            <p:cNvSpPr/>
            <p:nvPr/>
          </p:nvSpPr>
          <p:spPr>
            <a:xfrm>
              <a:off x="3733920" y="14842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96" name=""/>
            <p:cNvSpPr/>
            <p:nvPr/>
          </p:nvSpPr>
          <p:spPr>
            <a:xfrm>
              <a:off x="3856320" y="146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97" name="Rounded Rectangle 3796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3798" name="Oval 3797"/>
          <p:cNvSpPr/>
          <p:nvPr/>
        </p:nvSpPr>
        <p:spPr>
          <a:xfrm>
            <a:off x="1633572" y="35446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9" name="Oval 3798"/>
          <p:cNvSpPr/>
          <p:nvPr/>
        </p:nvSpPr>
        <p:spPr>
          <a:xfrm>
            <a:off x="1663572" y="35746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800" name="Rounded Rectangle 3799"/>
          <p:cNvSpPr/>
          <p:nvPr/>
        </p:nvSpPr>
        <p:spPr>
          <a:xfrm>
            <a:off x="1833572" y="35596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801" name="Oval 3800"/>
          <p:cNvSpPr/>
          <p:nvPr/>
        </p:nvSpPr>
        <p:spPr>
          <a:xfrm>
            <a:off x="329291" y="32409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2" name="Oval 3801"/>
          <p:cNvSpPr/>
          <p:nvPr/>
        </p:nvSpPr>
        <p:spPr>
          <a:xfrm>
            <a:off x="359291" y="32709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803" name="Rounded Rectangle 3802"/>
          <p:cNvSpPr/>
          <p:nvPr/>
        </p:nvSpPr>
        <p:spPr>
          <a:xfrm>
            <a:off x="529291" y="32559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804" name="Oval 3803"/>
          <p:cNvSpPr/>
          <p:nvPr/>
        </p:nvSpPr>
        <p:spPr>
          <a:xfrm>
            <a:off x="1853533" y="72493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5" name="Oval 3804"/>
          <p:cNvSpPr/>
          <p:nvPr/>
        </p:nvSpPr>
        <p:spPr>
          <a:xfrm>
            <a:off x="1883533" y="75493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806" name="Rounded Rectangle 3805"/>
          <p:cNvSpPr/>
          <p:nvPr/>
        </p:nvSpPr>
        <p:spPr>
          <a:xfrm>
            <a:off x="2053533" y="73993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807" name="Oval 3806"/>
          <p:cNvSpPr/>
          <p:nvPr/>
        </p:nvSpPr>
        <p:spPr>
          <a:xfrm>
            <a:off x="5814800" y="2555176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8" name="Oval 3807"/>
          <p:cNvSpPr/>
          <p:nvPr/>
        </p:nvSpPr>
        <p:spPr>
          <a:xfrm>
            <a:off x="5844800" y="2585176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809" name="Rounded Rectangle 3808"/>
          <p:cNvSpPr/>
          <p:nvPr/>
        </p:nvSpPr>
        <p:spPr>
          <a:xfrm>
            <a:off x="6014800" y="2570176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810" name="Oval 3809"/>
          <p:cNvSpPr/>
          <p:nvPr/>
        </p:nvSpPr>
        <p:spPr>
          <a:xfrm>
            <a:off x="4825156" y="628873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1" name="Oval 3810"/>
          <p:cNvSpPr/>
          <p:nvPr/>
        </p:nvSpPr>
        <p:spPr>
          <a:xfrm>
            <a:off x="4855156" y="631873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812" name="Rounded Rectangle 3811"/>
          <p:cNvSpPr/>
          <p:nvPr/>
        </p:nvSpPr>
        <p:spPr>
          <a:xfrm>
            <a:off x="5025156" y="630373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813" name="Oval 3812"/>
          <p:cNvSpPr/>
          <p:nvPr/>
        </p:nvSpPr>
        <p:spPr>
          <a:xfrm>
            <a:off x="5282351" y="354410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4" name="Oval 3813"/>
          <p:cNvSpPr/>
          <p:nvPr/>
        </p:nvSpPr>
        <p:spPr>
          <a:xfrm>
            <a:off x="5312351" y="357410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815" name="Rounded Rectangle 3814"/>
          <p:cNvSpPr/>
          <p:nvPr/>
        </p:nvSpPr>
        <p:spPr>
          <a:xfrm>
            <a:off x="5482351" y="355910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816" name="Oval 3815"/>
          <p:cNvSpPr/>
          <p:nvPr/>
        </p:nvSpPr>
        <p:spPr>
          <a:xfrm>
            <a:off x="7491318" y="217321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7" name="Oval 3816"/>
          <p:cNvSpPr/>
          <p:nvPr/>
        </p:nvSpPr>
        <p:spPr>
          <a:xfrm>
            <a:off x="7521318" y="220321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818" name="Rounded Rectangle 3817"/>
          <p:cNvSpPr/>
          <p:nvPr/>
        </p:nvSpPr>
        <p:spPr>
          <a:xfrm>
            <a:off x="7691318" y="218821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819" name="Oval 3818"/>
          <p:cNvSpPr/>
          <p:nvPr/>
        </p:nvSpPr>
        <p:spPr>
          <a:xfrm>
            <a:off x="2234417" y="49171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0" name="Oval 3819"/>
          <p:cNvSpPr/>
          <p:nvPr/>
        </p:nvSpPr>
        <p:spPr>
          <a:xfrm>
            <a:off x="2264417" y="49471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821" name="Rounded Rectangle 3820"/>
          <p:cNvSpPr/>
          <p:nvPr/>
        </p:nvSpPr>
        <p:spPr>
          <a:xfrm>
            <a:off x="2434417" y="49321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822" name="Oval 3821"/>
          <p:cNvSpPr/>
          <p:nvPr/>
        </p:nvSpPr>
        <p:spPr>
          <a:xfrm>
            <a:off x="2539157" y="240110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3" name="Oval 3822"/>
          <p:cNvSpPr/>
          <p:nvPr/>
        </p:nvSpPr>
        <p:spPr>
          <a:xfrm>
            <a:off x="2569157" y="243110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824" name="Rounded Rectangle 3823"/>
          <p:cNvSpPr/>
          <p:nvPr/>
        </p:nvSpPr>
        <p:spPr>
          <a:xfrm>
            <a:off x="2739157" y="241610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825" name="Oval 3824"/>
          <p:cNvSpPr/>
          <p:nvPr/>
        </p:nvSpPr>
        <p:spPr>
          <a:xfrm>
            <a:off x="4291817" y="23256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6" name="Oval 3825"/>
          <p:cNvSpPr/>
          <p:nvPr/>
        </p:nvSpPr>
        <p:spPr>
          <a:xfrm>
            <a:off x="4321817" y="23556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827" name="Rounded Rectangle 3826"/>
          <p:cNvSpPr/>
          <p:nvPr/>
        </p:nvSpPr>
        <p:spPr>
          <a:xfrm>
            <a:off x="4491817" y="23406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828" name="Oval 3827"/>
          <p:cNvSpPr/>
          <p:nvPr/>
        </p:nvSpPr>
        <p:spPr>
          <a:xfrm>
            <a:off x="5587092" y="148634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9" name="Oval 3828"/>
          <p:cNvSpPr/>
          <p:nvPr/>
        </p:nvSpPr>
        <p:spPr>
          <a:xfrm>
            <a:off x="5617092" y="151634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830" name="Rounded Rectangle 3829"/>
          <p:cNvSpPr/>
          <p:nvPr/>
        </p:nvSpPr>
        <p:spPr>
          <a:xfrm>
            <a:off x="5787092" y="150134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831" name="Oval 3830"/>
          <p:cNvSpPr/>
          <p:nvPr/>
        </p:nvSpPr>
        <p:spPr>
          <a:xfrm>
            <a:off x="5806333" y="60572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2" name="Oval 3831"/>
          <p:cNvSpPr/>
          <p:nvPr/>
        </p:nvSpPr>
        <p:spPr>
          <a:xfrm>
            <a:off x="5836333" y="60872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833" name="Rounded Rectangle 3832"/>
          <p:cNvSpPr/>
          <p:nvPr/>
        </p:nvSpPr>
        <p:spPr>
          <a:xfrm>
            <a:off x="6006333" y="60722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834" name="Oval 3833"/>
          <p:cNvSpPr/>
          <p:nvPr/>
        </p:nvSpPr>
        <p:spPr>
          <a:xfrm>
            <a:off x="3758299" y="42055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5" name="Oval 3834"/>
          <p:cNvSpPr/>
          <p:nvPr/>
        </p:nvSpPr>
        <p:spPr>
          <a:xfrm>
            <a:off x="3788299" y="45055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836" name="Rounded Rectangle 3835"/>
          <p:cNvSpPr/>
          <p:nvPr/>
        </p:nvSpPr>
        <p:spPr>
          <a:xfrm>
            <a:off x="3958299" y="43555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837" name="Oval 3836"/>
          <p:cNvSpPr/>
          <p:nvPr/>
        </p:nvSpPr>
        <p:spPr>
          <a:xfrm>
            <a:off x="329291" y="621224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8" name="Oval 3837"/>
          <p:cNvSpPr/>
          <p:nvPr/>
        </p:nvSpPr>
        <p:spPr>
          <a:xfrm>
            <a:off x="359291" y="624224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839" name="Rounded Rectangle 3838"/>
          <p:cNvSpPr/>
          <p:nvPr/>
        </p:nvSpPr>
        <p:spPr>
          <a:xfrm>
            <a:off x="529291" y="622724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840" name="Oval 3839"/>
          <p:cNvSpPr/>
          <p:nvPr/>
        </p:nvSpPr>
        <p:spPr>
          <a:xfrm>
            <a:off x="4672690" y="11821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1" name="Oval 3840"/>
          <p:cNvSpPr/>
          <p:nvPr/>
        </p:nvSpPr>
        <p:spPr>
          <a:xfrm>
            <a:off x="4702690" y="12121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842" name="Rounded Rectangle 3841"/>
          <p:cNvSpPr/>
          <p:nvPr/>
        </p:nvSpPr>
        <p:spPr>
          <a:xfrm>
            <a:off x="4872690" y="11971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843" name="Oval 3842"/>
          <p:cNvSpPr/>
          <p:nvPr/>
        </p:nvSpPr>
        <p:spPr>
          <a:xfrm>
            <a:off x="4444092" y="537289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4" name="Oval 3843"/>
          <p:cNvSpPr/>
          <p:nvPr/>
        </p:nvSpPr>
        <p:spPr>
          <a:xfrm>
            <a:off x="4474092" y="540289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845" name="Rounded Rectangle 3844"/>
          <p:cNvSpPr/>
          <p:nvPr/>
        </p:nvSpPr>
        <p:spPr>
          <a:xfrm>
            <a:off x="4644092" y="538789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846" name="Oval 3845"/>
          <p:cNvSpPr/>
          <p:nvPr/>
        </p:nvSpPr>
        <p:spPr>
          <a:xfrm>
            <a:off x="3071776" y="377269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7" name="Oval 3846"/>
          <p:cNvSpPr/>
          <p:nvPr/>
        </p:nvSpPr>
        <p:spPr>
          <a:xfrm>
            <a:off x="3101776" y="380269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848" name="Rounded Rectangle 3847"/>
          <p:cNvSpPr/>
          <p:nvPr/>
        </p:nvSpPr>
        <p:spPr>
          <a:xfrm>
            <a:off x="3271776" y="378769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849" name="Oval 3848"/>
          <p:cNvSpPr/>
          <p:nvPr/>
        </p:nvSpPr>
        <p:spPr>
          <a:xfrm>
            <a:off x="6577096" y="438397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0" name="Oval 3849"/>
          <p:cNvSpPr/>
          <p:nvPr/>
        </p:nvSpPr>
        <p:spPr>
          <a:xfrm>
            <a:off x="6607096" y="441397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851" name="Rounded Rectangle 3850"/>
          <p:cNvSpPr/>
          <p:nvPr/>
        </p:nvSpPr>
        <p:spPr>
          <a:xfrm>
            <a:off x="6777096" y="439897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852" name="Oval 3851"/>
          <p:cNvSpPr/>
          <p:nvPr/>
        </p:nvSpPr>
        <p:spPr>
          <a:xfrm>
            <a:off x="2690712" y="628729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3" name="Oval 3852"/>
          <p:cNvSpPr/>
          <p:nvPr/>
        </p:nvSpPr>
        <p:spPr>
          <a:xfrm>
            <a:off x="2720712" y="631729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854" name="Rounded Rectangle 3853"/>
          <p:cNvSpPr/>
          <p:nvPr/>
        </p:nvSpPr>
        <p:spPr>
          <a:xfrm>
            <a:off x="2890712" y="630229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855" name="Oval 3854"/>
          <p:cNvSpPr/>
          <p:nvPr/>
        </p:nvSpPr>
        <p:spPr>
          <a:xfrm>
            <a:off x="3681437" y="143270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6" name="Oval 3855"/>
          <p:cNvSpPr/>
          <p:nvPr/>
        </p:nvSpPr>
        <p:spPr>
          <a:xfrm>
            <a:off x="3711437" y="146270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857" name="Rounded Rectangle 3856"/>
          <p:cNvSpPr/>
          <p:nvPr/>
        </p:nvSpPr>
        <p:spPr>
          <a:xfrm>
            <a:off x="3881437" y="144770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"/>
          <p:cNvSpPr/>
          <p:nvPr/>
        </p:nvSpPr>
        <p:spPr>
          <a:xfrm>
            <a:off x="3090960" y="50760"/>
            <a:ext cx="29620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39: UUWW | RWY 24 | STAR GIS24R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8" name=""/>
          <p:cNvSpPr/>
          <p:nvPr/>
        </p:nvSpPr>
        <p:spPr>
          <a:xfrm>
            <a:off x="4227480" y="1639800"/>
            <a:ext cx="109440" cy="560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9" name=""/>
          <p:cNvSpPr/>
          <p:nvPr/>
        </p:nvSpPr>
        <p:spPr>
          <a:xfrm>
            <a:off x="4336920" y="2200320"/>
            <a:ext cx="108000" cy="555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0" name=""/>
          <p:cNvSpPr/>
          <p:nvPr/>
        </p:nvSpPr>
        <p:spPr>
          <a:xfrm flipH="1">
            <a:off x="4269960" y="2755800"/>
            <a:ext cx="174600" cy="142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1" name=""/>
          <p:cNvSpPr/>
          <p:nvPr/>
        </p:nvSpPr>
        <p:spPr>
          <a:xfrm>
            <a:off x="4270320" y="4178160"/>
            <a:ext cx="55440" cy="398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2" name=""/>
          <p:cNvSpPr/>
          <p:nvPr/>
        </p:nvSpPr>
        <p:spPr>
          <a:xfrm>
            <a:off x="4325760" y="4576680"/>
            <a:ext cx="55800" cy="397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3" name=""/>
          <p:cNvSpPr/>
          <p:nvPr/>
        </p:nvSpPr>
        <p:spPr>
          <a:xfrm>
            <a:off x="4381560" y="4973760"/>
            <a:ext cx="55440" cy="396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4" name=""/>
          <p:cNvSpPr/>
          <p:nvPr/>
        </p:nvSpPr>
        <p:spPr>
          <a:xfrm flipV="1">
            <a:off x="4437000" y="5303520"/>
            <a:ext cx="479520" cy="66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5" name=""/>
          <p:cNvSpPr/>
          <p:nvPr/>
        </p:nvSpPr>
        <p:spPr>
          <a:xfrm flipH="1" flipV="1">
            <a:off x="4861080" y="4906440"/>
            <a:ext cx="55440" cy="397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6" name=""/>
          <p:cNvSpPr/>
          <p:nvPr/>
        </p:nvSpPr>
        <p:spPr>
          <a:xfrm flipH="1" flipV="1">
            <a:off x="4803480" y="4508640"/>
            <a:ext cx="57240" cy="398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7" name=""/>
          <p:cNvSpPr/>
          <p:nvPr/>
        </p:nvSpPr>
        <p:spPr>
          <a:xfrm flipH="1" flipV="1">
            <a:off x="4747680" y="4111200"/>
            <a:ext cx="55800" cy="397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8" name=""/>
          <p:cNvSpPr/>
          <p:nvPr/>
        </p:nvSpPr>
        <p:spPr>
          <a:xfrm flipH="1" flipV="1">
            <a:off x="4692600" y="3714840"/>
            <a:ext cx="55440" cy="396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9" name=""/>
          <p:cNvSpPr/>
          <p:nvPr/>
        </p:nvSpPr>
        <p:spPr>
          <a:xfrm flipH="1" flipV="1">
            <a:off x="4637160" y="3315960"/>
            <a:ext cx="55440" cy="398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0" name=""/>
          <p:cNvSpPr/>
          <p:nvPr/>
        </p:nvSpPr>
        <p:spPr>
          <a:xfrm flipV="1">
            <a:off x="4637160" y="2815920"/>
            <a:ext cx="69840" cy="500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1" name=""/>
          <p:cNvSpPr/>
          <p:nvPr/>
        </p:nvSpPr>
        <p:spPr>
          <a:xfrm flipV="1">
            <a:off x="4707000" y="2522520"/>
            <a:ext cx="79200" cy="293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2" name=""/>
          <p:cNvSpPr/>
          <p:nvPr/>
        </p:nvSpPr>
        <p:spPr>
          <a:xfrm flipH="1" flipV="1">
            <a:off x="4708440" y="2320920"/>
            <a:ext cx="77760" cy="201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3" name=""/>
          <p:cNvSpPr/>
          <p:nvPr/>
        </p:nvSpPr>
        <p:spPr>
          <a:xfrm flipH="1" flipV="1">
            <a:off x="4584600" y="2252520"/>
            <a:ext cx="123840" cy="68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4" name=""/>
          <p:cNvSpPr/>
          <p:nvPr/>
        </p:nvSpPr>
        <p:spPr>
          <a:xfrm flipH="1">
            <a:off x="4533480" y="2252520"/>
            <a:ext cx="50760" cy="30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5" name=""/>
          <p:cNvSpPr/>
          <p:nvPr/>
        </p:nvSpPr>
        <p:spPr>
          <a:xfrm flipH="1">
            <a:off x="4281120" y="2282760"/>
            <a:ext cx="252360" cy="157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16" name=""/>
          <p:cNvGrpSpPr/>
          <p:nvPr/>
        </p:nvGrpSpPr>
        <p:grpSpPr>
          <a:xfrm>
            <a:off x="4164120" y="1576440"/>
            <a:ext cx="565560" cy="200520"/>
            <a:chOff x="4164120" y="1576440"/>
            <a:chExt cx="565560" cy="200520"/>
          </a:xfrm>
        </p:grpSpPr>
        <p:sp>
          <p:nvSpPr>
            <p:cNvPr id="3817" name=""/>
            <p:cNvSpPr/>
            <p:nvPr/>
          </p:nvSpPr>
          <p:spPr>
            <a:xfrm>
              <a:off x="4164120" y="1576440"/>
              <a:ext cx="12672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18" name=""/>
            <p:cNvSpPr/>
            <p:nvPr/>
          </p:nvSpPr>
          <p:spPr>
            <a:xfrm>
              <a:off x="4309560" y="157644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GISIN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19" name=""/>
          <p:cNvGrpSpPr/>
          <p:nvPr/>
        </p:nvGrpSpPr>
        <p:grpSpPr>
          <a:xfrm>
            <a:off x="4286160" y="2136600"/>
            <a:ext cx="547920" cy="200520"/>
            <a:chOff x="4286160" y="2136600"/>
            <a:chExt cx="547920" cy="200520"/>
          </a:xfrm>
        </p:grpSpPr>
        <p:sp>
          <p:nvSpPr>
            <p:cNvPr id="3820" name=""/>
            <p:cNvSpPr/>
            <p:nvPr/>
          </p:nvSpPr>
          <p:spPr>
            <a:xfrm>
              <a:off x="4286160" y="2149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21" name=""/>
            <p:cNvSpPr/>
            <p:nvPr/>
          </p:nvSpPr>
          <p:spPr>
            <a:xfrm>
              <a:off x="4398840" y="213660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OKLIT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22" name=""/>
          <p:cNvGrpSpPr/>
          <p:nvPr/>
        </p:nvGrpSpPr>
        <p:grpSpPr>
          <a:xfrm>
            <a:off x="4394160" y="2692440"/>
            <a:ext cx="577800" cy="200520"/>
            <a:chOff x="4394160" y="2692440"/>
            <a:chExt cx="577800" cy="200520"/>
          </a:xfrm>
        </p:grpSpPr>
        <p:sp>
          <p:nvSpPr>
            <p:cNvPr id="3823" name=""/>
            <p:cNvSpPr/>
            <p:nvPr/>
          </p:nvSpPr>
          <p:spPr>
            <a:xfrm>
              <a:off x="4394160" y="2705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24" name=""/>
            <p:cNvSpPr/>
            <p:nvPr/>
          </p:nvSpPr>
          <p:spPr>
            <a:xfrm>
              <a:off x="4477320" y="26924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TURUG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25" name=""/>
          <p:cNvGrpSpPr/>
          <p:nvPr/>
        </p:nvGrpSpPr>
        <p:grpSpPr>
          <a:xfrm>
            <a:off x="4219560" y="4114800"/>
            <a:ext cx="577800" cy="200520"/>
            <a:chOff x="4219560" y="4114800"/>
            <a:chExt cx="577800" cy="200520"/>
          </a:xfrm>
        </p:grpSpPr>
        <p:sp>
          <p:nvSpPr>
            <p:cNvPr id="3826" name=""/>
            <p:cNvSpPr/>
            <p:nvPr/>
          </p:nvSpPr>
          <p:spPr>
            <a:xfrm>
              <a:off x="4219560" y="41274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27" name=""/>
            <p:cNvSpPr/>
            <p:nvPr/>
          </p:nvSpPr>
          <p:spPr>
            <a:xfrm>
              <a:off x="4302720" y="411480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WW521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28" name=""/>
          <p:cNvGrpSpPr/>
          <p:nvPr/>
        </p:nvGrpSpPr>
        <p:grpSpPr>
          <a:xfrm>
            <a:off x="4275000" y="4513320"/>
            <a:ext cx="577800" cy="200520"/>
            <a:chOff x="4275000" y="4513320"/>
            <a:chExt cx="577800" cy="200520"/>
          </a:xfrm>
        </p:grpSpPr>
        <p:sp>
          <p:nvSpPr>
            <p:cNvPr id="3829" name=""/>
            <p:cNvSpPr/>
            <p:nvPr/>
          </p:nvSpPr>
          <p:spPr>
            <a:xfrm>
              <a:off x="4275000" y="452592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30" name=""/>
            <p:cNvSpPr/>
            <p:nvPr/>
          </p:nvSpPr>
          <p:spPr>
            <a:xfrm>
              <a:off x="4358160" y="45133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WW522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31" name=""/>
          <p:cNvGrpSpPr/>
          <p:nvPr/>
        </p:nvGrpSpPr>
        <p:grpSpPr>
          <a:xfrm>
            <a:off x="4330800" y="4910040"/>
            <a:ext cx="577440" cy="200520"/>
            <a:chOff x="4330800" y="4910040"/>
            <a:chExt cx="577440" cy="200520"/>
          </a:xfrm>
        </p:grpSpPr>
        <p:sp>
          <p:nvSpPr>
            <p:cNvPr id="3832" name=""/>
            <p:cNvSpPr/>
            <p:nvPr/>
          </p:nvSpPr>
          <p:spPr>
            <a:xfrm>
              <a:off x="4330800" y="49230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33" name=""/>
            <p:cNvSpPr/>
            <p:nvPr/>
          </p:nvSpPr>
          <p:spPr>
            <a:xfrm>
              <a:off x="4413600" y="49100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WW523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34" name=""/>
          <p:cNvGrpSpPr/>
          <p:nvPr/>
        </p:nvGrpSpPr>
        <p:grpSpPr>
          <a:xfrm>
            <a:off x="4386240" y="5307120"/>
            <a:ext cx="577800" cy="200520"/>
            <a:chOff x="4386240" y="5307120"/>
            <a:chExt cx="577800" cy="200520"/>
          </a:xfrm>
        </p:grpSpPr>
        <p:sp>
          <p:nvSpPr>
            <p:cNvPr id="3835" name=""/>
            <p:cNvSpPr/>
            <p:nvPr/>
          </p:nvSpPr>
          <p:spPr>
            <a:xfrm>
              <a:off x="438624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36" name=""/>
            <p:cNvSpPr/>
            <p:nvPr/>
          </p:nvSpPr>
          <p:spPr>
            <a:xfrm>
              <a:off x="4469400" y="53071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37" name=""/>
          <p:cNvGrpSpPr/>
          <p:nvPr/>
        </p:nvGrpSpPr>
        <p:grpSpPr>
          <a:xfrm>
            <a:off x="4865760" y="5240160"/>
            <a:ext cx="577440" cy="200520"/>
            <a:chOff x="4865760" y="5240160"/>
            <a:chExt cx="577440" cy="200520"/>
          </a:xfrm>
        </p:grpSpPr>
        <p:sp>
          <p:nvSpPr>
            <p:cNvPr id="3838" name=""/>
            <p:cNvSpPr/>
            <p:nvPr/>
          </p:nvSpPr>
          <p:spPr>
            <a:xfrm>
              <a:off x="4865760" y="5253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39" name=""/>
            <p:cNvSpPr/>
            <p:nvPr/>
          </p:nvSpPr>
          <p:spPr>
            <a:xfrm>
              <a:off x="4948560" y="524016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WW525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40" name=""/>
          <p:cNvGrpSpPr/>
          <p:nvPr/>
        </p:nvGrpSpPr>
        <p:grpSpPr>
          <a:xfrm>
            <a:off x="4819680" y="4843440"/>
            <a:ext cx="556920" cy="200520"/>
            <a:chOff x="4819680" y="4843440"/>
            <a:chExt cx="556920" cy="200520"/>
          </a:xfrm>
        </p:grpSpPr>
        <p:sp>
          <p:nvSpPr>
            <p:cNvPr id="3841" name=""/>
            <p:cNvSpPr/>
            <p:nvPr/>
          </p:nvSpPr>
          <p:spPr>
            <a:xfrm>
              <a:off x="4819680" y="48657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2" name=""/>
            <p:cNvSpPr/>
            <p:nvPr/>
          </p:nvSpPr>
          <p:spPr>
            <a:xfrm>
              <a:off x="4881960" y="48434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WW505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43" name=""/>
          <p:cNvGrpSpPr/>
          <p:nvPr/>
        </p:nvGrpSpPr>
        <p:grpSpPr>
          <a:xfrm>
            <a:off x="4764240" y="4444920"/>
            <a:ext cx="556920" cy="200520"/>
            <a:chOff x="4764240" y="4444920"/>
            <a:chExt cx="556920" cy="200520"/>
          </a:xfrm>
        </p:grpSpPr>
        <p:sp>
          <p:nvSpPr>
            <p:cNvPr id="3844" name=""/>
            <p:cNvSpPr/>
            <p:nvPr/>
          </p:nvSpPr>
          <p:spPr>
            <a:xfrm>
              <a:off x="4764240" y="446868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5" name=""/>
            <p:cNvSpPr/>
            <p:nvPr/>
          </p:nvSpPr>
          <p:spPr>
            <a:xfrm>
              <a:off x="4826520" y="44449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WW504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46" name=""/>
          <p:cNvGrpSpPr/>
          <p:nvPr/>
        </p:nvGrpSpPr>
        <p:grpSpPr>
          <a:xfrm>
            <a:off x="4708440" y="4048200"/>
            <a:ext cx="499680" cy="200520"/>
            <a:chOff x="4708440" y="4048200"/>
            <a:chExt cx="499680" cy="200520"/>
          </a:xfrm>
        </p:grpSpPr>
        <p:sp>
          <p:nvSpPr>
            <p:cNvPr id="3847" name=""/>
            <p:cNvSpPr/>
            <p:nvPr/>
          </p:nvSpPr>
          <p:spPr>
            <a:xfrm>
              <a:off x="4708440" y="407052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8" name=""/>
            <p:cNvSpPr/>
            <p:nvPr/>
          </p:nvSpPr>
          <p:spPr>
            <a:xfrm>
              <a:off x="4777560" y="404820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DRNB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49" name=""/>
          <p:cNvGrpSpPr/>
          <p:nvPr/>
        </p:nvGrpSpPr>
        <p:grpSpPr>
          <a:xfrm>
            <a:off x="4651200" y="3651120"/>
            <a:ext cx="558720" cy="200520"/>
            <a:chOff x="4651200" y="3651120"/>
            <a:chExt cx="558720" cy="200520"/>
          </a:xfrm>
        </p:grpSpPr>
        <p:sp>
          <p:nvSpPr>
            <p:cNvPr id="3850" name=""/>
            <p:cNvSpPr/>
            <p:nvPr/>
          </p:nvSpPr>
          <p:spPr>
            <a:xfrm>
              <a:off x="4651200" y="3673440"/>
              <a:ext cx="828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51" name=""/>
            <p:cNvSpPr/>
            <p:nvPr/>
          </p:nvSpPr>
          <p:spPr>
            <a:xfrm>
              <a:off x="4715280" y="36511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WW502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52" name=""/>
          <p:cNvGrpSpPr/>
          <p:nvPr/>
        </p:nvGrpSpPr>
        <p:grpSpPr>
          <a:xfrm>
            <a:off x="4595760" y="3252960"/>
            <a:ext cx="556920" cy="200520"/>
            <a:chOff x="4595760" y="3252960"/>
            <a:chExt cx="556920" cy="200520"/>
          </a:xfrm>
        </p:grpSpPr>
        <p:sp>
          <p:nvSpPr>
            <p:cNvPr id="3853" name=""/>
            <p:cNvSpPr/>
            <p:nvPr/>
          </p:nvSpPr>
          <p:spPr>
            <a:xfrm>
              <a:off x="4595760" y="32767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54" name=""/>
            <p:cNvSpPr/>
            <p:nvPr/>
          </p:nvSpPr>
          <p:spPr>
            <a:xfrm>
              <a:off x="4658040" y="325296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WW501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55" name=""/>
          <p:cNvGrpSpPr/>
          <p:nvPr/>
        </p:nvGrpSpPr>
        <p:grpSpPr>
          <a:xfrm>
            <a:off x="4656240" y="2752560"/>
            <a:ext cx="552960" cy="200520"/>
            <a:chOff x="4656240" y="2752560"/>
            <a:chExt cx="552960" cy="200520"/>
          </a:xfrm>
        </p:grpSpPr>
        <p:sp>
          <p:nvSpPr>
            <p:cNvPr id="3856" name=""/>
            <p:cNvSpPr/>
            <p:nvPr/>
          </p:nvSpPr>
          <p:spPr>
            <a:xfrm>
              <a:off x="4656240" y="27655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57" name=""/>
            <p:cNvSpPr/>
            <p:nvPr/>
          </p:nvSpPr>
          <p:spPr>
            <a:xfrm>
              <a:off x="4763160" y="275256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OSTIS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58" name=""/>
          <p:cNvGrpSpPr/>
          <p:nvPr/>
        </p:nvGrpSpPr>
        <p:grpSpPr>
          <a:xfrm>
            <a:off x="4735440" y="2459160"/>
            <a:ext cx="558000" cy="200520"/>
            <a:chOff x="4735440" y="2459160"/>
            <a:chExt cx="558000" cy="200520"/>
          </a:xfrm>
        </p:grpSpPr>
        <p:sp>
          <p:nvSpPr>
            <p:cNvPr id="3859" name=""/>
            <p:cNvSpPr/>
            <p:nvPr/>
          </p:nvSpPr>
          <p:spPr>
            <a:xfrm>
              <a:off x="4735440" y="24717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0" name=""/>
            <p:cNvSpPr/>
            <p:nvPr/>
          </p:nvSpPr>
          <p:spPr>
            <a:xfrm>
              <a:off x="4838400" y="245916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290OB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61" name=""/>
          <p:cNvGrpSpPr/>
          <p:nvPr/>
        </p:nvGrpSpPr>
        <p:grpSpPr>
          <a:xfrm>
            <a:off x="4668840" y="2257560"/>
            <a:ext cx="537120" cy="200520"/>
            <a:chOff x="4668840" y="2257560"/>
            <a:chExt cx="537120" cy="200520"/>
          </a:xfrm>
        </p:grpSpPr>
        <p:sp>
          <p:nvSpPr>
            <p:cNvPr id="3862" name=""/>
            <p:cNvSpPr/>
            <p:nvPr/>
          </p:nvSpPr>
          <p:spPr>
            <a:xfrm>
              <a:off x="4668840" y="2279520"/>
              <a:ext cx="81000" cy="828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2240" bIns="12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3" name=""/>
            <p:cNvSpPr/>
            <p:nvPr/>
          </p:nvSpPr>
          <p:spPr>
            <a:xfrm>
              <a:off x="4750920" y="225756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258OB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64" name=""/>
          <p:cNvGrpSpPr/>
          <p:nvPr/>
        </p:nvGrpSpPr>
        <p:grpSpPr>
          <a:xfrm>
            <a:off x="4545000" y="2189160"/>
            <a:ext cx="482040" cy="200520"/>
            <a:chOff x="4545000" y="2189160"/>
            <a:chExt cx="482040" cy="200520"/>
          </a:xfrm>
        </p:grpSpPr>
        <p:sp>
          <p:nvSpPr>
            <p:cNvPr id="3865" name=""/>
            <p:cNvSpPr/>
            <p:nvPr/>
          </p:nvSpPr>
          <p:spPr>
            <a:xfrm>
              <a:off x="4545000" y="22114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6" name=""/>
            <p:cNvSpPr/>
            <p:nvPr/>
          </p:nvSpPr>
          <p:spPr>
            <a:xfrm>
              <a:off x="4631400" y="2189160"/>
              <a:ext cx="395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67" name=""/>
          <p:cNvGrpSpPr/>
          <p:nvPr/>
        </p:nvGrpSpPr>
        <p:grpSpPr>
          <a:xfrm>
            <a:off x="4494240" y="2219400"/>
            <a:ext cx="477360" cy="200520"/>
            <a:chOff x="4494240" y="2219400"/>
            <a:chExt cx="477360" cy="200520"/>
          </a:xfrm>
        </p:grpSpPr>
        <p:sp>
          <p:nvSpPr>
            <p:cNvPr id="3868" name=""/>
            <p:cNvSpPr/>
            <p:nvPr/>
          </p:nvSpPr>
          <p:spPr>
            <a:xfrm>
              <a:off x="4494240" y="22431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9" name=""/>
            <p:cNvSpPr/>
            <p:nvPr/>
          </p:nvSpPr>
          <p:spPr>
            <a:xfrm>
              <a:off x="4584960" y="221940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FF24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70" name=""/>
          <p:cNvGrpSpPr/>
          <p:nvPr/>
        </p:nvGrpSpPr>
        <p:grpSpPr>
          <a:xfrm>
            <a:off x="4218120" y="2376360"/>
            <a:ext cx="543240" cy="200520"/>
            <a:chOff x="4218120" y="2376360"/>
            <a:chExt cx="543240" cy="200520"/>
          </a:xfrm>
        </p:grpSpPr>
        <p:sp>
          <p:nvSpPr>
            <p:cNvPr id="3871" name=""/>
            <p:cNvSpPr/>
            <p:nvPr/>
          </p:nvSpPr>
          <p:spPr>
            <a:xfrm>
              <a:off x="4218120" y="2376360"/>
              <a:ext cx="12672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2" name=""/>
            <p:cNvSpPr/>
            <p:nvPr/>
          </p:nvSpPr>
          <p:spPr>
            <a:xfrm>
              <a:off x="4335120" y="23763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73" name=""/>
          <p:cNvGrpSpPr/>
          <p:nvPr/>
        </p:nvGrpSpPr>
        <p:grpSpPr>
          <a:xfrm>
            <a:off x="4970520" y="736560"/>
            <a:ext cx="468720" cy="200520"/>
            <a:chOff x="4970520" y="736560"/>
            <a:chExt cx="468720" cy="200520"/>
          </a:xfrm>
        </p:grpSpPr>
        <p:sp>
          <p:nvSpPr>
            <p:cNvPr id="3874" name=""/>
            <p:cNvSpPr/>
            <p:nvPr/>
          </p:nvSpPr>
          <p:spPr>
            <a:xfrm>
              <a:off x="4970520" y="750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5" name=""/>
            <p:cNvSpPr/>
            <p:nvPr/>
          </p:nvSpPr>
          <p:spPr>
            <a:xfrm>
              <a:off x="5101560" y="736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76" name=""/>
          <p:cNvGrpSpPr/>
          <p:nvPr/>
        </p:nvGrpSpPr>
        <p:grpSpPr>
          <a:xfrm>
            <a:off x="5638680" y="5486400"/>
            <a:ext cx="461520" cy="200520"/>
            <a:chOff x="5638680" y="5486400"/>
            <a:chExt cx="461520" cy="200520"/>
          </a:xfrm>
        </p:grpSpPr>
        <p:sp>
          <p:nvSpPr>
            <p:cNvPr id="3877" name=""/>
            <p:cNvSpPr/>
            <p:nvPr/>
          </p:nvSpPr>
          <p:spPr>
            <a:xfrm>
              <a:off x="5638680" y="5502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8" name=""/>
            <p:cNvSpPr/>
            <p:nvPr/>
          </p:nvSpPr>
          <p:spPr>
            <a:xfrm>
              <a:off x="576252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79" name=""/>
          <p:cNvGrpSpPr/>
          <p:nvPr/>
        </p:nvGrpSpPr>
        <p:grpSpPr>
          <a:xfrm>
            <a:off x="5105520" y="6400800"/>
            <a:ext cx="461520" cy="200520"/>
            <a:chOff x="5105520" y="6400800"/>
            <a:chExt cx="461520" cy="200520"/>
          </a:xfrm>
        </p:grpSpPr>
        <p:sp>
          <p:nvSpPr>
            <p:cNvPr id="3880" name=""/>
            <p:cNvSpPr/>
            <p:nvPr/>
          </p:nvSpPr>
          <p:spPr>
            <a:xfrm>
              <a:off x="5105520" y="6415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1" name=""/>
            <p:cNvSpPr/>
            <p:nvPr/>
          </p:nvSpPr>
          <p:spPr>
            <a:xfrm>
              <a:off x="522936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82" name=""/>
          <p:cNvGrpSpPr/>
          <p:nvPr/>
        </p:nvGrpSpPr>
        <p:grpSpPr>
          <a:xfrm>
            <a:off x="4083120" y="744480"/>
            <a:ext cx="468720" cy="200520"/>
            <a:chOff x="4083120" y="744480"/>
            <a:chExt cx="468720" cy="200520"/>
          </a:xfrm>
        </p:grpSpPr>
        <p:sp>
          <p:nvSpPr>
            <p:cNvPr id="3883" name=""/>
            <p:cNvSpPr/>
            <p:nvPr/>
          </p:nvSpPr>
          <p:spPr>
            <a:xfrm>
              <a:off x="4083120" y="760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4" name=""/>
            <p:cNvSpPr/>
            <p:nvPr/>
          </p:nvSpPr>
          <p:spPr>
            <a:xfrm>
              <a:off x="4214160" y="74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85" name=""/>
          <p:cNvGrpSpPr/>
          <p:nvPr/>
        </p:nvGrpSpPr>
        <p:grpSpPr>
          <a:xfrm>
            <a:off x="5099040" y="1630440"/>
            <a:ext cx="461520" cy="200520"/>
            <a:chOff x="5099040" y="1630440"/>
            <a:chExt cx="461520" cy="200520"/>
          </a:xfrm>
        </p:grpSpPr>
        <p:sp>
          <p:nvSpPr>
            <p:cNvPr id="3886" name=""/>
            <p:cNvSpPr/>
            <p:nvPr/>
          </p:nvSpPr>
          <p:spPr>
            <a:xfrm>
              <a:off x="5099040" y="1644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7" name=""/>
            <p:cNvSpPr/>
            <p:nvPr/>
          </p:nvSpPr>
          <p:spPr>
            <a:xfrm>
              <a:off x="5222880" y="1630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88" name=""/>
          <p:cNvGrpSpPr/>
          <p:nvPr/>
        </p:nvGrpSpPr>
        <p:grpSpPr>
          <a:xfrm>
            <a:off x="3200400" y="3276720"/>
            <a:ext cx="461520" cy="200520"/>
            <a:chOff x="3200400" y="3276720"/>
            <a:chExt cx="461520" cy="200520"/>
          </a:xfrm>
        </p:grpSpPr>
        <p:sp>
          <p:nvSpPr>
            <p:cNvPr id="3889" name=""/>
            <p:cNvSpPr/>
            <p:nvPr/>
          </p:nvSpPr>
          <p:spPr>
            <a:xfrm>
              <a:off x="3200400" y="3292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0" name=""/>
            <p:cNvSpPr/>
            <p:nvPr/>
          </p:nvSpPr>
          <p:spPr>
            <a:xfrm>
              <a:off x="3324240" y="327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91" name=""/>
          <p:cNvGrpSpPr/>
          <p:nvPr/>
        </p:nvGrpSpPr>
        <p:grpSpPr>
          <a:xfrm>
            <a:off x="1828800" y="2438280"/>
            <a:ext cx="459720" cy="200520"/>
            <a:chOff x="1828800" y="2438280"/>
            <a:chExt cx="459720" cy="200520"/>
          </a:xfrm>
        </p:grpSpPr>
        <p:sp>
          <p:nvSpPr>
            <p:cNvPr id="3892" name=""/>
            <p:cNvSpPr/>
            <p:nvPr/>
          </p:nvSpPr>
          <p:spPr>
            <a:xfrm>
              <a:off x="1828800" y="2454480"/>
              <a:ext cx="950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3" name=""/>
            <p:cNvSpPr/>
            <p:nvPr/>
          </p:nvSpPr>
          <p:spPr>
            <a:xfrm>
              <a:off x="195084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94" name=""/>
          <p:cNvGrpSpPr/>
          <p:nvPr/>
        </p:nvGrpSpPr>
        <p:grpSpPr>
          <a:xfrm>
            <a:off x="2971800" y="5334120"/>
            <a:ext cx="460080" cy="200520"/>
            <a:chOff x="2971800" y="5334120"/>
            <a:chExt cx="460080" cy="200520"/>
          </a:xfrm>
        </p:grpSpPr>
        <p:sp>
          <p:nvSpPr>
            <p:cNvPr id="3895" name=""/>
            <p:cNvSpPr/>
            <p:nvPr/>
          </p:nvSpPr>
          <p:spPr>
            <a:xfrm>
              <a:off x="2971800" y="53499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6" name=""/>
            <p:cNvSpPr/>
            <p:nvPr/>
          </p:nvSpPr>
          <p:spPr>
            <a:xfrm>
              <a:off x="309420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97" name=""/>
          <p:cNvGrpSpPr/>
          <p:nvPr/>
        </p:nvGrpSpPr>
        <p:grpSpPr>
          <a:xfrm>
            <a:off x="6934320" y="1143000"/>
            <a:ext cx="461520" cy="200520"/>
            <a:chOff x="6934320" y="1143000"/>
            <a:chExt cx="461520" cy="200520"/>
          </a:xfrm>
        </p:grpSpPr>
        <p:sp>
          <p:nvSpPr>
            <p:cNvPr id="3898" name=""/>
            <p:cNvSpPr/>
            <p:nvPr/>
          </p:nvSpPr>
          <p:spPr>
            <a:xfrm>
              <a:off x="6934320" y="1158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9" name=""/>
            <p:cNvSpPr/>
            <p:nvPr/>
          </p:nvSpPr>
          <p:spPr>
            <a:xfrm>
              <a:off x="705816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00" name=""/>
          <p:cNvGrpSpPr/>
          <p:nvPr/>
        </p:nvGrpSpPr>
        <p:grpSpPr>
          <a:xfrm>
            <a:off x="1752480" y="5105520"/>
            <a:ext cx="460080" cy="200520"/>
            <a:chOff x="1752480" y="5105520"/>
            <a:chExt cx="460080" cy="200520"/>
          </a:xfrm>
        </p:grpSpPr>
        <p:sp>
          <p:nvSpPr>
            <p:cNvPr id="3901" name=""/>
            <p:cNvSpPr/>
            <p:nvPr/>
          </p:nvSpPr>
          <p:spPr>
            <a:xfrm>
              <a:off x="1752480" y="51213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2" name=""/>
            <p:cNvSpPr/>
            <p:nvPr/>
          </p:nvSpPr>
          <p:spPr>
            <a:xfrm>
              <a:off x="187488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03" name=""/>
          <p:cNvGrpSpPr/>
          <p:nvPr/>
        </p:nvGrpSpPr>
        <p:grpSpPr>
          <a:xfrm>
            <a:off x="5486400" y="3200400"/>
            <a:ext cx="461520" cy="200520"/>
            <a:chOff x="5486400" y="3200400"/>
            <a:chExt cx="461520" cy="200520"/>
          </a:xfrm>
        </p:grpSpPr>
        <p:sp>
          <p:nvSpPr>
            <p:cNvPr id="3904" name=""/>
            <p:cNvSpPr/>
            <p:nvPr/>
          </p:nvSpPr>
          <p:spPr>
            <a:xfrm>
              <a:off x="5486400" y="3216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5" name=""/>
            <p:cNvSpPr/>
            <p:nvPr/>
          </p:nvSpPr>
          <p:spPr>
            <a:xfrm>
              <a:off x="561024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06" name=""/>
          <p:cNvGrpSpPr/>
          <p:nvPr/>
        </p:nvGrpSpPr>
        <p:grpSpPr>
          <a:xfrm>
            <a:off x="3581280" y="2743200"/>
            <a:ext cx="461880" cy="200520"/>
            <a:chOff x="3581280" y="2743200"/>
            <a:chExt cx="461880" cy="200520"/>
          </a:xfrm>
        </p:grpSpPr>
        <p:sp>
          <p:nvSpPr>
            <p:cNvPr id="3907" name=""/>
            <p:cNvSpPr/>
            <p:nvPr/>
          </p:nvSpPr>
          <p:spPr>
            <a:xfrm>
              <a:off x="3581280" y="2757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8" name=""/>
            <p:cNvSpPr/>
            <p:nvPr/>
          </p:nvSpPr>
          <p:spPr>
            <a:xfrm>
              <a:off x="370548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09" name=""/>
          <p:cNvGrpSpPr/>
          <p:nvPr/>
        </p:nvGrpSpPr>
        <p:grpSpPr>
          <a:xfrm>
            <a:off x="4089240" y="5751360"/>
            <a:ext cx="469080" cy="200520"/>
            <a:chOff x="4089240" y="5751360"/>
            <a:chExt cx="469080" cy="200520"/>
          </a:xfrm>
        </p:grpSpPr>
        <p:sp>
          <p:nvSpPr>
            <p:cNvPr id="3910" name=""/>
            <p:cNvSpPr/>
            <p:nvPr/>
          </p:nvSpPr>
          <p:spPr>
            <a:xfrm>
              <a:off x="4089240" y="5767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1" name=""/>
            <p:cNvSpPr/>
            <p:nvPr/>
          </p:nvSpPr>
          <p:spPr>
            <a:xfrm>
              <a:off x="4220640" y="5751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12" name=""/>
          <p:cNvGrpSpPr/>
          <p:nvPr/>
        </p:nvGrpSpPr>
        <p:grpSpPr>
          <a:xfrm>
            <a:off x="5791320" y="4648320"/>
            <a:ext cx="461520" cy="200520"/>
            <a:chOff x="5791320" y="4648320"/>
            <a:chExt cx="461520" cy="200520"/>
          </a:xfrm>
        </p:grpSpPr>
        <p:sp>
          <p:nvSpPr>
            <p:cNvPr id="3913" name=""/>
            <p:cNvSpPr/>
            <p:nvPr/>
          </p:nvSpPr>
          <p:spPr>
            <a:xfrm>
              <a:off x="5791320" y="46623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4" name=""/>
            <p:cNvSpPr/>
            <p:nvPr/>
          </p:nvSpPr>
          <p:spPr>
            <a:xfrm>
              <a:off x="5915160" y="4648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15" name=""/>
          <p:cNvGrpSpPr/>
          <p:nvPr/>
        </p:nvGrpSpPr>
        <p:grpSpPr>
          <a:xfrm>
            <a:off x="3200400" y="2209680"/>
            <a:ext cx="461520" cy="200520"/>
            <a:chOff x="3200400" y="2209680"/>
            <a:chExt cx="461520" cy="200520"/>
          </a:xfrm>
        </p:grpSpPr>
        <p:sp>
          <p:nvSpPr>
            <p:cNvPr id="3916" name=""/>
            <p:cNvSpPr/>
            <p:nvPr/>
          </p:nvSpPr>
          <p:spPr>
            <a:xfrm>
              <a:off x="3200400" y="2223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7" name=""/>
            <p:cNvSpPr/>
            <p:nvPr/>
          </p:nvSpPr>
          <p:spPr>
            <a:xfrm>
              <a:off x="332424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18" name=""/>
          <p:cNvGrpSpPr/>
          <p:nvPr/>
        </p:nvGrpSpPr>
        <p:grpSpPr>
          <a:xfrm>
            <a:off x="5410080" y="2239920"/>
            <a:ext cx="461520" cy="200520"/>
            <a:chOff x="5410080" y="2239920"/>
            <a:chExt cx="461520" cy="200520"/>
          </a:xfrm>
        </p:grpSpPr>
        <p:sp>
          <p:nvSpPr>
            <p:cNvPr id="3919" name=""/>
            <p:cNvSpPr/>
            <p:nvPr/>
          </p:nvSpPr>
          <p:spPr>
            <a:xfrm>
              <a:off x="5410080" y="2255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0" name=""/>
            <p:cNvSpPr/>
            <p:nvPr/>
          </p:nvSpPr>
          <p:spPr>
            <a:xfrm>
              <a:off x="5533920" y="223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21" name=""/>
          <p:cNvGrpSpPr/>
          <p:nvPr/>
        </p:nvGrpSpPr>
        <p:grpSpPr>
          <a:xfrm>
            <a:off x="3048120" y="1143000"/>
            <a:ext cx="461160" cy="200520"/>
            <a:chOff x="3048120" y="1143000"/>
            <a:chExt cx="461160" cy="200520"/>
          </a:xfrm>
        </p:grpSpPr>
        <p:sp>
          <p:nvSpPr>
            <p:cNvPr id="3922" name=""/>
            <p:cNvSpPr/>
            <p:nvPr/>
          </p:nvSpPr>
          <p:spPr>
            <a:xfrm>
              <a:off x="3048120" y="11588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3" name=""/>
            <p:cNvSpPr/>
            <p:nvPr/>
          </p:nvSpPr>
          <p:spPr>
            <a:xfrm>
              <a:off x="317160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24" name=""/>
          <p:cNvGrpSpPr/>
          <p:nvPr/>
        </p:nvGrpSpPr>
        <p:grpSpPr>
          <a:xfrm>
            <a:off x="5479920" y="3886200"/>
            <a:ext cx="461520" cy="200520"/>
            <a:chOff x="5479920" y="3886200"/>
            <a:chExt cx="461520" cy="200520"/>
          </a:xfrm>
        </p:grpSpPr>
        <p:sp>
          <p:nvSpPr>
            <p:cNvPr id="3925" name=""/>
            <p:cNvSpPr/>
            <p:nvPr/>
          </p:nvSpPr>
          <p:spPr>
            <a:xfrm>
              <a:off x="5479920" y="390204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6" name=""/>
            <p:cNvSpPr/>
            <p:nvPr/>
          </p:nvSpPr>
          <p:spPr>
            <a:xfrm>
              <a:off x="5603760" y="3886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27" name=""/>
          <p:cNvGrpSpPr/>
          <p:nvPr/>
        </p:nvGrpSpPr>
        <p:grpSpPr>
          <a:xfrm>
            <a:off x="7315200" y="3124080"/>
            <a:ext cx="461880" cy="200520"/>
            <a:chOff x="7315200" y="3124080"/>
            <a:chExt cx="461880" cy="200520"/>
          </a:xfrm>
        </p:grpSpPr>
        <p:sp>
          <p:nvSpPr>
            <p:cNvPr id="3928" name=""/>
            <p:cNvSpPr/>
            <p:nvPr/>
          </p:nvSpPr>
          <p:spPr>
            <a:xfrm>
              <a:off x="7315200" y="31399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9" name=""/>
            <p:cNvSpPr/>
            <p:nvPr/>
          </p:nvSpPr>
          <p:spPr>
            <a:xfrm>
              <a:off x="74394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30" name=""/>
          <p:cNvGrpSpPr/>
          <p:nvPr/>
        </p:nvGrpSpPr>
        <p:grpSpPr>
          <a:xfrm>
            <a:off x="3352680" y="4191120"/>
            <a:ext cx="461520" cy="200520"/>
            <a:chOff x="3352680" y="4191120"/>
            <a:chExt cx="461520" cy="200520"/>
          </a:xfrm>
        </p:grpSpPr>
        <p:sp>
          <p:nvSpPr>
            <p:cNvPr id="3931" name=""/>
            <p:cNvSpPr/>
            <p:nvPr/>
          </p:nvSpPr>
          <p:spPr>
            <a:xfrm>
              <a:off x="3352680" y="42069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32" name=""/>
            <p:cNvSpPr/>
            <p:nvPr/>
          </p:nvSpPr>
          <p:spPr>
            <a:xfrm>
              <a:off x="347652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933" name="Rounded Rectangle 3932"/>
          <p:cNvSpPr/>
          <p:nvPr/>
        </p:nvSpPr>
        <p:spPr>
          <a:xfrm>
            <a:off x="80000" y="6538000"/>
            <a:ext cx="5200000" cy="23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database virtual point  (V51–V70, oyun konumu)</a:t>
            </a:r>
          </a:p>
        </p:txBody>
      </p:sp>
      <p:sp>
        <p:nvSpPr>
          <p:cNvPr id="3934" name="Oval 3933"/>
          <p:cNvSpPr/>
          <p:nvPr/>
        </p:nvSpPr>
        <p:spPr>
          <a:xfrm>
            <a:off x="4918938" y="6993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5" name="Oval 3934"/>
          <p:cNvSpPr/>
          <p:nvPr/>
        </p:nvSpPr>
        <p:spPr>
          <a:xfrm>
            <a:off x="4948938" y="7293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936" name="Rounded Rectangle 3935"/>
          <p:cNvSpPr/>
          <p:nvPr/>
        </p:nvSpPr>
        <p:spPr>
          <a:xfrm>
            <a:off x="5118938" y="7143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937" name="Oval 3936"/>
          <p:cNvSpPr/>
          <p:nvPr/>
        </p:nvSpPr>
        <p:spPr>
          <a:xfrm>
            <a:off x="5587098" y="5450484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8" name="Oval 3937"/>
          <p:cNvSpPr/>
          <p:nvPr/>
        </p:nvSpPr>
        <p:spPr>
          <a:xfrm>
            <a:off x="5617098" y="5480484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939" name="Rounded Rectangle 3938"/>
          <p:cNvSpPr/>
          <p:nvPr/>
        </p:nvSpPr>
        <p:spPr>
          <a:xfrm>
            <a:off x="5787098" y="5465484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940" name="Oval 3939"/>
          <p:cNvSpPr/>
          <p:nvPr/>
        </p:nvSpPr>
        <p:spPr>
          <a:xfrm>
            <a:off x="5053935" y="636362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1" name="Oval 3940"/>
          <p:cNvSpPr/>
          <p:nvPr/>
        </p:nvSpPr>
        <p:spPr>
          <a:xfrm>
            <a:off x="5083935" y="639362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942" name="Rounded Rectangle 3941"/>
          <p:cNvSpPr/>
          <p:nvPr/>
        </p:nvSpPr>
        <p:spPr>
          <a:xfrm>
            <a:off x="5253935" y="637862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943" name="Oval 3942"/>
          <p:cNvSpPr/>
          <p:nvPr/>
        </p:nvSpPr>
        <p:spPr>
          <a:xfrm>
            <a:off x="4031542" y="70873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4" name="Oval 3943"/>
          <p:cNvSpPr/>
          <p:nvPr/>
        </p:nvSpPr>
        <p:spPr>
          <a:xfrm>
            <a:off x="4061542" y="73873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945" name="Rounded Rectangle 3944"/>
          <p:cNvSpPr/>
          <p:nvPr/>
        </p:nvSpPr>
        <p:spPr>
          <a:xfrm>
            <a:off x="4231542" y="72373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946" name="Oval 3945"/>
          <p:cNvSpPr/>
          <p:nvPr/>
        </p:nvSpPr>
        <p:spPr>
          <a:xfrm>
            <a:off x="5047455" y="159290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7" name="Oval 3946"/>
          <p:cNvSpPr/>
          <p:nvPr/>
        </p:nvSpPr>
        <p:spPr>
          <a:xfrm>
            <a:off x="5077455" y="162290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948" name="Rounded Rectangle 3947"/>
          <p:cNvSpPr/>
          <p:nvPr/>
        </p:nvSpPr>
        <p:spPr>
          <a:xfrm>
            <a:off x="5247455" y="160790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949" name="Oval 3948"/>
          <p:cNvSpPr/>
          <p:nvPr/>
        </p:nvSpPr>
        <p:spPr>
          <a:xfrm>
            <a:off x="3148819" y="3240985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0" name="Oval 3949"/>
          <p:cNvSpPr/>
          <p:nvPr/>
        </p:nvSpPr>
        <p:spPr>
          <a:xfrm>
            <a:off x="3178819" y="3270985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951" name="Rounded Rectangle 3950"/>
          <p:cNvSpPr/>
          <p:nvPr/>
        </p:nvSpPr>
        <p:spPr>
          <a:xfrm>
            <a:off x="3348819" y="3255985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952" name="Oval 3951"/>
          <p:cNvSpPr/>
          <p:nvPr/>
        </p:nvSpPr>
        <p:spPr>
          <a:xfrm>
            <a:off x="1776317" y="240200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3" name="Oval 3952"/>
          <p:cNvSpPr/>
          <p:nvPr/>
        </p:nvSpPr>
        <p:spPr>
          <a:xfrm>
            <a:off x="1806317" y="243200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954" name="Rounded Rectangle 3953"/>
          <p:cNvSpPr/>
          <p:nvPr/>
        </p:nvSpPr>
        <p:spPr>
          <a:xfrm>
            <a:off x="1976317" y="241700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955" name="Oval 3954"/>
          <p:cNvSpPr/>
          <p:nvPr/>
        </p:nvSpPr>
        <p:spPr>
          <a:xfrm>
            <a:off x="2919320" y="52983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6" name="Oval 3955"/>
          <p:cNvSpPr/>
          <p:nvPr/>
        </p:nvSpPr>
        <p:spPr>
          <a:xfrm>
            <a:off x="2949320" y="53283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957" name="Rounded Rectangle 3956"/>
          <p:cNvSpPr/>
          <p:nvPr/>
        </p:nvSpPr>
        <p:spPr>
          <a:xfrm>
            <a:off x="3119320" y="53133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958" name="Oval 3957"/>
          <p:cNvSpPr/>
          <p:nvPr/>
        </p:nvSpPr>
        <p:spPr>
          <a:xfrm>
            <a:off x="6882738" y="11072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9" name="Oval 3958"/>
          <p:cNvSpPr/>
          <p:nvPr/>
        </p:nvSpPr>
        <p:spPr>
          <a:xfrm>
            <a:off x="6912738" y="11372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960" name="Rounded Rectangle 3959"/>
          <p:cNvSpPr/>
          <p:nvPr/>
        </p:nvSpPr>
        <p:spPr>
          <a:xfrm>
            <a:off x="7082738" y="11222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961" name="Oval 3960"/>
          <p:cNvSpPr/>
          <p:nvPr/>
        </p:nvSpPr>
        <p:spPr>
          <a:xfrm>
            <a:off x="1699998" y="50697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2" name="Oval 3961"/>
          <p:cNvSpPr/>
          <p:nvPr/>
        </p:nvSpPr>
        <p:spPr>
          <a:xfrm>
            <a:off x="1729998" y="50997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963" name="Rounded Rectangle 3962"/>
          <p:cNvSpPr/>
          <p:nvPr/>
        </p:nvSpPr>
        <p:spPr>
          <a:xfrm>
            <a:off x="1899998" y="50847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964" name="Oval 3963"/>
          <p:cNvSpPr/>
          <p:nvPr/>
        </p:nvSpPr>
        <p:spPr>
          <a:xfrm>
            <a:off x="5434817" y="3164658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5" name="Oval 3964"/>
          <p:cNvSpPr/>
          <p:nvPr/>
        </p:nvSpPr>
        <p:spPr>
          <a:xfrm>
            <a:off x="5464817" y="3194658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966" name="Rounded Rectangle 3965"/>
          <p:cNvSpPr/>
          <p:nvPr/>
        </p:nvSpPr>
        <p:spPr>
          <a:xfrm>
            <a:off x="5634817" y="3179658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967" name="Oval 3966"/>
          <p:cNvSpPr/>
          <p:nvPr/>
        </p:nvSpPr>
        <p:spPr>
          <a:xfrm>
            <a:off x="3529701" y="270602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8" name="Oval 3967"/>
          <p:cNvSpPr/>
          <p:nvPr/>
        </p:nvSpPr>
        <p:spPr>
          <a:xfrm>
            <a:off x="3559701" y="273602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969" name="Rounded Rectangle 3968"/>
          <p:cNvSpPr/>
          <p:nvPr/>
        </p:nvSpPr>
        <p:spPr>
          <a:xfrm>
            <a:off x="3729701" y="272102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970" name="Oval 3969"/>
          <p:cNvSpPr/>
          <p:nvPr/>
        </p:nvSpPr>
        <p:spPr>
          <a:xfrm>
            <a:off x="4037658" y="571598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1" name="Oval 3970"/>
          <p:cNvSpPr/>
          <p:nvPr/>
        </p:nvSpPr>
        <p:spPr>
          <a:xfrm>
            <a:off x="4067658" y="574598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972" name="Rounded Rectangle 3971"/>
          <p:cNvSpPr/>
          <p:nvPr/>
        </p:nvSpPr>
        <p:spPr>
          <a:xfrm>
            <a:off x="4237658" y="573098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973" name="Oval 3972"/>
          <p:cNvSpPr/>
          <p:nvPr/>
        </p:nvSpPr>
        <p:spPr>
          <a:xfrm>
            <a:off x="5739736" y="4610603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4" name="Oval 3973"/>
          <p:cNvSpPr/>
          <p:nvPr/>
        </p:nvSpPr>
        <p:spPr>
          <a:xfrm>
            <a:off x="5769736" y="4640603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975" name="Rounded Rectangle 3974"/>
          <p:cNvSpPr/>
          <p:nvPr/>
        </p:nvSpPr>
        <p:spPr>
          <a:xfrm>
            <a:off x="5939736" y="4625603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976" name="Oval 3975"/>
          <p:cNvSpPr/>
          <p:nvPr/>
        </p:nvSpPr>
        <p:spPr>
          <a:xfrm>
            <a:off x="3148819" y="2172139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7" name="Oval 3976"/>
          <p:cNvSpPr/>
          <p:nvPr/>
        </p:nvSpPr>
        <p:spPr>
          <a:xfrm>
            <a:off x="3178819" y="2202139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978" name="Rounded Rectangle 3977"/>
          <p:cNvSpPr/>
          <p:nvPr/>
        </p:nvSpPr>
        <p:spPr>
          <a:xfrm>
            <a:off x="3348819" y="2187139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979" name="Oval 3978"/>
          <p:cNvSpPr/>
          <p:nvPr/>
        </p:nvSpPr>
        <p:spPr>
          <a:xfrm>
            <a:off x="5358498" y="22041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0" name="Oval 3979"/>
          <p:cNvSpPr/>
          <p:nvPr/>
        </p:nvSpPr>
        <p:spPr>
          <a:xfrm>
            <a:off x="5388498" y="22341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981" name="Rounded Rectangle 3980"/>
          <p:cNvSpPr/>
          <p:nvPr/>
        </p:nvSpPr>
        <p:spPr>
          <a:xfrm>
            <a:off x="5558498" y="22191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982" name="Oval 3981"/>
          <p:cNvSpPr/>
          <p:nvPr/>
        </p:nvSpPr>
        <p:spPr>
          <a:xfrm>
            <a:off x="2996360" y="1107261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3" name="Oval 3982"/>
          <p:cNvSpPr/>
          <p:nvPr/>
        </p:nvSpPr>
        <p:spPr>
          <a:xfrm>
            <a:off x="3026360" y="1137261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984" name="Rounded Rectangle 3983"/>
          <p:cNvSpPr/>
          <p:nvPr/>
        </p:nvSpPr>
        <p:spPr>
          <a:xfrm>
            <a:off x="3196360" y="1122261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985" name="Oval 3984"/>
          <p:cNvSpPr/>
          <p:nvPr/>
        </p:nvSpPr>
        <p:spPr>
          <a:xfrm>
            <a:off x="5428337" y="3849382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6" name="Oval 3985"/>
          <p:cNvSpPr/>
          <p:nvPr/>
        </p:nvSpPr>
        <p:spPr>
          <a:xfrm>
            <a:off x="5458337" y="3879382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987" name="Rounded Rectangle 3986"/>
          <p:cNvSpPr/>
          <p:nvPr/>
        </p:nvSpPr>
        <p:spPr>
          <a:xfrm>
            <a:off x="5628337" y="3864382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988" name="Oval 3987"/>
          <p:cNvSpPr/>
          <p:nvPr/>
        </p:nvSpPr>
        <p:spPr>
          <a:xfrm>
            <a:off x="7263620" y="308744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9" name="Oval 3988"/>
          <p:cNvSpPr/>
          <p:nvPr/>
        </p:nvSpPr>
        <p:spPr>
          <a:xfrm>
            <a:off x="7293620" y="311744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990" name="Rounded Rectangle 3989"/>
          <p:cNvSpPr/>
          <p:nvPr/>
        </p:nvSpPr>
        <p:spPr>
          <a:xfrm>
            <a:off x="7463620" y="310244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991" name="Oval 3990"/>
          <p:cNvSpPr/>
          <p:nvPr/>
        </p:nvSpPr>
        <p:spPr>
          <a:xfrm>
            <a:off x="3301101" y="4154480"/>
            <a:ext cx="200000" cy="200000"/>
          </a:xfrm>
          <a:prstGeom prst="ellipse">
            <a:avLst/>
          </a:prstGeom>
          <a:solidFill>
            <a:srgbClr val="FF9999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2" name="Oval 3991"/>
          <p:cNvSpPr/>
          <p:nvPr/>
        </p:nvSpPr>
        <p:spPr>
          <a:xfrm>
            <a:off x="3331101" y="4184480"/>
            <a:ext cx="140000" cy="14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993" name="Rounded Rectangle 3992"/>
          <p:cNvSpPr/>
          <p:nvPr/>
        </p:nvSpPr>
        <p:spPr>
          <a:xfrm>
            <a:off x="3501101" y="4169480"/>
            <a:ext cx="420000" cy="170000"/>
          </a:xfrm>
          <a:prstGeom prst="roundRect">
            <a:avLst/>
          </a:prstGeom>
          <a:solidFill>
            <a:srgbClr val="C00000"/>
          </a:solidFill>
          <a:ln w="952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2026-08-21T21:04:15Z</dcterms:created>
  <dc:creator>ada</dc:creator>
  <dc:description/>
  <dc:language>en-US</dc:language>
  <cp:lastModifiedBy>ada</cp:lastModifiedBy>
  <dcterms:modified xsi:type="dcterms:W3CDTF">2026-08-24T19:04:24Z</dcterms:modified>
  <cp:revision>45</cp:revision>
  <dc:subject/>
  <dc:title>Slide 1</dc:title>
</cp:coreProperties>
</file>