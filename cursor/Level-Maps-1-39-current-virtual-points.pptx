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D1328B-44FD-47E6-A6FD-3FE81A63B9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BF85E8-D152-416A-BEF0-78CFCBA9A8EB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26360" y="50760"/>
            <a:ext cx="2962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1: EDDV | RWY 27R | STAR ELNA2P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 flipV="1">
            <a:off x="3414600" y="3560760"/>
            <a:ext cx="155520" cy="1774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 flipV="1">
            <a:off x="3570120" y="2674440"/>
            <a:ext cx="93960" cy="885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64080" y="2674800"/>
            <a:ext cx="890280" cy="14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4554360" y="268920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445000" y="270504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335640" y="272088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V="1">
            <a:off x="7226280" y="1846080"/>
            <a:ext cx="15840" cy="890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 flipH="1" flipV="1">
            <a:off x="6351480" y="1829880"/>
            <a:ext cx="890640" cy="16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 flipH="1" flipV="1">
            <a:off x="5460840" y="181440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 flipH="1" flipV="1">
            <a:off x="4568760" y="1798560"/>
            <a:ext cx="89208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 flipH="1" flipV="1">
            <a:off x="3683160" y="1704960"/>
            <a:ext cx="885600" cy="93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 flipH="1" flipV="1">
            <a:off x="2792520" y="1690560"/>
            <a:ext cx="890640" cy="14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 flipH="1" flipV="1">
            <a:off x="1901880" y="1674720"/>
            <a:ext cx="890640" cy="1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0960" bIns="-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" name=""/>
          <p:cNvGrpSpPr/>
          <p:nvPr/>
        </p:nvGrpSpPr>
        <p:grpSpPr>
          <a:xfrm>
            <a:off x="3351240" y="5272200"/>
            <a:ext cx="628560" cy="200520"/>
            <a:chOff x="3351240" y="5272200"/>
            <a:chExt cx="628560" cy="200520"/>
          </a:xfrm>
        </p:grpSpPr>
        <p:sp>
          <p:nvSpPr>
            <p:cNvPr id="20" name=""/>
            <p:cNvSpPr/>
            <p:nvPr/>
          </p:nvSpPr>
          <p:spPr>
            <a:xfrm>
              <a:off x="3351240" y="527220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3504960" y="527220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ELNAT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" name=""/>
          <p:cNvGrpSpPr/>
          <p:nvPr/>
        </p:nvGrpSpPr>
        <p:grpSpPr>
          <a:xfrm>
            <a:off x="3519360" y="3497400"/>
            <a:ext cx="618840" cy="200520"/>
            <a:chOff x="3519360" y="3497400"/>
            <a:chExt cx="618840" cy="200520"/>
          </a:xfrm>
        </p:grpSpPr>
        <p:sp>
          <p:nvSpPr>
            <p:cNvPr id="23" name=""/>
            <p:cNvSpPr/>
            <p:nvPr/>
          </p:nvSpPr>
          <p:spPr>
            <a:xfrm>
              <a:off x="3519360" y="35100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3648240" y="349740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NORTA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" name=""/>
          <p:cNvGrpSpPr/>
          <p:nvPr/>
        </p:nvGrpSpPr>
        <p:grpSpPr>
          <a:xfrm>
            <a:off x="3622680" y="2611440"/>
            <a:ext cx="538920" cy="200520"/>
            <a:chOff x="3622680" y="2611440"/>
            <a:chExt cx="538920" cy="200520"/>
          </a:xfrm>
        </p:grpSpPr>
        <p:sp>
          <p:nvSpPr>
            <p:cNvPr id="26" name=""/>
            <p:cNvSpPr/>
            <p:nvPr/>
          </p:nvSpPr>
          <p:spPr>
            <a:xfrm>
              <a:off x="3622680" y="2633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731040" y="26114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DLE-5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" name=""/>
          <p:cNvGrpSpPr/>
          <p:nvPr/>
        </p:nvGrpSpPr>
        <p:grpSpPr>
          <a:xfrm>
            <a:off x="4503600" y="2625840"/>
            <a:ext cx="579240" cy="200520"/>
            <a:chOff x="4503600" y="2625840"/>
            <a:chExt cx="579240" cy="200520"/>
          </a:xfrm>
        </p:grpSpPr>
        <p:sp>
          <p:nvSpPr>
            <p:cNvPr id="29" name=""/>
            <p:cNvSpPr/>
            <p:nvPr/>
          </p:nvSpPr>
          <p:spPr>
            <a:xfrm>
              <a:off x="4503600" y="2638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4632480" y="26258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" name=""/>
          <p:cNvGrpSpPr/>
          <p:nvPr/>
        </p:nvGrpSpPr>
        <p:grpSpPr>
          <a:xfrm>
            <a:off x="5394240" y="2641680"/>
            <a:ext cx="579240" cy="200520"/>
            <a:chOff x="5394240" y="2641680"/>
            <a:chExt cx="579240" cy="200520"/>
          </a:xfrm>
        </p:grpSpPr>
        <p:sp>
          <p:nvSpPr>
            <p:cNvPr id="32" name=""/>
            <p:cNvSpPr/>
            <p:nvPr/>
          </p:nvSpPr>
          <p:spPr>
            <a:xfrm>
              <a:off x="5394240" y="2654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5523120" y="26416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" name=""/>
          <p:cNvGrpSpPr/>
          <p:nvPr/>
        </p:nvGrpSpPr>
        <p:grpSpPr>
          <a:xfrm>
            <a:off x="6296040" y="2657520"/>
            <a:ext cx="558360" cy="200520"/>
            <a:chOff x="6296040" y="2657520"/>
            <a:chExt cx="558360" cy="200520"/>
          </a:xfrm>
        </p:grpSpPr>
        <p:sp>
          <p:nvSpPr>
            <p:cNvPr id="35" name=""/>
            <p:cNvSpPr/>
            <p:nvPr/>
          </p:nvSpPr>
          <p:spPr>
            <a:xfrm>
              <a:off x="6296040" y="267984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6404040" y="26575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7175520" y="2673360"/>
            <a:ext cx="579240" cy="200520"/>
            <a:chOff x="7175520" y="2673360"/>
            <a:chExt cx="579240" cy="200520"/>
          </a:xfrm>
        </p:grpSpPr>
        <p:sp>
          <p:nvSpPr>
            <p:cNvPr id="38" name=""/>
            <p:cNvSpPr/>
            <p:nvPr/>
          </p:nvSpPr>
          <p:spPr>
            <a:xfrm>
              <a:off x="7175520" y="26859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7304400" y="26733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DV585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7191360" y="1782720"/>
            <a:ext cx="579240" cy="200520"/>
            <a:chOff x="7191360" y="1782720"/>
            <a:chExt cx="579240" cy="200520"/>
          </a:xfrm>
        </p:grpSpPr>
        <p:sp>
          <p:nvSpPr>
            <p:cNvPr id="41" name=""/>
            <p:cNvSpPr/>
            <p:nvPr/>
          </p:nvSpPr>
          <p:spPr>
            <a:xfrm>
              <a:off x="7191360" y="17953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7320240" y="17827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" name=""/>
          <p:cNvGrpSpPr/>
          <p:nvPr/>
        </p:nvGrpSpPr>
        <p:grpSpPr>
          <a:xfrm>
            <a:off x="6310440" y="1766880"/>
            <a:ext cx="560160" cy="200520"/>
            <a:chOff x="6310440" y="1766880"/>
            <a:chExt cx="560160" cy="200520"/>
          </a:xfrm>
        </p:grpSpPr>
        <p:sp>
          <p:nvSpPr>
            <p:cNvPr id="44" name=""/>
            <p:cNvSpPr/>
            <p:nvPr/>
          </p:nvSpPr>
          <p:spPr>
            <a:xfrm>
              <a:off x="6310440" y="17892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420240" y="1766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" name=""/>
          <p:cNvGrpSpPr/>
          <p:nvPr/>
        </p:nvGrpSpPr>
        <p:grpSpPr>
          <a:xfrm>
            <a:off x="5419800" y="1751040"/>
            <a:ext cx="558360" cy="200520"/>
            <a:chOff x="5419800" y="1751040"/>
            <a:chExt cx="558360" cy="200520"/>
          </a:xfrm>
        </p:grpSpPr>
        <p:sp>
          <p:nvSpPr>
            <p:cNvPr id="47" name=""/>
            <p:cNvSpPr/>
            <p:nvPr/>
          </p:nvSpPr>
          <p:spPr>
            <a:xfrm>
              <a:off x="5419800" y="177336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5527800" y="17510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" name=""/>
          <p:cNvGrpSpPr/>
          <p:nvPr/>
        </p:nvGrpSpPr>
        <p:grpSpPr>
          <a:xfrm>
            <a:off x="4518000" y="1735200"/>
            <a:ext cx="579240" cy="200520"/>
            <a:chOff x="4518000" y="1735200"/>
            <a:chExt cx="579240" cy="200520"/>
          </a:xfrm>
        </p:grpSpPr>
        <p:sp>
          <p:nvSpPr>
            <p:cNvPr id="50" name=""/>
            <p:cNvSpPr/>
            <p:nvPr/>
          </p:nvSpPr>
          <p:spPr>
            <a:xfrm>
              <a:off x="4518000" y="174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646880" y="17352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DV572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" name=""/>
          <p:cNvGrpSpPr/>
          <p:nvPr/>
        </p:nvGrpSpPr>
        <p:grpSpPr>
          <a:xfrm>
            <a:off x="3632040" y="1641600"/>
            <a:ext cx="608040" cy="200520"/>
            <a:chOff x="3632040" y="1641600"/>
            <a:chExt cx="608040" cy="200520"/>
          </a:xfrm>
        </p:grpSpPr>
        <p:sp>
          <p:nvSpPr>
            <p:cNvPr id="53" name=""/>
            <p:cNvSpPr/>
            <p:nvPr/>
          </p:nvSpPr>
          <p:spPr>
            <a:xfrm>
              <a:off x="3632040" y="16542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760560" y="16416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XAVER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" name=""/>
          <p:cNvGrpSpPr/>
          <p:nvPr/>
        </p:nvGrpSpPr>
        <p:grpSpPr>
          <a:xfrm>
            <a:off x="2741760" y="1627200"/>
            <a:ext cx="554040" cy="200520"/>
            <a:chOff x="2741760" y="1627200"/>
            <a:chExt cx="554040" cy="200520"/>
          </a:xfrm>
        </p:grpSpPr>
        <p:sp>
          <p:nvSpPr>
            <p:cNvPr id="56" name=""/>
            <p:cNvSpPr/>
            <p:nvPr/>
          </p:nvSpPr>
          <p:spPr>
            <a:xfrm>
              <a:off x="2741760" y="1639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2869560" y="16272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HANB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" name=""/>
          <p:cNvGrpSpPr/>
          <p:nvPr/>
        </p:nvGrpSpPr>
        <p:grpSpPr>
          <a:xfrm>
            <a:off x="1838160" y="1611360"/>
            <a:ext cx="644400" cy="200520"/>
            <a:chOff x="1838160" y="1611360"/>
            <a:chExt cx="644400" cy="200520"/>
          </a:xfrm>
        </p:grpSpPr>
        <p:sp>
          <p:nvSpPr>
            <p:cNvPr id="59" name=""/>
            <p:cNvSpPr/>
            <p:nvPr/>
          </p:nvSpPr>
          <p:spPr>
            <a:xfrm>
              <a:off x="1838160" y="16113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1992600" y="16113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" name=""/>
          <p:cNvGrpSpPr/>
          <p:nvPr/>
        </p:nvGrpSpPr>
        <p:grpSpPr>
          <a:xfrm>
            <a:off x="5638680" y="3429000"/>
            <a:ext cx="461880" cy="200520"/>
            <a:chOff x="5638680" y="3429000"/>
            <a:chExt cx="461880" cy="200520"/>
          </a:xfrm>
        </p:grpSpPr>
        <p:sp>
          <p:nvSpPr>
            <p:cNvPr id="62" name=""/>
            <p:cNvSpPr/>
            <p:nvPr/>
          </p:nvSpPr>
          <p:spPr>
            <a:xfrm>
              <a:off x="5638680" y="3443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576288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" name=""/>
          <p:cNvGrpSpPr/>
          <p:nvPr/>
        </p:nvGrpSpPr>
        <p:grpSpPr>
          <a:xfrm>
            <a:off x="738360" y="4424400"/>
            <a:ext cx="461520" cy="200520"/>
            <a:chOff x="738360" y="4424400"/>
            <a:chExt cx="461520" cy="200520"/>
          </a:xfrm>
        </p:grpSpPr>
        <p:sp>
          <p:nvSpPr>
            <p:cNvPr id="65" name=""/>
            <p:cNvSpPr/>
            <p:nvPr/>
          </p:nvSpPr>
          <p:spPr>
            <a:xfrm>
              <a:off x="738360" y="4438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862200" y="442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" name=""/>
          <p:cNvGrpSpPr/>
          <p:nvPr/>
        </p:nvGrpSpPr>
        <p:grpSpPr>
          <a:xfrm>
            <a:off x="5486400" y="5257800"/>
            <a:ext cx="461520" cy="200520"/>
            <a:chOff x="5486400" y="5257800"/>
            <a:chExt cx="461520" cy="200520"/>
          </a:xfrm>
        </p:grpSpPr>
        <p:sp>
          <p:nvSpPr>
            <p:cNvPr id="68" name=""/>
            <p:cNvSpPr/>
            <p:nvPr/>
          </p:nvSpPr>
          <p:spPr>
            <a:xfrm>
              <a:off x="5486400" y="5273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5610240" y="5257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" name=""/>
          <p:cNvGrpSpPr/>
          <p:nvPr/>
        </p:nvGrpSpPr>
        <p:grpSpPr>
          <a:xfrm>
            <a:off x="1711440" y="5943600"/>
            <a:ext cx="461520" cy="200520"/>
            <a:chOff x="1711440" y="5943600"/>
            <a:chExt cx="461520" cy="200520"/>
          </a:xfrm>
        </p:grpSpPr>
        <p:sp>
          <p:nvSpPr>
            <p:cNvPr id="71" name=""/>
            <p:cNvSpPr/>
            <p:nvPr/>
          </p:nvSpPr>
          <p:spPr>
            <a:xfrm>
              <a:off x="1711440" y="5958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83528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" name=""/>
          <p:cNvGrpSpPr/>
          <p:nvPr/>
        </p:nvGrpSpPr>
        <p:grpSpPr>
          <a:xfrm>
            <a:off x="8305920" y="4419720"/>
            <a:ext cx="461160" cy="200520"/>
            <a:chOff x="8305920" y="4419720"/>
            <a:chExt cx="461160" cy="200520"/>
          </a:xfrm>
        </p:grpSpPr>
        <p:sp>
          <p:nvSpPr>
            <p:cNvPr id="74" name=""/>
            <p:cNvSpPr/>
            <p:nvPr/>
          </p:nvSpPr>
          <p:spPr>
            <a:xfrm>
              <a:off x="8305920" y="44341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842940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" name=""/>
          <p:cNvGrpSpPr/>
          <p:nvPr/>
        </p:nvGrpSpPr>
        <p:grpSpPr>
          <a:xfrm>
            <a:off x="2438280" y="3048120"/>
            <a:ext cx="461520" cy="200520"/>
            <a:chOff x="2438280" y="3048120"/>
            <a:chExt cx="461520" cy="200520"/>
          </a:xfrm>
        </p:grpSpPr>
        <p:sp>
          <p:nvSpPr>
            <p:cNvPr id="77" name=""/>
            <p:cNvSpPr/>
            <p:nvPr/>
          </p:nvSpPr>
          <p:spPr>
            <a:xfrm>
              <a:off x="2438280" y="3063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256212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"/>
          <p:cNvGrpSpPr/>
          <p:nvPr/>
        </p:nvGrpSpPr>
        <p:grpSpPr>
          <a:xfrm>
            <a:off x="4495680" y="4114800"/>
            <a:ext cx="479160" cy="200520"/>
            <a:chOff x="4495680" y="4114800"/>
            <a:chExt cx="479160" cy="200520"/>
          </a:xfrm>
        </p:grpSpPr>
        <p:sp>
          <p:nvSpPr>
            <p:cNvPr id="80" name=""/>
            <p:cNvSpPr/>
            <p:nvPr/>
          </p:nvSpPr>
          <p:spPr>
            <a:xfrm>
              <a:off x="4495680" y="41212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63716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304920" y="2743200"/>
            <a:ext cx="461160" cy="200520"/>
            <a:chOff x="304920" y="2743200"/>
            <a:chExt cx="461160" cy="200520"/>
          </a:xfrm>
        </p:grpSpPr>
        <p:sp>
          <p:nvSpPr>
            <p:cNvPr id="83" name=""/>
            <p:cNvSpPr/>
            <p:nvPr/>
          </p:nvSpPr>
          <p:spPr>
            <a:xfrm>
              <a:off x="304920" y="275868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42840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" name=""/>
          <p:cNvGrpSpPr/>
          <p:nvPr/>
        </p:nvGrpSpPr>
        <p:grpSpPr>
          <a:xfrm>
            <a:off x="2666880" y="2133720"/>
            <a:ext cx="460080" cy="200520"/>
            <a:chOff x="2666880" y="2133720"/>
            <a:chExt cx="460080" cy="200520"/>
          </a:xfrm>
        </p:grpSpPr>
        <p:sp>
          <p:nvSpPr>
            <p:cNvPr id="86" name=""/>
            <p:cNvSpPr/>
            <p:nvPr/>
          </p:nvSpPr>
          <p:spPr>
            <a:xfrm>
              <a:off x="2666880" y="214776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78928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" name=""/>
          <p:cNvGrpSpPr/>
          <p:nvPr/>
        </p:nvGrpSpPr>
        <p:grpSpPr>
          <a:xfrm>
            <a:off x="4549680" y="5921280"/>
            <a:ext cx="460080" cy="200520"/>
            <a:chOff x="4549680" y="5921280"/>
            <a:chExt cx="460080" cy="200520"/>
          </a:xfrm>
        </p:grpSpPr>
        <p:sp>
          <p:nvSpPr>
            <p:cNvPr id="89" name=""/>
            <p:cNvSpPr/>
            <p:nvPr/>
          </p:nvSpPr>
          <p:spPr>
            <a:xfrm>
              <a:off x="4549680" y="5937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672080" y="592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8258040" y="971640"/>
            <a:ext cx="461880" cy="200520"/>
            <a:chOff x="8258040" y="971640"/>
            <a:chExt cx="461880" cy="200520"/>
          </a:xfrm>
        </p:grpSpPr>
        <p:sp>
          <p:nvSpPr>
            <p:cNvPr id="92" name=""/>
            <p:cNvSpPr/>
            <p:nvPr/>
          </p:nvSpPr>
          <p:spPr>
            <a:xfrm>
              <a:off x="8258040" y="987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8382240" y="971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" name=""/>
          <p:cNvGrpSpPr/>
          <p:nvPr/>
        </p:nvGrpSpPr>
        <p:grpSpPr>
          <a:xfrm>
            <a:off x="4724280" y="1219320"/>
            <a:ext cx="461880" cy="200520"/>
            <a:chOff x="4724280" y="1219320"/>
            <a:chExt cx="461880" cy="200520"/>
          </a:xfrm>
        </p:grpSpPr>
        <p:sp>
          <p:nvSpPr>
            <p:cNvPr id="95" name=""/>
            <p:cNvSpPr/>
            <p:nvPr/>
          </p:nvSpPr>
          <p:spPr>
            <a:xfrm>
              <a:off x="4724280" y="123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484848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738360" y="928800"/>
            <a:ext cx="461520" cy="200520"/>
            <a:chOff x="738360" y="928800"/>
            <a:chExt cx="461520" cy="200520"/>
          </a:xfrm>
        </p:grpSpPr>
        <p:sp>
          <p:nvSpPr>
            <p:cNvPr id="98" name=""/>
            <p:cNvSpPr/>
            <p:nvPr/>
          </p:nvSpPr>
          <p:spPr>
            <a:xfrm>
              <a:off x="738360" y="944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862200" y="9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" name=""/>
          <p:cNvGrpSpPr/>
          <p:nvPr/>
        </p:nvGrpSpPr>
        <p:grpSpPr>
          <a:xfrm>
            <a:off x="2971800" y="762120"/>
            <a:ext cx="460080" cy="200520"/>
            <a:chOff x="2971800" y="762120"/>
            <a:chExt cx="460080" cy="200520"/>
          </a:xfrm>
        </p:grpSpPr>
        <p:sp>
          <p:nvSpPr>
            <p:cNvPr id="101" name=""/>
            <p:cNvSpPr/>
            <p:nvPr/>
          </p:nvSpPr>
          <p:spPr>
            <a:xfrm>
              <a:off x="2971800" y="7779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09420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" name=""/>
          <p:cNvGrpSpPr/>
          <p:nvPr/>
        </p:nvGrpSpPr>
        <p:grpSpPr>
          <a:xfrm>
            <a:off x="7924680" y="6019920"/>
            <a:ext cx="460080" cy="200520"/>
            <a:chOff x="7924680" y="6019920"/>
            <a:chExt cx="460080" cy="200520"/>
          </a:xfrm>
        </p:grpSpPr>
        <p:sp>
          <p:nvSpPr>
            <p:cNvPr id="104" name=""/>
            <p:cNvSpPr/>
            <p:nvPr/>
          </p:nvSpPr>
          <p:spPr>
            <a:xfrm>
              <a:off x="7924680" y="6035760"/>
              <a:ext cx="9540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804708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"/>
          <p:cNvGrpSpPr/>
          <p:nvPr/>
        </p:nvGrpSpPr>
        <p:grpSpPr>
          <a:xfrm>
            <a:off x="4648320" y="2209680"/>
            <a:ext cx="461160" cy="200520"/>
            <a:chOff x="4648320" y="2209680"/>
            <a:chExt cx="461160" cy="200520"/>
          </a:xfrm>
        </p:grpSpPr>
        <p:sp>
          <p:nvSpPr>
            <p:cNvPr id="107" name=""/>
            <p:cNvSpPr/>
            <p:nvPr/>
          </p:nvSpPr>
          <p:spPr>
            <a:xfrm>
              <a:off x="4648320" y="222588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477180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" name=""/>
          <p:cNvGrpSpPr/>
          <p:nvPr/>
        </p:nvGrpSpPr>
        <p:grpSpPr>
          <a:xfrm>
            <a:off x="2362320" y="4419720"/>
            <a:ext cx="461520" cy="200520"/>
            <a:chOff x="2362320" y="4419720"/>
            <a:chExt cx="461520" cy="200520"/>
          </a:xfrm>
        </p:grpSpPr>
        <p:sp>
          <p:nvSpPr>
            <p:cNvPr id="110" name=""/>
            <p:cNvSpPr/>
            <p:nvPr/>
          </p:nvSpPr>
          <p:spPr>
            <a:xfrm>
              <a:off x="2362320" y="4435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48616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" name=""/>
          <p:cNvGrpSpPr/>
          <p:nvPr/>
        </p:nvGrpSpPr>
        <p:grpSpPr>
          <a:xfrm>
            <a:off x="8256600" y="2171880"/>
            <a:ext cx="461880" cy="200520"/>
            <a:chOff x="8256600" y="2171880"/>
            <a:chExt cx="461880" cy="200520"/>
          </a:xfrm>
        </p:grpSpPr>
        <p:sp>
          <p:nvSpPr>
            <p:cNvPr id="113" name=""/>
            <p:cNvSpPr/>
            <p:nvPr/>
          </p:nvSpPr>
          <p:spPr>
            <a:xfrm>
              <a:off x="8256600" y="2187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8380800" y="2171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" name=""/>
          <p:cNvGrpSpPr/>
          <p:nvPr/>
        </p:nvGrpSpPr>
        <p:grpSpPr>
          <a:xfrm>
            <a:off x="6851520" y="3382920"/>
            <a:ext cx="461880" cy="200520"/>
            <a:chOff x="6851520" y="3382920"/>
            <a:chExt cx="461880" cy="200520"/>
          </a:xfrm>
        </p:grpSpPr>
        <p:sp>
          <p:nvSpPr>
            <p:cNvPr id="116" name=""/>
            <p:cNvSpPr/>
            <p:nvPr/>
          </p:nvSpPr>
          <p:spPr>
            <a:xfrm>
              <a:off x="6851520" y="33984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6975720" y="3382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" name=""/>
          <p:cNvGrpSpPr/>
          <p:nvPr/>
        </p:nvGrpSpPr>
        <p:grpSpPr>
          <a:xfrm>
            <a:off x="6545160" y="701640"/>
            <a:ext cx="460080" cy="200520"/>
            <a:chOff x="6545160" y="701640"/>
            <a:chExt cx="460080" cy="200520"/>
          </a:xfrm>
        </p:grpSpPr>
        <p:sp>
          <p:nvSpPr>
            <p:cNvPr id="119" name=""/>
            <p:cNvSpPr/>
            <p:nvPr/>
          </p:nvSpPr>
          <p:spPr>
            <a:xfrm>
              <a:off x="6545160" y="716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6667560" y="701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1" name="Rounded Rectangle 12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22" name="Oval 121"/>
          <p:cNvSpPr/>
          <p:nvPr/>
        </p:nvSpPr>
        <p:spPr>
          <a:xfrm>
            <a:off x="5527099" y="333181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567099" y="337181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837099" y="339181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25" name="Oval 124"/>
          <p:cNvSpPr/>
          <p:nvPr/>
        </p:nvSpPr>
        <p:spPr>
          <a:xfrm>
            <a:off x="626788" y="432721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66788" y="436721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36788" y="438721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28" name="Oval 127"/>
          <p:cNvSpPr/>
          <p:nvPr/>
        </p:nvSpPr>
        <p:spPr>
          <a:xfrm>
            <a:off x="5374822" y="51620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414822" y="52020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84822" y="52220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31" name="Oval 130"/>
          <p:cNvSpPr/>
          <p:nvPr/>
        </p:nvSpPr>
        <p:spPr>
          <a:xfrm>
            <a:off x="1599853" y="58464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639853" y="58864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909853" y="59064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34" name="Oval 133"/>
          <p:cNvSpPr/>
          <p:nvPr/>
        </p:nvSpPr>
        <p:spPr>
          <a:xfrm>
            <a:off x="8194161" y="432254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234161" y="436254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504161" y="438254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37" name="Oval 136"/>
          <p:cNvSpPr/>
          <p:nvPr/>
        </p:nvSpPr>
        <p:spPr>
          <a:xfrm>
            <a:off x="2326696" y="29523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366696" y="29923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636696" y="30123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40" name="Oval 139"/>
          <p:cNvSpPr/>
          <p:nvPr/>
        </p:nvSpPr>
        <p:spPr>
          <a:xfrm>
            <a:off x="4392728" y="401835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432728" y="405835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702728" y="407835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43" name="Oval 142"/>
          <p:cNvSpPr/>
          <p:nvPr/>
        </p:nvSpPr>
        <p:spPr>
          <a:xfrm>
            <a:off x="193153" y="264619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33153" y="268619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03153" y="270619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46" name="Oval 145"/>
          <p:cNvSpPr/>
          <p:nvPr/>
        </p:nvSpPr>
        <p:spPr>
          <a:xfrm>
            <a:off x="2554384" y="20360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594384" y="20760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864384" y="20960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49" name="Oval 148"/>
          <p:cNvSpPr/>
          <p:nvPr/>
        </p:nvSpPr>
        <p:spPr>
          <a:xfrm>
            <a:off x="4437369" y="58255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477369" y="58655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747369" y="58855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52" name="Oval 151"/>
          <p:cNvSpPr/>
          <p:nvPr/>
        </p:nvSpPr>
        <p:spPr>
          <a:xfrm>
            <a:off x="8146461" y="87589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186461" y="91589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456461" y="93589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55" name="Oval 154"/>
          <p:cNvSpPr/>
          <p:nvPr/>
        </p:nvSpPr>
        <p:spPr>
          <a:xfrm>
            <a:off x="4612694" y="112214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652694" y="116214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922694" y="118214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58" name="Oval 157"/>
          <p:cNvSpPr/>
          <p:nvPr/>
        </p:nvSpPr>
        <p:spPr>
          <a:xfrm>
            <a:off x="626788" y="83306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66788" y="87306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36788" y="89306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61" name="Oval 160"/>
          <p:cNvSpPr/>
          <p:nvPr/>
        </p:nvSpPr>
        <p:spPr>
          <a:xfrm>
            <a:off x="2859324" y="66567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99324" y="70567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169324" y="72567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64" name="Oval 163"/>
          <p:cNvSpPr/>
          <p:nvPr/>
        </p:nvSpPr>
        <p:spPr>
          <a:xfrm>
            <a:off x="7812384" y="592310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852384" y="596310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122384" y="598310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67" name="Oval 166"/>
          <p:cNvSpPr/>
          <p:nvPr/>
        </p:nvSpPr>
        <p:spPr>
          <a:xfrm>
            <a:off x="4536570" y="21134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576570" y="21534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846570" y="21734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70" name="Oval 169"/>
          <p:cNvSpPr/>
          <p:nvPr/>
        </p:nvSpPr>
        <p:spPr>
          <a:xfrm>
            <a:off x="2250751" y="43239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290751" y="43639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560751" y="43839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73" name="Oval 172"/>
          <p:cNvSpPr/>
          <p:nvPr/>
        </p:nvSpPr>
        <p:spPr>
          <a:xfrm>
            <a:off x="8145006" y="20761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8185006" y="21161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455006" y="21361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76" name="Oval 175"/>
          <p:cNvSpPr/>
          <p:nvPr/>
        </p:nvSpPr>
        <p:spPr>
          <a:xfrm>
            <a:off x="6739940" y="32866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6779940" y="33266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049940" y="33466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3149640" y="50760"/>
            <a:ext cx="2844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2: EDDV | RWY 09L | STAR HLZ4R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 flipH="1" flipV="1">
            <a:off x="4933800" y="2990520"/>
            <a:ext cx="2308320" cy="102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3533400" y="2990880"/>
            <a:ext cx="1400040" cy="247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 flipH="1" flipV="1">
            <a:off x="3208320" y="3232080"/>
            <a:ext cx="32544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 flipV="1">
            <a:off x="2882880" y="3227040"/>
            <a:ext cx="32544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 flipH="1" flipV="1">
            <a:off x="2558880" y="3220920"/>
            <a:ext cx="32400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H="1" flipV="1">
            <a:off x="2233440" y="3215880"/>
            <a:ext cx="32544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 flipH="1" flipV="1">
            <a:off x="1908000" y="3209760"/>
            <a:ext cx="32544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H="1">
            <a:off x="1901520" y="3209760"/>
            <a:ext cx="6120" cy="406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901880" y="3616200"/>
            <a:ext cx="325440" cy="5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1760" bIns="-41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227320" y="3621240"/>
            <a:ext cx="323640" cy="6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680" bIns="-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550960" y="3627360"/>
            <a:ext cx="32544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2876400" y="3606480"/>
            <a:ext cx="250920" cy="27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127320" y="3606840"/>
            <a:ext cx="389160" cy="2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 flipV="1">
            <a:off x="3516480" y="3620880"/>
            <a:ext cx="325440" cy="6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680" bIns="-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6" name=""/>
          <p:cNvGrpSpPr/>
          <p:nvPr/>
        </p:nvGrpSpPr>
        <p:grpSpPr>
          <a:xfrm>
            <a:off x="7178760" y="3956040"/>
            <a:ext cx="505800" cy="200520"/>
            <a:chOff x="7178760" y="3956040"/>
            <a:chExt cx="505800" cy="200520"/>
          </a:xfrm>
        </p:grpSpPr>
        <p:sp>
          <p:nvSpPr>
            <p:cNvPr id="137" name=""/>
            <p:cNvSpPr/>
            <p:nvPr/>
          </p:nvSpPr>
          <p:spPr>
            <a:xfrm>
              <a:off x="7178760" y="39560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7333200" y="3956040"/>
              <a:ext cx="351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HLZ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" name=""/>
          <p:cNvGrpSpPr/>
          <p:nvPr/>
        </p:nvGrpSpPr>
        <p:grpSpPr>
          <a:xfrm>
            <a:off x="4883040" y="2927520"/>
            <a:ext cx="567720" cy="200520"/>
            <a:chOff x="4883040" y="2927520"/>
            <a:chExt cx="567720" cy="200520"/>
          </a:xfrm>
        </p:grpSpPr>
        <p:sp>
          <p:nvSpPr>
            <p:cNvPr id="140" name=""/>
            <p:cNvSpPr/>
            <p:nvPr/>
          </p:nvSpPr>
          <p:spPr>
            <a:xfrm>
              <a:off x="4883040" y="294012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4975920" y="292752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CELNB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" name=""/>
          <p:cNvGrpSpPr/>
          <p:nvPr/>
        </p:nvGrpSpPr>
        <p:grpSpPr>
          <a:xfrm>
            <a:off x="3483000" y="3174840"/>
            <a:ext cx="555480" cy="200520"/>
            <a:chOff x="3483000" y="3174840"/>
            <a:chExt cx="555480" cy="200520"/>
          </a:xfrm>
        </p:grpSpPr>
        <p:sp>
          <p:nvSpPr>
            <p:cNvPr id="143" name=""/>
            <p:cNvSpPr/>
            <p:nvPr/>
          </p:nvSpPr>
          <p:spPr>
            <a:xfrm>
              <a:off x="3483000" y="318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3588120" y="31748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" name=""/>
          <p:cNvGrpSpPr/>
          <p:nvPr/>
        </p:nvGrpSpPr>
        <p:grpSpPr>
          <a:xfrm>
            <a:off x="3157560" y="3168720"/>
            <a:ext cx="555480" cy="200520"/>
            <a:chOff x="3157560" y="3168720"/>
            <a:chExt cx="555480" cy="200520"/>
          </a:xfrm>
        </p:grpSpPr>
        <p:sp>
          <p:nvSpPr>
            <p:cNvPr id="146" name=""/>
            <p:cNvSpPr/>
            <p:nvPr/>
          </p:nvSpPr>
          <p:spPr>
            <a:xfrm>
              <a:off x="3157560" y="3181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3262680" y="31687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" name=""/>
          <p:cNvGrpSpPr/>
          <p:nvPr/>
        </p:nvGrpSpPr>
        <p:grpSpPr>
          <a:xfrm>
            <a:off x="2832120" y="3164040"/>
            <a:ext cx="555480" cy="200520"/>
            <a:chOff x="2832120" y="3164040"/>
            <a:chExt cx="555480" cy="200520"/>
          </a:xfrm>
        </p:grpSpPr>
        <p:sp>
          <p:nvSpPr>
            <p:cNvPr id="149" name=""/>
            <p:cNvSpPr/>
            <p:nvPr/>
          </p:nvSpPr>
          <p:spPr>
            <a:xfrm>
              <a:off x="2832120" y="3176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2937240" y="31640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" name=""/>
          <p:cNvGrpSpPr/>
          <p:nvPr/>
        </p:nvGrpSpPr>
        <p:grpSpPr>
          <a:xfrm>
            <a:off x="2508120" y="3157560"/>
            <a:ext cx="555480" cy="200520"/>
            <a:chOff x="2508120" y="3157560"/>
            <a:chExt cx="555480" cy="200520"/>
          </a:xfrm>
        </p:grpSpPr>
        <p:sp>
          <p:nvSpPr>
            <p:cNvPr id="152" name=""/>
            <p:cNvSpPr/>
            <p:nvPr/>
          </p:nvSpPr>
          <p:spPr>
            <a:xfrm>
              <a:off x="2508120" y="31701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2613240" y="31575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" name=""/>
          <p:cNvGrpSpPr/>
          <p:nvPr/>
        </p:nvGrpSpPr>
        <p:grpSpPr>
          <a:xfrm>
            <a:off x="2182680" y="3152880"/>
            <a:ext cx="555480" cy="200520"/>
            <a:chOff x="2182680" y="3152880"/>
            <a:chExt cx="555480" cy="200520"/>
          </a:xfrm>
        </p:grpSpPr>
        <p:sp>
          <p:nvSpPr>
            <p:cNvPr id="155" name=""/>
            <p:cNvSpPr/>
            <p:nvPr/>
          </p:nvSpPr>
          <p:spPr>
            <a:xfrm>
              <a:off x="2182680" y="31654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2287800" y="3152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" name=""/>
          <p:cNvGrpSpPr/>
          <p:nvPr/>
        </p:nvGrpSpPr>
        <p:grpSpPr>
          <a:xfrm>
            <a:off x="1868400" y="3146400"/>
            <a:ext cx="534960" cy="200520"/>
            <a:chOff x="1868400" y="3146400"/>
            <a:chExt cx="534960" cy="200520"/>
          </a:xfrm>
        </p:grpSpPr>
        <p:sp>
          <p:nvSpPr>
            <p:cNvPr id="158" name=""/>
            <p:cNvSpPr/>
            <p:nvPr/>
          </p:nvSpPr>
          <p:spPr>
            <a:xfrm>
              <a:off x="1868400" y="31687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1953000" y="31464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"/>
          <p:cNvGrpSpPr/>
          <p:nvPr/>
        </p:nvGrpSpPr>
        <p:grpSpPr>
          <a:xfrm>
            <a:off x="1860480" y="3552840"/>
            <a:ext cx="534960" cy="200520"/>
            <a:chOff x="1860480" y="3552840"/>
            <a:chExt cx="534960" cy="200520"/>
          </a:xfrm>
        </p:grpSpPr>
        <p:sp>
          <p:nvSpPr>
            <p:cNvPr id="161" name=""/>
            <p:cNvSpPr/>
            <p:nvPr/>
          </p:nvSpPr>
          <p:spPr>
            <a:xfrm>
              <a:off x="1860480" y="3575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1945080" y="35528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" name=""/>
          <p:cNvGrpSpPr/>
          <p:nvPr/>
        </p:nvGrpSpPr>
        <p:grpSpPr>
          <a:xfrm>
            <a:off x="2185920" y="3557520"/>
            <a:ext cx="534960" cy="200520"/>
            <a:chOff x="2185920" y="3557520"/>
            <a:chExt cx="534960" cy="200520"/>
          </a:xfrm>
        </p:grpSpPr>
        <p:sp>
          <p:nvSpPr>
            <p:cNvPr id="164" name=""/>
            <p:cNvSpPr/>
            <p:nvPr/>
          </p:nvSpPr>
          <p:spPr>
            <a:xfrm>
              <a:off x="2185920" y="3581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2270520" y="35575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" name=""/>
          <p:cNvGrpSpPr/>
          <p:nvPr/>
        </p:nvGrpSpPr>
        <p:grpSpPr>
          <a:xfrm>
            <a:off x="2511360" y="3564000"/>
            <a:ext cx="534960" cy="200520"/>
            <a:chOff x="2511360" y="3564000"/>
            <a:chExt cx="534960" cy="200520"/>
          </a:xfrm>
        </p:grpSpPr>
        <p:sp>
          <p:nvSpPr>
            <p:cNvPr id="167" name=""/>
            <p:cNvSpPr/>
            <p:nvPr/>
          </p:nvSpPr>
          <p:spPr>
            <a:xfrm>
              <a:off x="2511360" y="35863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2595960" y="35640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" name=""/>
          <p:cNvGrpSpPr/>
          <p:nvPr/>
        </p:nvGrpSpPr>
        <p:grpSpPr>
          <a:xfrm>
            <a:off x="2825640" y="3570120"/>
            <a:ext cx="555480" cy="200520"/>
            <a:chOff x="2825640" y="3570120"/>
            <a:chExt cx="555480" cy="200520"/>
          </a:xfrm>
        </p:grpSpPr>
        <p:sp>
          <p:nvSpPr>
            <p:cNvPr id="170" name=""/>
            <p:cNvSpPr/>
            <p:nvPr/>
          </p:nvSpPr>
          <p:spPr>
            <a:xfrm>
              <a:off x="2825640" y="35830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2930760" y="35701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DV472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"/>
          <p:cNvGrpSpPr/>
          <p:nvPr/>
        </p:nvGrpSpPr>
        <p:grpSpPr>
          <a:xfrm>
            <a:off x="3076560" y="3543480"/>
            <a:ext cx="560160" cy="200520"/>
            <a:chOff x="3076560" y="3543480"/>
            <a:chExt cx="560160" cy="200520"/>
          </a:xfrm>
        </p:grpSpPr>
        <p:sp>
          <p:nvSpPr>
            <p:cNvPr id="173" name=""/>
            <p:cNvSpPr/>
            <p:nvPr/>
          </p:nvSpPr>
          <p:spPr>
            <a:xfrm>
              <a:off x="3076560" y="3556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3177000" y="354348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DESIM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" name=""/>
          <p:cNvGrpSpPr/>
          <p:nvPr/>
        </p:nvGrpSpPr>
        <p:grpSpPr>
          <a:xfrm>
            <a:off x="3465360" y="3564000"/>
            <a:ext cx="530280" cy="200520"/>
            <a:chOff x="3465360" y="3564000"/>
            <a:chExt cx="530280" cy="200520"/>
          </a:xfrm>
        </p:grpSpPr>
        <p:sp>
          <p:nvSpPr>
            <p:cNvPr id="176" name=""/>
            <p:cNvSpPr/>
            <p:nvPr/>
          </p:nvSpPr>
          <p:spPr>
            <a:xfrm>
              <a:off x="3465360" y="35766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3545280" y="356400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HWNB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" name=""/>
          <p:cNvGrpSpPr/>
          <p:nvPr/>
        </p:nvGrpSpPr>
        <p:grpSpPr>
          <a:xfrm>
            <a:off x="3778200" y="3557520"/>
            <a:ext cx="595440" cy="200520"/>
            <a:chOff x="3778200" y="3557520"/>
            <a:chExt cx="595440" cy="200520"/>
          </a:xfrm>
        </p:grpSpPr>
        <p:sp>
          <p:nvSpPr>
            <p:cNvPr id="179" name=""/>
            <p:cNvSpPr/>
            <p:nvPr/>
          </p:nvSpPr>
          <p:spPr>
            <a:xfrm>
              <a:off x="3778200" y="35575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3894120" y="35575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" name=""/>
          <p:cNvGrpSpPr/>
          <p:nvPr/>
        </p:nvGrpSpPr>
        <p:grpSpPr>
          <a:xfrm>
            <a:off x="6781680" y="1295280"/>
            <a:ext cx="461880" cy="200520"/>
            <a:chOff x="6781680" y="1295280"/>
            <a:chExt cx="461880" cy="200520"/>
          </a:xfrm>
        </p:grpSpPr>
        <p:sp>
          <p:nvSpPr>
            <p:cNvPr id="182" name=""/>
            <p:cNvSpPr/>
            <p:nvPr/>
          </p:nvSpPr>
          <p:spPr>
            <a:xfrm>
              <a:off x="6781680" y="131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690588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" name=""/>
          <p:cNvGrpSpPr/>
          <p:nvPr/>
        </p:nvGrpSpPr>
        <p:grpSpPr>
          <a:xfrm>
            <a:off x="380880" y="4952880"/>
            <a:ext cx="461880" cy="200520"/>
            <a:chOff x="380880" y="4952880"/>
            <a:chExt cx="461880" cy="200520"/>
          </a:xfrm>
        </p:grpSpPr>
        <p:sp>
          <p:nvSpPr>
            <p:cNvPr id="185" name=""/>
            <p:cNvSpPr/>
            <p:nvPr/>
          </p:nvSpPr>
          <p:spPr>
            <a:xfrm>
              <a:off x="380880" y="4967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50508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" name=""/>
          <p:cNvGrpSpPr/>
          <p:nvPr/>
        </p:nvGrpSpPr>
        <p:grpSpPr>
          <a:xfrm>
            <a:off x="5943600" y="4572000"/>
            <a:ext cx="461880" cy="200520"/>
            <a:chOff x="5943600" y="4572000"/>
            <a:chExt cx="461880" cy="200520"/>
          </a:xfrm>
        </p:grpSpPr>
        <p:sp>
          <p:nvSpPr>
            <p:cNvPr id="188" name=""/>
            <p:cNvSpPr/>
            <p:nvPr/>
          </p:nvSpPr>
          <p:spPr>
            <a:xfrm>
              <a:off x="5943600" y="45860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60678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" name=""/>
          <p:cNvGrpSpPr/>
          <p:nvPr/>
        </p:nvGrpSpPr>
        <p:grpSpPr>
          <a:xfrm>
            <a:off x="1676520" y="2057400"/>
            <a:ext cx="461160" cy="200520"/>
            <a:chOff x="1676520" y="2057400"/>
            <a:chExt cx="461160" cy="200520"/>
          </a:xfrm>
        </p:grpSpPr>
        <p:sp>
          <p:nvSpPr>
            <p:cNvPr id="191" name=""/>
            <p:cNvSpPr/>
            <p:nvPr/>
          </p:nvSpPr>
          <p:spPr>
            <a:xfrm>
              <a:off x="1676520" y="20732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18000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" name=""/>
          <p:cNvGrpSpPr/>
          <p:nvPr/>
        </p:nvGrpSpPr>
        <p:grpSpPr>
          <a:xfrm>
            <a:off x="2355840" y="3306600"/>
            <a:ext cx="461520" cy="200520"/>
            <a:chOff x="2355840" y="3306600"/>
            <a:chExt cx="461520" cy="200520"/>
          </a:xfrm>
        </p:grpSpPr>
        <p:sp>
          <p:nvSpPr>
            <p:cNvPr id="194" name=""/>
            <p:cNvSpPr/>
            <p:nvPr/>
          </p:nvSpPr>
          <p:spPr>
            <a:xfrm>
              <a:off x="2355840" y="3322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2479680" y="3306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"/>
          <p:cNvGrpSpPr/>
          <p:nvPr/>
        </p:nvGrpSpPr>
        <p:grpSpPr>
          <a:xfrm>
            <a:off x="8305920" y="4952880"/>
            <a:ext cx="460080" cy="200520"/>
            <a:chOff x="8305920" y="4952880"/>
            <a:chExt cx="460080" cy="200520"/>
          </a:xfrm>
        </p:grpSpPr>
        <p:sp>
          <p:nvSpPr>
            <p:cNvPr id="197" name=""/>
            <p:cNvSpPr/>
            <p:nvPr/>
          </p:nvSpPr>
          <p:spPr>
            <a:xfrm>
              <a:off x="8305920" y="49672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842832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" name=""/>
          <p:cNvGrpSpPr/>
          <p:nvPr/>
        </p:nvGrpSpPr>
        <p:grpSpPr>
          <a:xfrm>
            <a:off x="2819520" y="609480"/>
            <a:ext cx="461160" cy="200520"/>
            <a:chOff x="2819520" y="609480"/>
            <a:chExt cx="461160" cy="200520"/>
          </a:xfrm>
        </p:grpSpPr>
        <p:sp>
          <p:nvSpPr>
            <p:cNvPr id="200" name=""/>
            <p:cNvSpPr/>
            <p:nvPr/>
          </p:nvSpPr>
          <p:spPr>
            <a:xfrm>
              <a:off x="2819520" y="625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29430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"/>
          <p:cNvGrpSpPr/>
          <p:nvPr/>
        </p:nvGrpSpPr>
        <p:grpSpPr>
          <a:xfrm>
            <a:off x="4573440" y="4319640"/>
            <a:ext cx="461520" cy="200520"/>
            <a:chOff x="4573440" y="4319640"/>
            <a:chExt cx="461520" cy="200520"/>
          </a:xfrm>
        </p:grpSpPr>
        <p:sp>
          <p:nvSpPr>
            <p:cNvPr id="203" name=""/>
            <p:cNvSpPr/>
            <p:nvPr/>
          </p:nvSpPr>
          <p:spPr>
            <a:xfrm>
              <a:off x="4573440" y="4334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4697280" y="4319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" name=""/>
          <p:cNvGrpSpPr/>
          <p:nvPr/>
        </p:nvGrpSpPr>
        <p:grpSpPr>
          <a:xfrm>
            <a:off x="8153280" y="3429000"/>
            <a:ext cx="461880" cy="200520"/>
            <a:chOff x="8153280" y="3429000"/>
            <a:chExt cx="461880" cy="200520"/>
          </a:xfrm>
        </p:grpSpPr>
        <p:sp>
          <p:nvSpPr>
            <p:cNvPr id="206" name=""/>
            <p:cNvSpPr/>
            <p:nvPr/>
          </p:nvSpPr>
          <p:spPr>
            <a:xfrm>
              <a:off x="8153280" y="34444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827748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" name=""/>
          <p:cNvGrpSpPr/>
          <p:nvPr/>
        </p:nvGrpSpPr>
        <p:grpSpPr>
          <a:xfrm>
            <a:off x="905040" y="3444840"/>
            <a:ext cx="466920" cy="200520"/>
            <a:chOff x="905040" y="3444840"/>
            <a:chExt cx="466920" cy="200520"/>
          </a:xfrm>
        </p:grpSpPr>
        <p:sp>
          <p:nvSpPr>
            <p:cNvPr id="209" name=""/>
            <p:cNvSpPr/>
            <p:nvPr/>
          </p:nvSpPr>
          <p:spPr>
            <a:xfrm>
              <a:off x="905040" y="34592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1034280" y="3444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" name=""/>
          <p:cNvGrpSpPr/>
          <p:nvPr/>
        </p:nvGrpSpPr>
        <p:grpSpPr>
          <a:xfrm>
            <a:off x="4114800" y="2057400"/>
            <a:ext cx="461520" cy="200520"/>
            <a:chOff x="4114800" y="2057400"/>
            <a:chExt cx="461520" cy="200520"/>
          </a:xfrm>
        </p:grpSpPr>
        <p:sp>
          <p:nvSpPr>
            <p:cNvPr id="212" name=""/>
            <p:cNvSpPr/>
            <p:nvPr/>
          </p:nvSpPr>
          <p:spPr>
            <a:xfrm>
              <a:off x="411480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423864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" name=""/>
          <p:cNvGrpSpPr/>
          <p:nvPr/>
        </p:nvGrpSpPr>
        <p:grpSpPr>
          <a:xfrm>
            <a:off x="1447920" y="4191120"/>
            <a:ext cx="461520" cy="200520"/>
            <a:chOff x="1447920" y="4191120"/>
            <a:chExt cx="461520" cy="200520"/>
          </a:xfrm>
        </p:grpSpPr>
        <p:sp>
          <p:nvSpPr>
            <p:cNvPr id="215" name=""/>
            <p:cNvSpPr/>
            <p:nvPr/>
          </p:nvSpPr>
          <p:spPr>
            <a:xfrm>
              <a:off x="1447920" y="420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157176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" name=""/>
          <p:cNvGrpSpPr/>
          <p:nvPr/>
        </p:nvGrpSpPr>
        <p:grpSpPr>
          <a:xfrm>
            <a:off x="5410080" y="3809880"/>
            <a:ext cx="461520" cy="200520"/>
            <a:chOff x="5410080" y="3809880"/>
            <a:chExt cx="461520" cy="200520"/>
          </a:xfrm>
        </p:grpSpPr>
        <p:sp>
          <p:nvSpPr>
            <p:cNvPr id="218" name=""/>
            <p:cNvSpPr/>
            <p:nvPr/>
          </p:nvSpPr>
          <p:spPr>
            <a:xfrm>
              <a:off x="5410080" y="3825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553392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0" name=""/>
          <p:cNvGrpSpPr/>
          <p:nvPr/>
        </p:nvGrpSpPr>
        <p:grpSpPr>
          <a:xfrm>
            <a:off x="6781680" y="2895480"/>
            <a:ext cx="461520" cy="200520"/>
            <a:chOff x="6781680" y="2895480"/>
            <a:chExt cx="461520" cy="200520"/>
          </a:xfrm>
        </p:grpSpPr>
        <p:sp>
          <p:nvSpPr>
            <p:cNvPr id="221" name=""/>
            <p:cNvSpPr/>
            <p:nvPr/>
          </p:nvSpPr>
          <p:spPr>
            <a:xfrm>
              <a:off x="6781680" y="290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690552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" name=""/>
          <p:cNvGrpSpPr/>
          <p:nvPr/>
        </p:nvGrpSpPr>
        <p:grpSpPr>
          <a:xfrm>
            <a:off x="7086600" y="5410080"/>
            <a:ext cx="461880" cy="200520"/>
            <a:chOff x="7086600" y="5410080"/>
            <a:chExt cx="461880" cy="200520"/>
          </a:xfrm>
        </p:grpSpPr>
        <p:sp>
          <p:nvSpPr>
            <p:cNvPr id="224" name=""/>
            <p:cNvSpPr/>
            <p:nvPr/>
          </p:nvSpPr>
          <p:spPr>
            <a:xfrm>
              <a:off x="7086600" y="542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721080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" name=""/>
          <p:cNvGrpSpPr/>
          <p:nvPr/>
        </p:nvGrpSpPr>
        <p:grpSpPr>
          <a:xfrm>
            <a:off x="5562720" y="2362320"/>
            <a:ext cx="460080" cy="200520"/>
            <a:chOff x="5562720" y="2362320"/>
            <a:chExt cx="460080" cy="200520"/>
          </a:xfrm>
        </p:grpSpPr>
        <p:sp>
          <p:nvSpPr>
            <p:cNvPr id="227" name=""/>
            <p:cNvSpPr/>
            <p:nvPr/>
          </p:nvSpPr>
          <p:spPr>
            <a:xfrm>
              <a:off x="5562720" y="23781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568512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" name=""/>
          <p:cNvGrpSpPr/>
          <p:nvPr/>
        </p:nvGrpSpPr>
        <p:grpSpPr>
          <a:xfrm>
            <a:off x="2362320" y="3962520"/>
            <a:ext cx="461520" cy="200520"/>
            <a:chOff x="2362320" y="3962520"/>
            <a:chExt cx="461520" cy="200520"/>
          </a:xfrm>
        </p:grpSpPr>
        <p:sp>
          <p:nvSpPr>
            <p:cNvPr id="230" name=""/>
            <p:cNvSpPr/>
            <p:nvPr/>
          </p:nvSpPr>
          <p:spPr>
            <a:xfrm>
              <a:off x="2362320" y="3976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248616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" name=""/>
          <p:cNvGrpSpPr/>
          <p:nvPr/>
        </p:nvGrpSpPr>
        <p:grpSpPr>
          <a:xfrm>
            <a:off x="1981080" y="6248520"/>
            <a:ext cx="461520" cy="200520"/>
            <a:chOff x="1981080" y="6248520"/>
            <a:chExt cx="461520" cy="200520"/>
          </a:xfrm>
        </p:grpSpPr>
        <p:sp>
          <p:nvSpPr>
            <p:cNvPr id="233" name=""/>
            <p:cNvSpPr/>
            <p:nvPr/>
          </p:nvSpPr>
          <p:spPr>
            <a:xfrm>
              <a:off x="1981080" y="6264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210492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" name=""/>
          <p:cNvGrpSpPr/>
          <p:nvPr/>
        </p:nvGrpSpPr>
        <p:grpSpPr>
          <a:xfrm>
            <a:off x="3733920" y="5029200"/>
            <a:ext cx="460080" cy="200520"/>
            <a:chOff x="3733920" y="5029200"/>
            <a:chExt cx="460080" cy="200520"/>
          </a:xfrm>
        </p:grpSpPr>
        <p:sp>
          <p:nvSpPr>
            <p:cNvPr id="236" name=""/>
            <p:cNvSpPr/>
            <p:nvPr/>
          </p:nvSpPr>
          <p:spPr>
            <a:xfrm>
              <a:off x="3733920" y="50436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385632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" name=""/>
          <p:cNvGrpSpPr/>
          <p:nvPr/>
        </p:nvGrpSpPr>
        <p:grpSpPr>
          <a:xfrm>
            <a:off x="3048120" y="2666880"/>
            <a:ext cx="459720" cy="200520"/>
            <a:chOff x="3048120" y="2666880"/>
            <a:chExt cx="459720" cy="200520"/>
          </a:xfrm>
        </p:grpSpPr>
        <p:sp>
          <p:nvSpPr>
            <p:cNvPr id="239" name=""/>
            <p:cNvSpPr/>
            <p:nvPr/>
          </p:nvSpPr>
          <p:spPr>
            <a:xfrm>
              <a:off x="3048120" y="26827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317016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1" name="Rounded Rectangle 24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42" name="Oval 241"/>
          <p:cNvSpPr/>
          <p:nvPr/>
        </p:nvSpPr>
        <p:spPr>
          <a:xfrm>
            <a:off x="6670099" y="11995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710099" y="12395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6980099" y="12595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45" name="Oval 244"/>
          <p:cNvSpPr/>
          <p:nvPr/>
        </p:nvSpPr>
        <p:spPr>
          <a:xfrm>
            <a:off x="269296" y="485570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309296" y="489570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579296" y="491570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48" name="Oval 247"/>
          <p:cNvSpPr/>
          <p:nvPr/>
        </p:nvSpPr>
        <p:spPr>
          <a:xfrm>
            <a:off x="5832015" y="44742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872015" y="45142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142015" y="45342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51" name="Oval 250"/>
          <p:cNvSpPr/>
          <p:nvPr/>
        </p:nvSpPr>
        <p:spPr>
          <a:xfrm>
            <a:off x="1564756" y="19616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604756" y="20016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874756" y="20216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54" name="Oval 253"/>
          <p:cNvSpPr/>
          <p:nvPr/>
        </p:nvSpPr>
        <p:spPr>
          <a:xfrm>
            <a:off x="2244261" y="32108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284261" y="32508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2554261" y="32708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57" name="Oval 256"/>
          <p:cNvSpPr/>
          <p:nvPr/>
        </p:nvSpPr>
        <p:spPr>
          <a:xfrm>
            <a:off x="8193434" y="485570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8233434" y="489570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8503434" y="491570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60" name="Oval 259"/>
          <p:cNvSpPr/>
          <p:nvPr/>
        </p:nvSpPr>
        <p:spPr>
          <a:xfrm>
            <a:off x="2707754" y="51410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747754" y="55410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3017754" y="57410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63" name="Oval 262"/>
          <p:cNvSpPr/>
          <p:nvPr/>
        </p:nvSpPr>
        <p:spPr>
          <a:xfrm>
            <a:off x="4461856" y="4222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1856" y="4262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4771856" y="4282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66" name="Oval 265"/>
          <p:cNvSpPr/>
          <p:nvPr/>
        </p:nvSpPr>
        <p:spPr>
          <a:xfrm>
            <a:off x="8041696" y="333272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8081696" y="337272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8351696" y="339272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69" name="Oval 268"/>
          <p:cNvSpPr/>
          <p:nvPr/>
        </p:nvSpPr>
        <p:spPr>
          <a:xfrm>
            <a:off x="792554" y="334766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832554" y="338766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102554" y="340766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72" name="Oval 271"/>
          <p:cNvSpPr/>
          <p:nvPr/>
        </p:nvSpPr>
        <p:spPr>
          <a:xfrm>
            <a:off x="4003214" y="19616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043214" y="20016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4313214" y="20216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75" name="Oval 274"/>
          <p:cNvSpPr/>
          <p:nvPr/>
        </p:nvSpPr>
        <p:spPr>
          <a:xfrm>
            <a:off x="1336337" y="409394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376337" y="413394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1646337" y="415394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78" name="Oval 277"/>
          <p:cNvSpPr/>
          <p:nvPr/>
        </p:nvSpPr>
        <p:spPr>
          <a:xfrm>
            <a:off x="5298495" y="371414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338495" y="375414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5608495" y="377414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81" name="Oval 280"/>
          <p:cNvSpPr/>
          <p:nvPr/>
        </p:nvSpPr>
        <p:spPr>
          <a:xfrm>
            <a:off x="6670099" y="27982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710099" y="28382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980099" y="28582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84" name="Oval 283"/>
          <p:cNvSpPr/>
          <p:nvPr/>
        </p:nvSpPr>
        <p:spPr>
          <a:xfrm>
            <a:off x="6975013" y="53125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015013" y="53525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7285013" y="53725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87" name="Oval 286"/>
          <p:cNvSpPr/>
          <p:nvPr/>
        </p:nvSpPr>
        <p:spPr>
          <a:xfrm>
            <a:off x="5450240" y="22665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490240" y="23065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5760240" y="23265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90" name="Oval 289"/>
          <p:cNvSpPr/>
          <p:nvPr/>
        </p:nvSpPr>
        <p:spPr>
          <a:xfrm>
            <a:off x="2250737" y="38653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290737" y="39053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2560737" y="39253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93" name="Oval 292"/>
          <p:cNvSpPr/>
          <p:nvPr/>
        </p:nvSpPr>
        <p:spPr>
          <a:xfrm>
            <a:off x="1869499" y="61527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909499" y="61927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2179499" y="62127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96" name="Oval 295"/>
          <p:cNvSpPr/>
          <p:nvPr/>
        </p:nvSpPr>
        <p:spPr>
          <a:xfrm>
            <a:off x="3621618" y="49320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3661618" y="49720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3931618" y="49920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99" name="Oval 298"/>
          <p:cNvSpPr/>
          <p:nvPr/>
        </p:nvSpPr>
        <p:spPr>
          <a:xfrm>
            <a:off x="2935637" y="25711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975637" y="26111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3245637" y="26311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3125880" y="50760"/>
            <a:ext cx="28918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100" spc="-1" strike="noStrike">
                <a:solidFill>
                  <a:srgbClr val="1a2a40"/>
                </a:solidFill>
                <a:latin typeface="Arial"/>
              </a:rPr>
              <a:t>Level 3: LFPG | RWY 08L | STAR DINA4E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 flipH="1">
            <a:off x="5799240" y="2424240"/>
            <a:ext cx="1442880" cy="41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 flipH="1">
            <a:off x="5157720" y="2838600"/>
            <a:ext cx="641520" cy="183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 flipH="1">
            <a:off x="4640040" y="3022560"/>
            <a:ext cx="517320" cy="168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 flipH="1">
            <a:off x="4258800" y="3191040"/>
            <a:ext cx="381240" cy="12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 flipH="1">
            <a:off x="3765240" y="3314880"/>
            <a:ext cx="493560" cy="158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H="1">
            <a:off x="2665440" y="3473280"/>
            <a:ext cx="1100160" cy="586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 flipH="1">
            <a:off x="2100240" y="4059360"/>
            <a:ext cx="565200" cy="9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7440" bIns="-374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 flipH="1">
            <a:off x="1901520" y="4068720"/>
            <a:ext cx="198360" cy="160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1901880" y="4229280"/>
            <a:ext cx="25200" cy="357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 flipV="1">
            <a:off x="1927080" y="4562640"/>
            <a:ext cx="231840" cy="23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3040" bIns="-23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 flipV="1">
            <a:off x="2158920" y="4541760"/>
            <a:ext cx="276480" cy="20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 flipV="1">
            <a:off x="2435400" y="4528800"/>
            <a:ext cx="195120" cy="12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4" name=""/>
          <p:cNvGrpSpPr/>
          <p:nvPr/>
        </p:nvGrpSpPr>
        <p:grpSpPr>
          <a:xfrm>
            <a:off x="7178760" y="2360520"/>
            <a:ext cx="717840" cy="200520"/>
            <a:chOff x="7178760" y="2360520"/>
            <a:chExt cx="717840" cy="200520"/>
          </a:xfrm>
        </p:grpSpPr>
        <p:sp>
          <p:nvSpPr>
            <p:cNvPr id="255" name=""/>
            <p:cNvSpPr/>
            <p:nvPr/>
          </p:nvSpPr>
          <p:spPr>
            <a:xfrm>
              <a:off x="7178760" y="23605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7369920" y="2360520"/>
              <a:ext cx="526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'DINAN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" name=""/>
          <p:cNvGrpSpPr/>
          <p:nvPr/>
        </p:nvGrpSpPr>
        <p:grpSpPr>
          <a:xfrm>
            <a:off x="5748480" y="2774880"/>
            <a:ext cx="685440" cy="200520"/>
            <a:chOff x="5748480" y="2774880"/>
            <a:chExt cx="685440" cy="200520"/>
          </a:xfrm>
        </p:grpSpPr>
        <p:sp>
          <p:nvSpPr>
            <p:cNvPr id="258" name=""/>
            <p:cNvSpPr/>
            <p:nvPr/>
          </p:nvSpPr>
          <p:spPr>
            <a:xfrm>
              <a:off x="5748480" y="27874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5920920" y="2774880"/>
              <a:ext cx="5130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'CRL80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" name=""/>
          <p:cNvGrpSpPr/>
          <p:nvPr/>
        </p:nvGrpSpPr>
        <p:grpSpPr>
          <a:xfrm>
            <a:off x="5106960" y="2959200"/>
            <a:ext cx="703440" cy="200520"/>
            <a:chOff x="5106960" y="2959200"/>
            <a:chExt cx="703440" cy="200520"/>
          </a:xfrm>
        </p:grpSpPr>
        <p:sp>
          <p:nvSpPr>
            <p:cNvPr id="261" name=""/>
            <p:cNvSpPr/>
            <p:nvPr/>
          </p:nvSpPr>
          <p:spPr>
            <a:xfrm>
              <a:off x="5106960" y="2971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5262480" y="295920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'ZERAM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" name=""/>
          <p:cNvGrpSpPr/>
          <p:nvPr/>
        </p:nvGrpSpPr>
        <p:grpSpPr>
          <a:xfrm>
            <a:off x="4589640" y="3127320"/>
            <a:ext cx="702360" cy="200520"/>
            <a:chOff x="4589640" y="3127320"/>
            <a:chExt cx="702360" cy="200520"/>
          </a:xfrm>
        </p:grpSpPr>
        <p:sp>
          <p:nvSpPr>
            <p:cNvPr id="264" name=""/>
            <p:cNvSpPr/>
            <p:nvPr/>
          </p:nvSpPr>
          <p:spPr>
            <a:xfrm>
              <a:off x="4589640" y="31399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4744080" y="312732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'ANARU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" name=""/>
          <p:cNvGrpSpPr/>
          <p:nvPr/>
        </p:nvGrpSpPr>
        <p:grpSpPr>
          <a:xfrm>
            <a:off x="4208400" y="3251160"/>
            <a:ext cx="688320" cy="200520"/>
            <a:chOff x="4208400" y="3251160"/>
            <a:chExt cx="688320" cy="200520"/>
          </a:xfrm>
        </p:grpSpPr>
        <p:sp>
          <p:nvSpPr>
            <p:cNvPr id="267" name=""/>
            <p:cNvSpPr/>
            <p:nvPr/>
          </p:nvSpPr>
          <p:spPr>
            <a:xfrm>
              <a:off x="4208400" y="32637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4379040" y="3251160"/>
              <a:ext cx="51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'DIVEM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" name=""/>
          <p:cNvGrpSpPr/>
          <p:nvPr/>
        </p:nvGrpSpPr>
        <p:grpSpPr>
          <a:xfrm>
            <a:off x="3714840" y="3409920"/>
            <a:ext cx="695880" cy="200520"/>
            <a:chOff x="3714840" y="3409920"/>
            <a:chExt cx="695880" cy="200520"/>
          </a:xfrm>
        </p:grpSpPr>
        <p:sp>
          <p:nvSpPr>
            <p:cNvPr id="270" name=""/>
            <p:cNvSpPr/>
            <p:nvPr/>
          </p:nvSpPr>
          <p:spPr>
            <a:xfrm>
              <a:off x="3714840" y="3422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3877920" y="3409920"/>
              <a:ext cx="5328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'LORTA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" name=""/>
          <p:cNvGrpSpPr/>
          <p:nvPr/>
        </p:nvGrpSpPr>
        <p:grpSpPr>
          <a:xfrm>
            <a:off x="2614680" y="3995640"/>
            <a:ext cx="708120" cy="200520"/>
            <a:chOff x="2614680" y="3995640"/>
            <a:chExt cx="708120" cy="200520"/>
          </a:xfrm>
        </p:grpSpPr>
        <p:sp>
          <p:nvSpPr>
            <p:cNvPr id="273" name=""/>
            <p:cNvSpPr/>
            <p:nvPr/>
          </p:nvSpPr>
          <p:spPr>
            <a:xfrm>
              <a:off x="2614680" y="4008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2765520" y="3995640"/>
              <a:ext cx="5572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'BUNOR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" name=""/>
          <p:cNvGrpSpPr/>
          <p:nvPr/>
        </p:nvGrpSpPr>
        <p:grpSpPr>
          <a:xfrm>
            <a:off x="2058840" y="4005360"/>
            <a:ext cx="665280" cy="200520"/>
            <a:chOff x="2058840" y="4005360"/>
            <a:chExt cx="665280" cy="200520"/>
          </a:xfrm>
        </p:grpSpPr>
        <p:sp>
          <p:nvSpPr>
            <p:cNvPr id="276" name=""/>
            <p:cNvSpPr/>
            <p:nvPr/>
          </p:nvSpPr>
          <p:spPr>
            <a:xfrm>
              <a:off x="2058840" y="40291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2211120" y="4005360"/>
              <a:ext cx="5130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'PG529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" name=""/>
          <p:cNvGrpSpPr/>
          <p:nvPr/>
        </p:nvGrpSpPr>
        <p:grpSpPr>
          <a:xfrm>
            <a:off x="1851120" y="4165560"/>
            <a:ext cx="730440" cy="200520"/>
            <a:chOff x="1851120" y="4165560"/>
            <a:chExt cx="730440" cy="200520"/>
          </a:xfrm>
        </p:grpSpPr>
        <p:sp>
          <p:nvSpPr>
            <p:cNvPr id="279" name=""/>
            <p:cNvSpPr/>
            <p:nvPr/>
          </p:nvSpPr>
          <p:spPr>
            <a:xfrm>
              <a:off x="1851120" y="41781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2044080" y="4165560"/>
              <a:ext cx="53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'PG530 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" name=""/>
          <p:cNvGrpSpPr/>
          <p:nvPr/>
        </p:nvGrpSpPr>
        <p:grpSpPr>
          <a:xfrm>
            <a:off x="1876320" y="4522680"/>
            <a:ext cx="685080" cy="200520"/>
            <a:chOff x="1876320" y="4522680"/>
            <a:chExt cx="685080" cy="200520"/>
          </a:xfrm>
        </p:grpSpPr>
        <p:sp>
          <p:nvSpPr>
            <p:cNvPr id="282" name=""/>
            <p:cNvSpPr/>
            <p:nvPr/>
          </p:nvSpPr>
          <p:spPr>
            <a:xfrm>
              <a:off x="1876320" y="45356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2048400" y="4522680"/>
              <a:ext cx="5130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'PG532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" name=""/>
          <p:cNvGrpSpPr/>
          <p:nvPr/>
        </p:nvGrpSpPr>
        <p:grpSpPr>
          <a:xfrm>
            <a:off x="2117880" y="4498920"/>
            <a:ext cx="646560" cy="200520"/>
            <a:chOff x="2117880" y="4498920"/>
            <a:chExt cx="646560" cy="200520"/>
          </a:xfrm>
        </p:grpSpPr>
        <p:sp>
          <p:nvSpPr>
            <p:cNvPr id="285" name=""/>
            <p:cNvSpPr/>
            <p:nvPr/>
          </p:nvSpPr>
          <p:spPr>
            <a:xfrm>
              <a:off x="2117880" y="452124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2289600" y="449892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'CI08L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" name=""/>
          <p:cNvGrpSpPr/>
          <p:nvPr/>
        </p:nvGrpSpPr>
        <p:grpSpPr>
          <a:xfrm>
            <a:off x="2394000" y="4478400"/>
            <a:ext cx="672480" cy="200520"/>
            <a:chOff x="2394000" y="4478400"/>
            <a:chExt cx="672480" cy="200520"/>
          </a:xfrm>
        </p:grpSpPr>
        <p:sp>
          <p:nvSpPr>
            <p:cNvPr id="288" name=""/>
            <p:cNvSpPr/>
            <p:nvPr/>
          </p:nvSpPr>
          <p:spPr>
            <a:xfrm>
              <a:off x="2394000" y="4502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2538360" y="4478400"/>
              <a:ext cx="528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'OM08L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" name=""/>
          <p:cNvGrpSpPr/>
          <p:nvPr/>
        </p:nvGrpSpPr>
        <p:grpSpPr>
          <a:xfrm>
            <a:off x="2567160" y="4465800"/>
            <a:ext cx="727920" cy="200520"/>
            <a:chOff x="2567160" y="4465800"/>
            <a:chExt cx="727920" cy="200520"/>
          </a:xfrm>
        </p:grpSpPr>
        <p:sp>
          <p:nvSpPr>
            <p:cNvPr id="291" name=""/>
            <p:cNvSpPr/>
            <p:nvPr/>
          </p:nvSpPr>
          <p:spPr>
            <a:xfrm>
              <a:off x="2567160" y="4465800"/>
              <a:ext cx="12672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2748600" y="446580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'RW08L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" name=""/>
          <p:cNvGrpSpPr/>
          <p:nvPr/>
        </p:nvGrpSpPr>
        <p:grpSpPr>
          <a:xfrm>
            <a:off x="4114800" y="4343400"/>
            <a:ext cx="478800" cy="200520"/>
            <a:chOff x="4114800" y="4343400"/>
            <a:chExt cx="478800" cy="200520"/>
          </a:xfrm>
        </p:grpSpPr>
        <p:sp>
          <p:nvSpPr>
            <p:cNvPr id="294" name=""/>
            <p:cNvSpPr/>
            <p:nvPr/>
          </p:nvSpPr>
          <p:spPr>
            <a:xfrm>
              <a:off x="4114800" y="43498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425592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" name=""/>
          <p:cNvGrpSpPr/>
          <p:nvPr/>
        </p:nvGrpSpPr>
        <p:grpSpPr>
          <a:xfrm>
            <a:off x="3124080" y="2819520"/>
            <a:ext cx="478800" cy="200520"/>
            <a:chOff x="3124080" y="2819520"/>
            <a:chExt cx="478800" cy="200520"/>
          </a:xfrm>
        </p:grpSpPr>
        <p:sp>
          <p:nvSpPr>
            <p:cNvPr id="297" name=""/>
            <p:cNvSpPr/>
            <p:nvPr/>
          </p:nvSpPr>
          <p:spPr>
            <a:xfrm>
              <a:off x="3124080" y="282564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32652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" name=""/>
          <p:cNvGrpSpPr/>
          <p:nvPr/>
        </p:nvGrpSpPr>
        <p:grpSpPr>
          <a:xfrm>
            <a:off x="6021360" y="4910040"/>
            <a:ext cx="468720" cy="200520"/>
            <a:chOff x="6021360" y="4910040"/>
            <a:chExt cx="468720" cy="200520"/>
          </a:xfrm>
        </p:grpSpPr>
        <p:sp>
          <p:nvSpPr>
            <p:cNvPr id="300" name=""/>
            <p:cNvSpPr/>
            <p:nvPr/>
          </p:nvSpPr>
          <p:spPr>
            <a:xfrm>
              <a:off x="6021360" y="4924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6152400" y="4910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" name=""/>
          <p:cNvGrpSpPr/>
          <p:nvPr/>
        </p:nvGrpSpPr>
        <p:grpSpPr>
          <a:xfrm>
            <a:off x="1447920" y="4267080"/>
            <a:ext cx="461520" cy="200520"/>
            <a:chOff x="1447920" y="4267080"/>
            <a:chExt cx="461520" cy="200520"/>
          </a:xfrm>
        </p:grpSpPr>
        <p:sp>
          <p:nvSpPr>
            <p:cNvPr id="303" name=""/>
            <p:cNvSpPr/>
            <p:nvPr/>
          </p:nvSpPr>
          <p:spPr>
            <a:xfrm>
              <a:off x="1447920" y="4282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57176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" name=""/>
          <p:cNvGrpSpPr/>
          <p:nvPr/>
        </p:nvGrpSpPr>
        <p:grpSpPr>
          <a:xfrm>
            <a:off x="3352680" y="5562720"/>
            <a:ext cx="461880" cy="200520"/>
            <a:chOff x="3352680" y="5562720"/>
            <a:chExt cx="461880" cy="200520"/>
          </a:xfrm>
        </p:grpSpPr>
        <p:sp>
          <p:nvSpPr>
            <p:cNvPr id="306" name=""/>
            <p:cNvSpPr/>
            <p:nvPr/>
          </p:nvSpPr>
          <p:spPr>
            <a:xfrm>
              <a:off x="3352680" y="5578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347688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" name=""/>
          <p:cNvGrpSpPr/>
          <p:nvPr/>
        </p:nvGrpSpPr>
        <p:grpSpPr>
          <a:xfrm>
            <a:off x="8359920" y="3438360"/>
            <a:ext cx="467280" cy="200520"/>
            <a:chOff x="8359920" y="3438360"/>
            <a:chExt cx="467280" cy="200520"/>
          </a:xfrm>
        </p:grpSpPr>
        <p:sp>
          <p:nvSpPr>
            <p:cNvPr id="309" name=""/>
            <p:cNvSpPr/>
            <p:nvPr/>
          </p:nvSpPr>
          <p:spPr>
            <a:xfrm>
              <a:off x="8359920" y="34527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8489520" y="3438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" name=""/>
          <p:cNvGrpSpPr/>
          <p:nvPr/>
        </p:nvGrpSpPr>
        <p:grpSpPr>
          <a:xfrm>
            <a:off x="7189920" y="4173480"/>
            <a:ext cx="468720" cy="200520"/>
            <a:chOff x="7189920" y="4173480"/>
            <a:chExt cx="468720" cy="200520"/>
          </a:xfrm>
        </p:grpSpPr>
        <p:sp>
          <p:nvSpPr>
            <p:cNvPr id="312" name=""/>
            <p:cNvSpPr/>
            <p:nvPr/>
          </p:nvSpPr>
          <p:spPr>
            <a:xfrm>
              <a:off x="7189920" y="4189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7320960" y="4173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" name=""/>
          <p:cNvGrpSpPr/>
          <p:nvPr/>
        </p:nvGrpSpPr>
        <p:grpSpPr>
          <a:xfrm>
            <a:off x="720720" y="3452760"/>
            <a:ext cx="468720" cy="200520"/>
            <a:chOff x="720720" y="3452760"/>
            <a:chExt cx="468720" cy="200520"/>
          </a:xfrm>
        </p:grpSpPr>
        <p:sp>
          <p:nvSpPr>
            <p:cNvPr id="315" name=""/>
            <p:cNvSpPr/>
            <p:nvPr/>
          </p:nvSpPr>
          <p:spPr>
            <a:xfrm>
              <a:off x="720720" y="3468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851760" y="345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" name=""/>
          <p:cNvGrpSpPr/>
          <p:nvPr/>
        </p:nvGrpSpPr>
        <p:grpSpPr>
          <a:xfrm>
            <a:off x="1447920" y="4876920"/>
            <a:ext cx="460080" cy="200520"/>
            <a:chOff x="1447920" y="4876920"/>
            <a:chExt cx="460080" cy="200520"/>
          </a:xfrm>
        </p:grpSpPr>
        <p:sp>
          <p:nvSpPr>
            <p:cNvPr id="318" name=""/>
            <p:cNvSpPr/>
            <p:nvPr/>
          </p:nvSpPr>
          <p:spPr>
            <a:xfrm>
              <a:off x="1447920" y="4891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157032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" name=""/>
          <p:cNvGrpSpPr/>
          <p:nvPr/>
        </p:nvGrpSpPr>
        <p:grpSpPr>
          <a:xfrm>
            <a:off x="8342280" y="1981080"/>
            <a:ext cx="468720" cy="200520"/>
            <a:chOff x="8342280" y="1981080"/>
            <a:chExt cx="468720" cy="200520"/>
          </a:xfrm>
        </p:grpSpPr>
        <p:sp>
          <p:nvSpPr>
            <p:cNvPr id="321" name=""/>
            <p:cNvSpPr/>
            <p:nvPr/>
          </p:nvSpPr>
          <p:spPr>
            <a:xfrm>
              <a:off x="8342280" y="1996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8473320" y="1981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3" name=""/>
          <p:cNvGrpSpPr/>
          <p:nvPr/>
        </p:nvGrpSpPr>
        <p:grpSpPr>
          <a:xfrm>
            <a:off x="4267080" y="2057400"/>
            <a:ext cx="461520" cy="200520"/>
            <a:chOff x="4267080" y="2057400"/>
            <a:chExt cx="461520" cy="200520"/>
          </a:xfrm>
        </p:grpSpPr>
        <p:sp>
          <p:nvSpPr>
            <p:cNvPr id="324" name=""/>
            <p:cNvSpPr/>
            <p:nvPr/>
          </p:nvSpPr>
          <p:spPr>
            <a:xfrm>
              <a:off x="426708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439092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" name=""/>
          <p:cNvGrpSpPr/>
          <p:nvPr/>
        </p:nvGrpSpPr>
        <p:grpSpPr>
          <a:xfrm>
            <a:off x="1833480" y="2717640"/>
            <a:ext cx="467280" cy="200520"/>
            <a:chOff x="1833480" y="2717640"/>
            <a:chExt cx="467280" cy="200520"/>
          </a:xfrm>
        </p:grpSpPr>
        <p:sp>
          <p:nvSpPr>
            <p:cNvPr id="327" name=""/>
            <p:cNvSpPr/>
            <p:nvPr/>
          </p:nvSpPr>
          <p:spPr>
            <a:xfrm>
              <a:off x="1833480" y="2732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1963080" y="2717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" name=""/>
          <p:cNvGrpSpPr/>
          <p:nvPr/>
        </p:nvGrpSpPr>
        <p:grpSpPr>
          <a:xfrm>
            <a:off x="5265720" y="4151160"/>
            <a:ext cx="468720" cy="200520"/>
            <a:chOff x="5265720" y="4151160"/>
            <a:chExt cx="468720" cy="200520"/>
          </a:xfrm>
        </p:grpSpPr>
        <p:sp>
          <p:nvSpPr>
            <p:cNvPr id="330" name=""/>
            <p:cNvSpPr/>
            <p:nvPr/>
          </p:nvSpPr>
          <p:spPr>
            <a:xfrm>
              <a:off x="5265720" y="4165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5396760" y="4151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2" name=""/>
          <p:cNvGrpSpPr/>
          <p:nvPr/>
        </p:nvGrpSpPr>
        <p:grpSpPr>
          <a:xfrm>
            <a:off x="7391520" y="2971800"/>
            <a:ext cx="461160" cy="200520"/>
            <a:chOff x="7391520" y="2971800"/>
            <a:chExt cx="461160" cy="200520"/>
          </a:xfrm>
        </p:grpSpPr>
        <p:sp>
          <p:nvSpPr>
            <p:cNvPr id="333" name=""/>
            <p:cNvSpPr/>
            <p:nvPr/>
          </p:nvSpPr>
          <p:spPr>
            <a:xfrm>
              <a:off x="7391520" y="29876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751500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" name=""/>
          <p:cNvGrpSpPr/>
          <p:nvPr/>
        </p:nvGrpSpPr>
        <p:grpSpPr>
          <a:xfrm>
            <a:off x="5486400" y="3505320"/>
            <a:ext cx="461880" cy="200520"/>
            <a:chOff x="5486400" y="3505320"/>
            <a:chExt cx="461880" cy="200520"/>
          </a:xfrm>
        </p:grpSpPr>
        <p:sp>
          <p:nvSpPr>
            <p:cNvPr id="336" name=""/>
            <p:cNvSpPr/>
            <p:nvPr/>
          </p:nvSpPr>
          <p:spPr>
            <a:xfrm>
              <a:off x="5486400" y="3519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561060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" name=""/>
          <p:cNvGrpSpPr/>
          <p:nvPr/>
        </p:nvGrpSpPr>
        <p:grpSpPr>
          <a:xfrm>
            <a:off x="6435720" y="3468600"/>
            <a:ext cx="467280" cy="200520"/>
            <a:chOff x="6435720" y="3468600"/>
            <a:chExt cx="467280" cy="200520"/>
          </a:xfrm>
        </p:grpSpPr>
        <p:sp>
          <p:nvSpPr>
            <p:cNvPr id="339" name=""/>
            <p:cNvSpPr/>
            <p:nvPr/>
          </p:nvSpPr>
          <p:spPr>
            <a:xfrm>
              <a:off x="6435720" y="34844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6565320" y="3468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" name=""/>
          <p:cNvGrpSpPr/>
          <p:nvPr/>
        </p:nvGrpSpPr>
        <p:grpSpPr>
          <a:xfrm>
            <a:off x="685800" y="2057400"/>
            <a:ext cx="461880" cy="200520"/>
            <a:chOff x="685800" y="2057400"/>
            <a:chExt cx="461880" cy="200520"/>
          </a:xfrm>
        </p:grpSpPr>
        <p:sp>
          <p:nvSpPr>
            <p:cNvPr id="342" name=""/>
            <p:cNvSpPr/>
            <p:nvPr/>
          </p:nvSpPr>
          <p:spPr>
            <a:xfrm>
              <a:off x="68580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8100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" name=""/>
          <p:cNvGrpSpPr/>
          <p:nvPr/>
        </p:nvGrpSpPr>
        <p:grpSpPr>
          <a:xfrm>
            <a:off x="990720" y="5638680"/>
            <a:ext cx="460080" cy="200520"/>
            <a:chOff x="990720" y="5638680"/>
            <a:chExt cx="460080" cy="200520"/>
          </a:xfrm>
        </p:grpSpPr>
        <p:sp>
          <p:nvSpPr>
            <p:cNvPr id="345" name=""/>
            <p:cNvSpPr/>
            <p:nvPr/>
          </p:nvSpPr>
          <p:spPr>
            <a:xfrm>
              <a:off x="990720" y="56545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111312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" name=""/>
          <p:cNvGrpSpPr/>
          <p:nvPr/>
        </p:nvGrpSpPr>
        <p:grpSpPr>
          <a:xfrm>
            <a:off x="2209680" y="3505320"/>
            <a:ext cx="461880" cy="200520"/>
            <a:chOff x="2209680" y="3505320"/>
            <a:chExt cx="461880" cy="200520"/>
          </a:xfrm>
        </p:grpSpPr>
        <p:sp>
          <p:nvSpPr>
            <p:cNvPr id="348" name=""/>
            <p:cNvSpPr/>
            <p:nvPr/>
          </p:nvSpPr>
          <p:spPr>
            <a:xfrm>
              <a:off x="220968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233388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" name=""/>
          <p:cNvGrpSpPr/>
          <p:nvPr/>
        </p:nvGrpSpPr>
        <p:grpSpPr>
          <a:xfrm>
            <a:off x="5791320" y="1523880"/>
            <a:ext cx="461520" cy="200520"/>
            <a:chOff x="5791320" y="1523880"/>
            <a:chExt cx="461520" cy="200520"/>
          </a:xfrm>
        </p:grpSpPr>
        <p:sp>
          <p:nvSpPr>
            <p:cNvPr id="351" name=""/>
            <p:cNvSpPr/>
            <p:nvPr/>
          </p:nvSpPr>
          <p:spPr>
            <a:xfrm>
              <a:off x="579132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591516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3" name="Rounded Rectangle 35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54" name="Oval 353"/>
          <p:cNvSpPr/>
          <p:nvPr/>
        </p:nvSpPr>
        <p:spPr>
          <a:xfrm>
            <a:off x="4011858" y="4246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051858" y="4286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4321858" y="4306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57" name="Oval 356"/>
          <p:cNvSpPr/>
          <p:nvPr/>
        </p:nvSpPr>
        <p:spPr>
          <a:xfrm>
            <a:off x="3021140" y="27226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3061140" y="27626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3331140" y="27826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60" name="Oval 359"/>
          <p:cNvSpPr/>
          <p:nvPr/>
        </p:nvSpPr>
        <p:spPr>
          <a:xfrm>
            <a:off x="5909779" y="48128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5949779" y="48528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6219779" y="48728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63" name="Oval 362"/>
          <p:cNvSpPr/>
          <p:nvPr/>
        </p:nvSpPr>
        <p:spPr>
          <a:xfrm>
            <a:off x="1336160" y="41713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376160" y="42113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1646160" y="42313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66" name="Oval 365"/>
          <p:cNvSpPr/>
          <p:nvPr/>
        </p:nvSpPr>
        <p:spPr>
          <a:xfrm>
            <a:off x="3241099" y="54669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3281099" y="55069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3551099" y="55269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69" name="Oval 368"/>
          <p:cNvSpPr/>
          <p:nvPr/>
        </p:nvSpPr>
        <p:spPr>
          <a:xfrm>
            <a:off x="8247440" y="33411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8287440" y="33811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8557440" y="34011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72" name="Oval 371"/>
          <p:cNvSpPr/>
          <p:nvPr/>
        </p:nvSpPr>
        <p:spPr>
          <a:xfrm>
            <a:off x="7078337" y="4077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118337" y="4117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7388337" y="4137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75" name="Oval 374"/>
          <p:cNvSpPr/>
          <p:nvPr/>
        </p:nvSpPr>
        <p:spPr>
          <a:xfrm>
            <a:off x="609137" y="33570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649137" y="33970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919137" y="34170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78" name="Oval 377"/>
          <p:cNvSpPr/>
          <p:nvPr/>
        </p:nvSpPr>
        <p:spPr>
          <a:xfrm>
            <a:off x="1335437" y="4779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375437" y="4819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1645437" y="4839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81" name="Oval 380"/>
          <p:cNvSpPr/>
          <p:nvPr/>
        </p:nvSpPr>
        <p:spPr>
          <a:xfrm>
            <a:off x="8230699" y="18846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8270699" y="19246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83" name="Rounded Rectangle 382"/>
          <p:cNvSpPr/>
          <p:nvPr/>
        </p:nvSpPr>
        <p:spPr>
          <a:xfrm>
            <a:off x="8540699" y="19446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84" name="Oval 383"/>
          <p:cNvSpPr/>
          <p:nvPr/>
        </p:nvSpPr>
        <p:spPr>
          <a:xfrm>
            <a:off x="4155498" y="19616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4195498" y="20016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86" name="Rounded Rectangle 385"/>
          <p:cNvSpPr/>
          <p:nvPr/>
        </p:nvSpPr>
        <p:spPr>
          <a:xfrm>
            <a:off x="4465498" y="20216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87" name="Oval 386"/>
          <p:cNvSpPr/>
          <p:nvPr/>
        </p:nvSpPr>
        <p:spPr>
          <a:xfrm>
            <a:off x="1721178" y="2620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761178" y="2660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89" name="Rounded Rectangle 388"/>
          <p:cNvSpPr/>
          <p:nvPr/>
        </p:nvSpPr>
        <p:spPr>
          <a:xfrm>
            <a:off x="2031178" y="2680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90" name="Oval 389"/>
          <p:cNvSpPr/>
          <p:nvPr/>
        </p:nvSpPr>
        <p:spPr>
          <a:xfrm>
            <a:off x="5154140" y="40539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194140" y="40939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5464140" y="41139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93" name="Oval 392"/>
          <p:cNvSpPr/>
          <p:nvPr/>
        </p:nvSpPr>
        <p:spPr>
          <a:xfrm>
            <a:off x="7279761" y="28760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319761" y="29160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95" name="Rounded Rectangle 394"/>
          <p:cNvSpPr/>
          <p:nvPr/>
        </p:nvSpPr>
        <p:spPr>
          <a:xfrm>
            <a:off x="7589761" y="29360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96" name="Oval 395"/>
          <p:cNvSpPr/>
          <p:nvPr/>
        </p:nvSpPr>
        <p:spPr>
          <a:xfrm>
            <a:off x="5374818" y="34075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414818" y="34475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98" name="Rounded Rectangle 397"/>
          <p:cNvSpPr/>
          <p:nvPr/>
        </p:nvSpPr>
        <p:spPr>
          <a:xfrm>
            <a:off x="5684818" y="34675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99" name="Oval 398"/>
          <p:cNvSpPr/>
          <p:nvPr/>
        </p:nvSpPr>
        <p:spPr>
          <a:xfrm>
            <a:off x="6323417" y="3372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6363417" y="3412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6633417" y="3432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402" name="Oval 401"/>
          <p:cNvSpPr/>
          <p:nvPr/>
        </p:nvSpPr>
        <p:spPr>
          <a:xfrm>
            <a:off x="574218" y="19616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614218" y="20016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404" name="Rounded Rectangle 403"/>
          <p:cNvSpPr/>
          <p:nvPr/>
        </p:nvSpPr>
        <p:spPr>
          <a:xfrm>
            <a:off x="884218" y="20216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405" name="Oval 404"/>
          <p:cNvSpPr/>
          <p:nvPr/>
        </p:nvSpPr>
        <p:spPr>
          <a:xfrm>
            <a:off x="878238" y="55429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918238" y="55829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1188238" y="56029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408" name="Oval 407"/>
          <p:cNvSpPr/>
          <p:nvPr/>
        </p:nvSpPr>
        <p:spPr>
          <a:xfrm>
            <a:off x="2098098" y="34095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138098" y="34495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2408098" y="34695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411" name="Oval 410"/>
          <p:cNvSpPr/>
          <p:nvPr/>
        </p:nvSpPr>
        <p:spPr>
          <a:xfrm>
            <a:off x="5679739" y="1428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5719739" y="1468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5989739" y="1488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>
            <a:off x="3033000" y="50760"/>
            <a:ext cx="3078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4: LFPG | RWY 26L | STAR SABLO4W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 flipV="1">
            <a:off x="1901880" y="4654440"/>
            <a:ext cx="1133280" cy="2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 flipV="1">
            <a:off x="3035160" y="3637080"/>
            <a:ext cx="739800" cy="1017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 flipV="1">
            <a:off x="3774960" y="3071880"/>
            <a:ext cx="1109880" cy="565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 flipV="1">
            <a:off x="4884840" y="2638440"/>
            <a:ext cx="433440" cy="433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 flipV="1">
            <a:off x="5318280" y="2277720"/>
            <a:ext cx="358560" cy="360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 flipV="1">
            <a:off x="5676840" y="2249280"/>
            <a:ext cx="426960" cy="28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8360" bIns="-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 flipV="1">
            <a:off x="6103800" y="2239560"/>
            <a:ext cx="135000" cy="9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 flipV="1">
            <a:off x="6238800" y="2220480"/>
            <a:ext cx="266760" cy="19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7720" bIns="-27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505560" y="2220840"/>
            <a:ext cx="33804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843600" y="2220840"/>
            <a:ext cx="32724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flipV="1">
            <a:off x="7170840" y="2155320"/>
            <a:ext cx="71280" cy="65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H="1">
            <a:off x="6993000" y="2155680"/>
            <a:ext cx="249120" cy="17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 flipH="1">
            <a:off x="6608520" y="2173320"/>
            <a:ext cx="384120" cy="27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7" name=""/>
          <p:cNvGrpSpPr/>
          <p:nvPr/>
        </p:nvGrpSpPr>
        <p:grpSpPr>
          <a:xfrm>
            <a:off x="1838160" y="4791240"/>
            <a:ext cx="728280" cy="200520"/>
            <a:chOff x="1838160" y="4791240"/>
            <a:chExt cx="728280" cy="200520"/>
          </a:xfrm>
        </p:grpSpPr>
        <p:sp>
          <p:nvSpPr>
            <p:cNvPr id="368" name=""/>
            <p:cNvSpPr/>
            <p:nvPr/>
          </p:nvSpPr>
          <p:spPr>
            <a:xfrm>
              <a:off x="1838160" y="479124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2019960" y="479124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'SABLE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0" name=""/>
          <p:cNvGrpSpPr/>
          <p:nvPr/>
        </p:nvGrpSpPr>
        <p:grpSpPr>
          <a:xfrm>
            <a:off x="2984400" y="4591080"/>
            <a:ext cx="575280" cy="200520"/>
            <a:chOff x="2984400" y="4591080"/>
            <a:chExt cx="575280" cy="200520"/>
          </a:xfrm>
        </p:grpSpPr>
        <p:sp>
          <p:nvSpPr>
            <p:cNvPr id="371" name=""/>
            <p:cNvSpPr/>
            <p:nvPr/>
          </p:nvSpPr>
          <p:spPr>
            <a:xfrm>
              <a:off x="2984400" y="46036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3069720" y="45910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LUMAN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" name=""/>
          <p:cNvGrpSpPr/>
          <p:nvPr/>
        </p:nvGrpSpPr>
        <p:grpSpPr>
          <a:xfrm>
            <a:off x="3724200" y="3573360"/>
            <a:ext cx="582120" cy="200520"/>
            <a:chOff x="3724200" y="3573360"/>
            <a:chExt cx="582120" cy="200520"/>
          </a:xfrm>
        </p:grpSpPr>
        <p:sp>
          <p:nvSpPr>
            <p:cNvPr id="374" name=""/>
            <p:cNvSpPr/>
            <p:nvPr/>
          </p:nvSpPr>
          <p:spPr>
            <a:xfrm>
              <a:off x="3724200" y="3586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" name=""/>
            <p:cNvSpPr/>
            <p:nvPr/>
          </p:nvSpPr>
          <p:spPr>
            <a:xfrm>
              <a:off x="3802680" y="357336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ROMLO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" name=""/>
          <p:cNvGrpSpPr/>
          <p:nvPr/>
        </p:nvGrpSpPr>
        <p:grpSpPr>
          <a:xfrm>
            <a:off x="4843440" y="3008160"/>
            <a:ext cx="549360" cy="200520"/>
            <a:chOff x="4843440" y="3008160"/>
            <a:chExt cx="549360" cy="200520"/>
          </a:xfrm>
        </p:grpSpPr>
        <p:sp>
          <p:nvSpPr>
            <p:cNvPr id="377" name=""/>
            <p:cNvSpPr/>
            <p:nvPr/>
          </p:nvSpPr>
          <p:spPr>
            <a:xfrm>
              <a:off x="4843440" y="303228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4913280" y="30081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BALOD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" name=""/>
          <p:cNvGrpSpPr/>
          <p:nvPr/>
        </p:nvGrpSpPr>
        <p:grpSpPr>
          <a:xfrm>
            <a:off x="5276880" y="2575080"/>
            <a:ext cx="543240" cy="200520"/>
            <a:chOff x="5276880" y="2575080"/>
            <a:chExt cx="543240" cy="200520"/>
          </a:xfrm>
        </p:grpSpPr>
        <p:sp>
          <p:nvSpPr>
            <p:cNvPr id="380" name=""/>
            <p:cNvSpPr/>
            <p:nvPr/>
          </p:nvSpPr>
          <p:spPr>
            <a:xfrm>
              <a:off x="5276880" y="259704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5356080" y="257508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CR43A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" name=""/>
          <p:cNvGrpSpPr/>
          <p:nvPr/>
        </p:nvGrpSpPr>
        <p:grpSpPr>
          <a:xfrm>
            <a:off x="5637240" y="2214720"/>
            <a:ext cx="563760" cy="200520"/>
            <a:chOff x="5637240" y="2214720"/>
            <a:chExt cx="563760" cy="200520"/>
          </a:xfrm>
        </p:grpSpPr>
        <p:sp>
          <p:nvSpPr>
            <p:cNvPr id="383" name=""/>
            <p:cNvSpPr/>
            <p:nvPr/>
          </p:nvSpPr>
          <p:spPr>
            <a:xfrm>
              <a:off x="5637240" y="22384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"/>
            <p:cNvSpPr/>
            <p:nvPr/>
          </p:nvSpPr>
          <p:spPr>
            <a:xfrm>
              <a:off x="5692680" y="221472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DOMUS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" name=""/>
          <p:cNvGrpSpPr/>
          <p:nvPr/>
        </p:nvGrpSpPr>
        <p:grpSpPr>
          <a:xfrm>
            <a:off x="6053040" y="2185920"/>
            <a:ext cx="558000" cy="200520"/>
            <a:chOff x="6053040" y="2185920"/>
            <a:chExt cx="558000" cy="200520"/>
          </a:xfrm>
        </p:grpSpPr>
        <p:sp>
          <p:nvSpPr>
            <p:cNvPr id="386" name=""/>
            <p:cNvSpPr/>
            <p:nvPr/>
          </p:nvSpPr>
          <p:spPr>
            <a:xfrm>
              <a:off x="6053040" y="2198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6156000" y="218592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" name=""/>
          <p:cNvGrpSpPr/>
          <p:nvPr/>
        </p:nvGrpSpPr>
        <p:grpSpPr>
          <a:xfrm>
            <a:off x="6188040" y="2176560"/>
            <a:ext cx="558000" cy="200520"/>
            <a:chOff x="6188040" y="2176560"/>
            <a:chExt cx="558000" cy="200520"/>
          </a:xfrm>
        </p:grpSpPr>
        <p:sp>
          <p:nvSpPr>
            <p:cNvPr id="389" name=""/>
            <p:cNvSpPr/>
            <p:nvPr/>
          </p:nvSpPr>
          <p:spPr>
            <a:xfrm>
              <a:off x="6188040" y="2189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"/>
            <p:cNvSpPr/>
            <p:nvPr/>
          </p:nvSpPr>
          <p:spPr>
            <a:xfrm>
              <a:off x="6291000" y="21765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" name=""/>
          <p:cNvGrpSpPr/>
          <p:nvPr/>
        </p:nvGrpSpPr>
        <p:grpSpPr>
          <a:xfrm>
            <a:off x="6464160" y="2157480"/>
            <a:ext cx="537480" cy="200520"/>
            <a:chOff x="6464160" y="2157480"/>
            <a:chExt cx="537480" cy="200520"/>
          </a:xfrm>
        </p:grpSpPr>
        <p:sp>
          <p:nvSpPr>
            <p:cNvPr id="392" name=""/>
            <p:cNvSpPr/>
            <p:nvPr/>
          </p:nvSpPr>
          <p:spPr>
            <a:xfrm>
              <a:off x="6464160" y="21798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6546600" y="21574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4" name=""/>
          <p:cNvGrpSpPr/>
          <p:nvPr/>
        </p:nvGrpSpPr>
        <p:grpSpPr>
          <a:xfrm>
            <a:off x="6804000" y="2157480"/>
            <a:ext cx="537120" cy="200520"/>
            <a:chOff x="6804000" y="2157480"/>
            <a:chExt cx="537120" cy="200520"/>
          </a:xfrm>
        </p:grpSpPr>
        <p:sp>
          <p:nvSpPr>
            <p:cNvPr id="395" name=""/>
            <p:cNvSpPr/>
            <p:nvPr/>
          </p:nvSpPr>
          <p:spPr>
            <a:xfrm>
              <a:off x="6804000" y="21798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6886080" y="21574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PG516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7" name=""/>
          <p:cNvGrpSpPr/>
          <p:nvPr/>
        </p:nvGrpSpPr>
        <p:grpSpPr>
          <a:xfrm>
            <a:off x="7129440" y="2157480"/>
            <a:ext cx="617040" cy="200520"/>
            <a:chOff x="7129440" y="2157480"/>
            <a:chExt cx="617040" cy="200520"/>
          </a:xfrm>
        </p:grpSpPr>
        <p:sp>
          <p:nvSpPr>
            <p:cNvPr id="398" name=""/>
            <p:cNvSpPr/>
            <p:nvPr/>
          </p:nvSpPr>
          <p:spPr>
            <a:xfrm>
              <a:off x="7129440" y="21798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"/>
            <p:cNvSpPr/>
            <p:nvPr/>
          </p:nvSpPr>
          <p:spPr>
            <a:xfrm>
              <a:off x="7198560" y="215748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VECTOR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0" name=""/>
          <p:cNvGrpSpPr/>
          <p:nvPr/>
        </p:nvGrpSpPr>
        <p:grpSpPr>
          <a:xfrm>
            <a:off x="7202520" y="2092320"/>
            <a:ext cx="517320" cy="200520"/>
            <a:chOff x="7202520" y="2092320"/>
            <a:chExt cx="517320" cy="200520"/>
          </a:xfrm>
        </p:grpSpPr>
        <p:sp>
          <p:nvSpPr>
            <p:cNvPr id="401" name=""/>
            <p:cNvSpPr/>
            <p:nvPr/>
          </p:nvSpPr>
          <p:spPr>
            <a:xfrm>
              <a:off x="7202520" y="211464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"/>
            <p:cNvSpPr/>
            <p:nvPr/>
          </p:nvSpPr>
          <p:spPr>
            <a:xfrm>
              <a:off x="7304400" y="209232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CI26L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3" name=""/>
          <p:cNvGrpSpPr/>
          <p:nvPr/>
        </p:nvGrpSpPr>
        <p:grpSpPr>
          <a:xfrm>
            <a:off x="6953400" y="2109960"/>
            <a:ext cx="512640" cy="200520"/>
            <a:chOff x="6953400" y="2109960"/>
            <a:chExt cx="512640" cy="200520"/>
          </a:xfrm>
        </p:grpSpPr>
        <p:sp>
          <p:nvSpPr>
            <p:cNvPr id="404" name=""/>
            <p:cNvSpPr/>
            <p:nvPr/>
          </p:nvSpPr>
          <p:spPr>
            <a:xfrm>
              <a:off x="6953400" y="2131920"/>
              <a:ext cx="8064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7059600" y="210996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FI26L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6" name=""/>
          <p:cNvGrpSpPr/>
          <p:nvPr/>
        </p:nvGrpSpPr>
        <p:grpSpPr>
          <a:xfrm>
            <a:off x="6545160" y="2136600"/>
            <a:ext cx="728280" cy="200520"/>
            <a:chOff x="6545160" y="2136600"/>
            <a:chExt cx="728280" cy="200520"/>
          </a:xfrm>
        </p:grpSpPr>
        <p:sp>
          <p:nvSpPr>
            <p:cNvPr id="407" name=""/>
            <p:cNvSpPr/>
            <p:nvPr/>
          </p:nvSpPr>
          <p:spPr>
            <a:xfrm>
              <a:off x="6545160" y="21366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6726960" y="213660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'RW26L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9" name=""/>
          <p:cNvGrpSpPr/>
          <p:nvPr/>
        </p:nvGrpSpPr>
        <p:grpSpPr>
          <a:xfrm>
            <a:off x="2133720" y="3962520"/>
            <a:ext cx="479160" cy="200520"/>
            <a:chOff x="2133720" y="3962520"/>
            <a:chExt cx="479160" cy="200520"/>
          </a:xfrm>
        </p:grpSpPr>
        <p:sp>
          <p:nvSpPr>
            <p:cNvPr id="410" name=""/>
            <p:cNvSpPr/>
            <p:nvPr/>
          </p:nvSpPr>
          <p:spPr>
            <a:xfrm>
              <a:off x="2133720" y="39686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227520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2" name=""/>
          <p:cNvGrpSpPr/>
          <p:nvPr/>
        </p:nvGrpSpPr>
        <p:grpSpPr>
          <a:xfrm>
            <a:off x="4572000" y="4038480"/>
            <a:ext cx="479160" cy="200520"/>
            <a:chOff x="4572000" y="4038480"/>
            <a:chExt cx="479160" cy="200520"/>
          </a:xfrm>
        </p:grpSpPr>
        <p:sp>
          <p:nvSpPr>
            <p:cNvPr id="413" name=""/>
            <p:cNvSpPr/>
            <p:nvPr/>
          </p:nvSpPr>
          <p:spPr>
            <a:xfrm>
              <a:off x="4572000" y="4044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471348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5" name=""/>
          <p:cNvGrpSpPr/>
          <p:nvPr/>
        </p:nvGrpSpPr>
        <p:grpSpPr>
          <a:xfrm>
            <a:off x="6781680" y="1447920"/>
            <a:ext cx="479160" cy="200520"/>
            <a:chOff x="6781680" y="1447920"/>
            <a:chExt cx="479160" cy="200520"/>
          </a:xfrm>
        </p:grpSpPr>
        <p:sp>
          <p:nvSpPr>
            <p:cNvPr id="416" name=""/>
            <p:cNvSpPr/>
            <p:nvPr/>
          </p:nvSpPr>
          <p:spPr>
            <a:xfrm>
              <a:off x="6781680" y="145404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692316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8" name=""/>
          <p:cNvGrpSpPr/>
          <p:nvPr/>
        </p:nvGrpSpPr>
        <p:grpSpPr>
          <a:xfrm>
            <a:off x="5334120" y="457200"/>
            <a:ext cx="479160" cy="200520"/>
            <a:chOff x="5334120" y="457200"/>
            <a:chExt cx="479160" cy="200520"/>
          </a:xfrm>
        </p:grpSpPr>
        <p:sp>
          <p:nvSpPr>
            <p:cNvPr id="419" name=""/>
            <p:cNvSpPr/>
            <p:nvPr/>
          </p:nvSpPr>
          <p:spPr>
            <a:xfrm>
              <a:off x="5334120" y="46332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547560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1" name=""/>
          <p:cNvGrpSpPr/>
          <p:nvPr/>
        </p:nvGrpSpPr>
        <p:grpSpPr>
          <a:xfrm>
            <a:off x="7238880" y="4952880"/>
            <a:ext cx="461520" cy="200520"/>
            <a:chOff x="7238880" y="4952880"/>
            <a:chExt cx="461520" cy="200520"/>
          </a:xfrm>
        </p:grpSpPr>
        <p:sp>
          <p:nvSpPr>
            <p:cNvPr id="422" name=""/>
            <p:cNvSpPr/>
            <p:nvPr/>
          </p:nvSpPr>
          <p:spPr>
            <a:xfrm>
              <a:off x="7238880" y="496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736272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4" name=""/>
          <p:cNvGrpSpPr/>
          <p:nvPr/>
        </p:nvGrpSpPr>
        <p:grpSpPr>
          <a:xfrm>
            <a:off x="457200" y="3124080"/>
            <a:ext cx="461520" cy="200520"/>
            <a:chOff x="457200" y="3124080"/>
            <a:chExt cx="461520" cy="200520"/>
          </a:xfrm>
        </p:grpSpPr>
        <p:sp>
          <p:nvSpPr>
            <p:cNvPr id="425" name=""/>
            <p:cNvSpPr/>
            <p:nvPr/>
          </p:nvSpPr>
          <p:spPr>
            <a:xfrm>
              <a:off x="457200" y="3138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58104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"/>
          <p:cNvGrpSpPr/>
          <p:nvPr/>
        </p:nvGrpSpPr>
        <p:grpSpPr>
          <a:xfrm>
            <a:off x="8458200" y="3505320"/>
            <a:ext cx="461880" cy="200520"/>
            <a:chOff x="8458200" y="3505320"/>
            <a:chExt cx="461880" cy="200520"/>
          </a:xfrm>
        </p:grpSpPr>
        <p:sp>
          <p:nvSpPr>
            <p:cNvPr id="428" name=""/>
            <p:cNvSpPr/>
            <p:nvPr/>
          </p:nvSpPr>
          <p:spPr>
            <a:xfrm>
              <a:off x="845820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858240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0" name=""/>
          <p:cNvGrpSpPr/>
          <p:nvPr/>
        </p:nvGrpSpPr>
        <p:grpSpPr>
          <a:xfrm>
            <a:off x="5410080" y="1600200"/>
            <a:ext cx="461880" cy="200520"/>
            <a:chOff x="5410080" y="1600200"/>
            <a:chExt cx="461880" cy="200520"/>
          </a:xfrm>
        </p:grpSpPr>
        <p:sp>
          <p:nvSpPr>
            <p:cNvPr id="431" name=""/>
            <p:cNvSpPr/>
            <p:nvPr/>
          </p:nvSpPr>
          <p:spPr>
            <a:xfrm>
              <a:off x="5410080" y="1616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553428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3" name=""/>
          <p:cNvGrpSpPr/>
          <p:nvPr/>
        </p:nvGrpSpPr>
        <p:grpSpPr>
          <a:xfrm>
            <a:off x="2743200" y="3200400"/>
            <a:ext cx="459720" cy="200520"/>
            <a:chOff x="2743200" y="3200400"/>
            <a:chExt cx="459720" cy="200520"/>
          </a:xfrm>
        </p:grpSpPr>
        <p:sp>
          <p:nvSpPr>
            <p:cNvPr id="434" name=""/>
            <p:cNvSpPr/>
            <p:nvPr/>
          </p:nvSpPr>
          <p:spPr>
            <a:xfrm>
              <a:off x="2743200" y="32148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286524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6" name=""/>
          <p:cNvGrpSpPr/>
          <p:nvPr/>
        </p:nvGrpSpPr>
        <p:grpSpPr>
          <a:xfrm>
            <a:off x="4500720" y="4889520"/>
            <a:ext cx="468720" cy="200520"/>
            <a:chOff x="4500720" y="4889520"/>
            <a:chExt cx="468720" cy="200520"/>
          </a:xfrm>
        </p:grpSpPr>
        <p:sp>
          <p:nvSpPr>
            <p:cNvPr id="437" name=""/>
            <p:cNvSpPr/>
            <p:nvPr/>
          </p:nvSpPr>
          <p:spPr>
            <a:xfrm>
              <a:off x="4500720" y="490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4631760" y="488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9" name=""/>
          <p:cNvGrpSpPr/>
          <p:nvPr/>
        </p:nvGrpSpPr>
        <p:grpSpPr>
          <a:xfrm>
            <a:off x="4116240" y="1598760"/>
            <a:ext cx="467280" cy="200520"/>
            <a:chOff x="4116240" y="1598760"/>
            <a:chExt cx="467280" cy="200520"/>
          </a:xfrm>
        </p:grpSpPr>
        <p:sp>
          <p:nvSpPr>
            <p:cNvPr id="440" name=""/>
            <p:cNvSpPr/>
            <p:nvPr/>
          </p:nvSpPr>
          <p:spPr>
            <a:xfrm>
              <a:off x="4116240" y="16128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4245840" y="1598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2" name=""/>
          <p:cNvGrpSpPr/>
          <p:nvPr/>
        </p:nvGrpSpPr>
        <p:grpSpPr>
          <a:xfrm>
            <a:off x="696960" y="5294160"/>
            <a:ext cx="468720" cy="200520"/>
            <a:chOff x="696960" y="5294160"/>
            <a:chExt cx="468720" cy="200520"/>
          </a:xfrm>
        </p:grpSpPr>
        <p:sp>
          <p:nvSpPr>
            <p:cNvPr id="443" name=""/>
            <p:cNvSpPr/>
            <p:nvPr/>
          </p:nvSpPr>
          <p:spPr>
            <a:xfrm>
              <a:off x="696960" y="5308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828000" y="5294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5" name=""/>
          <p:cNvGrpSpPr/>
          <p:nvPr/>
        </p:nvGrpSpPr>
        <p:grpSpPr>
          <a:xfrm>
            <a:off x="5638680" y="3581280"/>
            <a:ext cx="461880" cy="200520"/>
            <a:chOff x="5638680" y="3581280"/>
            <a:chExt cx="461880" cy="200520"/>
          </a:xfrm>
        </p:grpSpPr>
        <p:sp>
          <p:nvSpPr>
            <p:cNvPr id="446" name=""/>
            <p:cNvSpPr/>
            <p:nvPr/>
          </p:nvSpPr>
          <p:spPr>
            <a:xfrm>
              <a:off x="5638680" y="3595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7" name=""/>
            <p:cNvSpPr/>
            <p:nvPr/>
          </p:nvSpPr>
          <p:spPr>
            <a:xfrm>
              <a:off x="576288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8" name=""/>
          <p:cNvGrpSpPr/>
          <p:nvPr/>
        </p:nvGrpSpPr>
        <p:grpSpPr>
          <a:xfrm>
            <a:off x="7543800" y="1752480"/>
            <a:ext cx="461880" cy="200520"/>
            <a:chOff x="7543800" y="1752480"/>
            <a:chExt cx="461880" cy="200520"/>
          </a:xfrm>
        </p:grpSpPr>
        <p:sp>
          <p:nvSpPr>
            <p:cNvPr id="449" name=""/>
            <p:cNvSpPr/>
            <p:nvPr/>
          </p:nvSpPr>
          <p:spPr>
            <a:xfrm>
              <a:off x="7543800" y="1766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0" name=""/>
            <p:cNvSpPr/>
            <p:nvPr/>
          </p:nvSpPr>
          <p:spPr>
            <a:xfrm>
              <a:off x="766800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1" name=""/>
          <p:cNvGrpSpPr/>
          <p:nvPr/>
        </p:nvGrpSpPr>
        <p:grpSpPr>
          <a:xfrm>
            <a:off x="1828800" y="1219320"/>
            <a:ext cx="461520" cy="200520"/>
            <a:chOff x="1828800" y="1219320"/>
            <a:chExt cx="461520" cy="200520"/>
          </a:xfrm>
        </p:grpSpPr>
        <p:sp>
          <p:nvSpPr>
            <p:cNvPr id="452" name=""/>
            <p:cNvSpPr/>
            <p:nvPr/>
          </p:nvSpPr>
          <p:spPr>
            <a:xfrm>
              <a:off x="1828800" y="1233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3" name=""/>
            <p:cNvSpPr/>
            <p:nvPr/>
          </p:nvSpPr>
          <p:spPr>
            <a:xfrm>
              <a:off x="195264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4" name=""/>
          <p:cNvGrpSpPr/>
          <p:nvPr/>
        </p:nvGrpSpPr>
        <p:grpSpPr>
          <a:xfrm>
            <a:off x="7620120" y="2514600"/>
            <a:ext cx="460080" cy="200520"/>
            <a:chOff x="7620120" y="2514600"/>
            <a:chExt cx="460080" cy="200520"/>
          </a:xfrm>
        </p:grpSpPr>
        <p:sp>
          <p:nvSpPr>
            <p:cNvPr id="455" name=""/>
            <p:cNvSpPr/>
            <p:nvPr/>
          </p:nvSpPr>
          <p:spPr>
            <a:xfrm>
              <a:off x="7620120" y="2529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774252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7" name=""/>
          <p:cNvGrpSpPr/>
          <p:nvPr/>
        </p:nvGrpSpPr>
        <p:grpSpPr>
          <a:xfrm>
            <a:off x="2743200" y="5562720"/>
            <a:ext cx="461520" cy="200520"/>
            <a:chOff x="2743200" y="5562720"/>
            <a:chExt cx="461520" cy="200520"/>
          </a:xfrm>
        </p:grpSpPr>
        <p:sp>
          <p:nvSpPr>
            <p:cNvPr id="458" name=""/>
            <p:cNvSpPr/>
            <p:nvPr/>
          </p:nvSpPr>
          <p:spPr>
            <a:xfrm>
              <a:off x="2743200" y="5577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9" name=""/>
            <p:cNvSpPr/>
            <p:nvPr/>
          </p:nvSpPr>
          <p:spPr>
            <a:xfrm>
              <a:off x="286704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0" name=""/>
          <p:cNvGrpSpPr/>
          <p:nvPr/>
        </p:nvGrpSpPr>
        <p:grpSpPr>
          <a:xfrm>
            <a:off x="3648240" y="2460600"/>
            <a:ext cx="468720" cy="200520"/>
            <a:chOff x="3648240" y="2460600"/>
            <a:chExt cx="468720" cy="200520"/>
          </a:xfrm>
        </p:grpSpPr>
        <p:sp>
          <p:nvSpPr>
            <p:cNvPr id="461" name=""/>
            <p:cNvSpPr/>
            <p:nvPr/>
          </p:nvSpPr>
          <p:spPr>
            <a:xfrm>
              <a:off x="3648240" y="2475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3779280" y="246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3" name=""/>
          <p:cNvGrpSpPr/>
          <p:nvPr/>
        </p:nvGrpSpPr>
        <p:grpSpPr>
          <a:xfrm>
            <a:off x="716040" y="4035600"/>
            <a:ext cx="467280" cy="200520"/>
            <a:chOff x="716040" y="4035600"/>
            <a:chExt cx="467280" cy="200520"/>
          </a:xfrm>
        </p:grpSpPr>
        <p:sp>
          <p:nvSpPr>
            <p:cNvPr id="464" name=""/>
            <p:cNvSpPr/>
            <p:nvPr/>
          </p:nvSpPr>
          <p:spPr>
            <a:xfrm>
              <a:off x="716040" y="4051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5" name=""/>
            <p:cNvSpPr/>
            <p:nvPr/>
          </p:nvSpPr>
          <p:spPr>
            <a:xfrm>
              <a:off x="845640" y="4035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6" name=""/>
          <p:cNvGrpSpPr/>
          <p:nvPr/>
        </p:nvGrpSpPr>
        <p:grpSpPr>
          <a:xfrm>
            <a:off x="6608880" y="3218040"/>
            <a:ext cx="468720" cy="200520"/>
            <a:chOff x="6608880" y="3218040"/>
            <a:chExt cx="468720" cy="200520"/>
          </a:xfrm>
        </p:grpSpPr>
        <p:sp>
          <p:nvSpPr>
            <p:cNvPr id="467" name=""/>
            <p:cNvSpPr/>
            <p:nvPr/>
          </p:nvSpPr>
          <p:spPr>
            <a:xfrm>
              <a:off x="6608880" y="3232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"/>
            <p:cNvSpPr/>
            <p:nvPr/>
          </p:nvSpPr>
          <p:spPr>
            <a:xfrm>
              <a:off x="6739920" y="3218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69" name="Rounded Rectangle 46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470" name="Oval 469"/>
          <p:cNvSpPr/>
          <p:nvPr/>
        </p:nvSpPr>
        <p:spPr>
          <a:xfrm>
            <a:off x="2030781" y="38658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2070781" y="39058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472" name="Rounded Rectangle 471"/>
          <p:cNvSpPr/>
          <p:nvPr/>
        </p:nvSpPr>
        <p:spPr>
          <a:xfrm>
            <a:off x="2340781" y="39258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473" name="Oval 472"/>
          <p:cNvSpPr/>
          <p:nvPr/>
        </p:nvSpPr>
        <p:spPr>
          <a:xfrm>
            <a:off x="4469059" y="39420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4509059" y="39820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4779059" y="40020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476" name="Oval 475"/>
          <p:cNvSpPr/>
          <p:nvPr/>
        </p:nvSpPr>
        <p:spPr>
          <a:xfrm>
            <a:off x="6678921" y="13510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6718921" y="13910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478" name="Rounded Rectangle 477"/>
          <p:cNvSpPr/>
          <p:nvPr/>
        </p:nvSpPr>
        <p:spPr>
          <a:xfrm>
            <a:off x="6988921" y="14110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479" name="Oval 478"/>
          <p:cNvSpPr/>
          <p:nvPr/>
        </p:nvSpPr>
        <p:spPr>
          <a:xfrm>
            <a:off x="5231179" y="3605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5271179" y="4005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5541179" y="4205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482" name="Oval 481"/>
          <p:cNvSpPr/>
          <p:nvPr/>
        </p:nvSpPr>
        <p:spPr>
          <a:xfrm>
            <a:off x="7127300" y="4857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7167300" y="4897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437300" y="4917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485" name="Oval 484"/>
          <p:cNvSpPr/>
          <p:nvPr/>
        </p:nvSpPr>
        <p:spPr>
          <a:xfrm>
            <a:off x="345618" y="30268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385618" y="30668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655618" y="30868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488" name="Oval 487"/>
          <p:cNvSpPr/>
          <p:nvPr/>
        </p:nvSpPr>
        <p:spPr>
          <a:xfrm>
            <a:off x="8346619" y="34095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8386619" y="34495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8656619" y="34695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491" name="Oval 490"/>
          <p:cNvSpPr/>
          <p:nvPr/>
        </p:nvSpPr>
        <p:spPr>
          <a:xfrm>
            <a:off x="5298498" y="1504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5338498" y="1544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493" name="Rounded Rectangle 492"/>
          <p:cNvSpPr/>
          <p:nvPr/>
        </p:nvSpPr>
        <p:spPr>
          <a:xfrm>
            <a:off x="5608498" y="1564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494" name="Oval 493"/>
          <p:cNvSpPr/>
          <p:nvPr/>
        </p:nvSpPr>
        <p:spPr>
          <a:xfrm>
            <a:off x="2630721" y="31032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2670721" y="31432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496" name="Rounded Rectangle 495"/>
          <p:cNvSpPr/>
          <p:nvPr/>
        </p:nvSpPr>
        <p:spPr>
          <a:xfrm>
            <a:off x="2940721" y="31632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497" name="Oval 496"/>
          <p:cNvSpPr/>
          <p:nvPr/>
        </p:nvSpPr>
        <p:spPr>
          <a:xfrm>
            <a:off x="4389139" y="47923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4429139" y="48323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499" name="Rounded Rectangle 498"/>
          <p:cNvSpPr/>
          <p:nvPr/>
        </p:nvSpPr>
        <p:spPr>
          <a:xfrm>
            <a:off x="4699139" y="48523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500" name="Oval 499"/>
          <p:cNvSpPr/>
          <p:nvPr/>
        </p:nvSpPr>
        <p:spPr>
          <a:xfrm>
            <a:off x="4003938" y="15012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4043938" y="15412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4313938" y="15612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503" name="Oval 502"/>
          <p:cNvSpPr/>
          <p:nvPr/>
        </p:nvSpPr>
        <p:spPr>
          <a:xfrm>
            <a:off x="585380" y="51969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625380" y="52369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895380" y="52569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506" name="Oval 505"/>
          <p:cNvSpPr/>
          <p:nvPr/>
        </p:nvSpPr>
        <p:spPr>
          <a:xfrm>
            <a:off x="5527099" y="34840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5567099" y="35240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508" name="Rounded Rectangle 507"/>
          <p:cNvSpPr/>
          <p:nvPr/>
        </p:nvSpPr>
        <p:spPr>
          <a:xfrm>
            <a:off x="5837099" y="35440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509" name="Oval 508"/>
          <p:cNvSpPr/>
          <p:nvPr/>
        </p:nvSpPr>
        <p:spPr>
          <a:xfrm>
            <a:off x="7432218" y="16552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7472218" y="16952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511" name="Rounded Rectangle 510"/>
          <p:cNvSpPr/>
          <p:nvPr/>
        </p:nvSpPr>
        <p:spPr>
          <a:xfrm>
            <a:off x="7742218" y="17152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512" name="Oval 511"/>
          <p:cNvSpPr/>
          <p:nvPr/>
        </p:nvSpPr>
        <p:spPr>
          <a:xfrm>
            <a:off x="1717217" y="11217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757217" y="11617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514" name="Rounded Rectangle 513"/>
          <p:cNvSpPr/>
          <p:nvPr/>
        </p:nvSpPr>
        <p:spPr>
          <a:xfrm>
            <a:off x="2027217" y="11817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515" name="Oval 514"/>
          <p:cNvSpPr/>
          <p:nvPr/>
        </p:nvSpPr>
        <p:spPr>
          <a:xfrm>
            <a:off x="7507818" y="24174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7547818" y="24574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517" name="Rounded Rectangle 516"/>
          <p:cNvSpPr/>
          <p:nvPr/>
        </p:nvSpPr>
        <p:spPr>
          <a:xfrm>
            <a:off x="7817818" y="24774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518" name="Oval 517"/>
          <p:cNvSpPr/>
          <p:nvPr/>
        </p:nvSpPr>
        <p:spPr>
          <a:xfrm>
            <a:off x="2631619" y="54655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2671619" y="55055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520" name="Rounded Rectangle 519"/>
          <p:cNvSpPr/>
          <p:nvPr/>
        </p:nvSpPr>
        <p:spPr>
          <a:xfrm>
            <a:off x="2941619" y="55255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521" name="Oval 520"/>
          <p:cNvSpPr/>
          <p:nvPr/>
        </p:nvSpPr>
        <p:spPr>
          <a:xfrm>
            <a:off x="3536658" y="23634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576658" y="24034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3846658" y="24234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524" name="Oval 523"/>
          <p:cNvSpPr/>
          <p:nvPr/>
        </p:nvSpPr>
        <p:spPr>
          <a:xfrm>
            <a:off x="603557" y="39398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643557" y="39798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526" name="Rounded Rectangle 525"/>
          <p:cNvSpPr/>
          <p:nvPr/>
        </p:nvSpPr>
        <p:spPr>
          <a:xfrm>
            <a:off x="913557" y="39998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527" name="Oval 526"/>
          <p:cNvSpPr/>
          <p:nvPr/>
        </p:nvSpPr>
        <p:spPr>
          <a:xfrm>
            <a:off x="6497298" y="31204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6537298" y="31604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529" name="Rounded Rectangle 528"/>
          <p:cNvSpPr/>
          <p:nvPr/>
        </p:nvSpPr>
        <p:spPr>
          <a:xfrm>
            <a:off x="6807298" y="31804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3125880" y="50760"/>
            <a:ext cx="28918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5: EHAM | RWY 06 | STAR REDF1A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 flipV="1">
            <a:off x="1901880" y="3050640"/>
            <a:ext cx="2044800" cy="1181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 flipV="1">
            <a:off x="3946680" y="2778120"/>
            <a:ext cx="1188720" cy="272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5135400" y="2778120"/>
            <a:ext cx="878040" cy="353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013440" y="3132000"/>
            <a:ext cx="826920" cy="333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 flipH="1">
            <a:off x="6418440" y="3465360"/>
            <a:ext cx="421920" cy="39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 flipH="1">
            <a:off x="6392520" y="3859200"/>
            <a:ext cx="25560" cy="236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 flipV="1">
            <a:off x="6392880" y="3657240"/>
            <a:ext cx="453960" cy="438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 flipV="1">
            <a:off x="6846840" y="3610080"/>
            <a:ext cx="82440" cy="47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 flipV="1">
            <a:off x="6929280" y="3544560"/>
            <a:ext cx="106560" cy="65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flipV="1">
            <a:off x="7035840" y="3414600"/>
            <a:ext cx="206280" cy="130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0" name=""/>
          <p:cNvGrpSpPr/>
          <p:nvPr/>
        </p:nvGrpSpPr>
        <p:grpSpPr>
          <a:xfrm>
            <a:off x="1838160" y="4168800"/>
            <a:ext cx="597960" cy="200520"/>
            <a:chOff x="1838160" y="4168800"/>
            <a:chExt cx="597960" cy="200520"/>
          </a:xfrm>
        </p:grpSpPr>
        <p:sp>
          <p:nvSpPr>
            <p:cNvPr id="481" name=""/>
            <p:cNvSpPr/>
            <p:nvPr/>
          </p:nvSpPr>
          <p:spPr>
            <a:xfrm>
              <a:off x="1838160" y="416880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2" name=""/>
            <p:cNvSpPr/>
            <p:nvPr/>
          </p:nvSpPr>
          <p:spPr>
            <a:xfrm>
              <a:off x="1952280" y="416880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REDFA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3" name=""/>
          <p:cNvGrpSpPr/>
          <p:nvPr/>
        </p:nvGrpSpPr>
        <p:grpSpPr>
          <a:xfrm>
            <a:off x="3895560" y="2987640"/>
            <a:ext cx="565560" cy="200520"/>
            <a:chOff x="3895560" y="2987640"/>
            <a:chExt cx="565560" cy="200520"/>
          </a:xfrm>
        </p:grpSpPr>
        <p:sp>
          <p:nvSpPr>
            <p:cNvPr id="484" name=""/>
            <p:cNvSpPr/>
            <p:nvPr/>
          </p:nvSpPr>
          <p:spPr>
            <a:xfrm>
              <a:off x="3895560" y="300024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"/>
            <p:cNvSpPr/>
            <p:nvPr/>
          </p:nvSpPr>
          <p:spPr>
            <a:xfrm>
              <a:off x="3990960" y="29876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SULUT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6" name=""/>
          <p:cNvGrpSpPr/>
          <p:nvPr/>
        </p:nvGrpSpPr>
        <p:grpSpPr>
          <a:xfrm>
            <a:off x="5084640" y="2714760"/>
            <a:ext cx="575280" cy="200520"/>
            <a:chOff x="5084640" y="2714760"/>
            <a:chExt cx="575280" cy="200520"/>
          </a:xfrm>
        </p:grpSpPr>
        <p:sp>
          <p:nvSpPr>
            <p:cNvPr id="487" name=""/>
            <p:cNvSpPr/>
            <p:nvPr/>
          </p:nvSpPr>
          <p:spPr>
            <a:xfrm>
              <a:off x="5084640" y="27273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8" name=""/>
            <p:cNvSpPr/>
            <p:nvPr/>
          </p:nvSpPr>
          <p:spPr>
            <a:xfrm>
              <a:off x="5169960" y="27147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SUGOL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9" name=""/>
          <p:cNvGrpSpPr/>
          <p:nvPr/>
        </p:nvGrpSpPr>
        <p:grpSpPr>
          <a:xfrm>
            <a:off x="5962680" y="3068640"/>
            <a:ext cx="550440" cy="200520"/>
            <a:chOff x="5962680" y="3068640"/>
            <a:chExt cx="550440" cy="200520"/>
          </a:xfrm>
        </p:grpSpPr>
        <p:sp>
          <p:nvSpPr>
            <p:cNvPr id="490" name=""/>
            <p:cNvSpPr/>
            <p:nvPr/>
          </p:nvSpPr>
          <p:spPr>
            <a:xfrm>
              <a:off x="5962680" y="3081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1" name=""/>
            <p:cNvSpPr/>
            <p:nvPr/>
          </p:nvSpPr>
          <p:spPr>
            <a:xfrm>
              <a:off x="6073200" y="306864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D2930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2" name=""/>
          <p:cNvGrpSpPr/>
          <p:nvPr/>
        </p:nvGrpSpPr>
        <p:grpSpPr>
          <a:xfrm>
            <a:off x="6789600" y="3402000"/>
            <a:ext cx="478080" cy="200520"/>
            <a:chOff x="6789600" y="3402000"/>
            <a:chExt cx="478080" cy="200520"/>
          </a:xfrm>
        </p:grpSpPr>
        <p:sp>
          <p:nvSpPr>
            <p:cNvPr id="493" name=""/>
            <p:cNvSpPr/>
            <p:nvPr/>
          </p:nvSpPr>
          <p:spPr>
            <a:xfrm>
              <a:off x="6789600" y="341460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"/>
            <p:cNvSpPr/>
            <p:nvPr/>
          </p:nvSpPr>
          <p:spPr>
            <a:xfrm>
              <a:off x="6921000" y="3402000"/>
              <a:ext cx="346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SPL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5" name=""/>
          <p:cNvGrpSpPr/>
          <p:nvPr/>
        </p:nvGrpSpPr>
        <p:grpSpPr>
          <a:xfrm>
            <a:off x="6377040" y="3795840"/>
            <a:ext cx="501120" cy="200520"/>
            <a:chOff x="6377040" y="3795840"/>
            <a:chExt cx="501120" cy="200520"/>
          </a:xfrm>
        </p:grpSpPr>
        <p:sp>
          <p:nvSpPr>
            <p:cNvPr id="496" name=""/>
            <p:cNvSpPr/>
            <p:nvPr/>
          </p:nvSpPr>
          <p:spPr>
            <a:xfrm>
              <a:off x="6377040" y="38196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"/>
            <p:cNvSpPr/>
            <p:nvPr/>
          </p:nvSpPr>
          <p:spPr>
            <a:xfrm>
              <a:off x="6447600" y="37958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8" name=""/>
          <p:cNvGrpSpPr/>
          <p:nvPr/>
        </p:nvGrpSpPr>
        <p:grpSpPr>
          <a:xfrm>
            <a:off x="6342120" y="4032360"/>
            <a:ext cx="617760" cy="200520"/>
            <a:chOff x="6342120" y="4032360"/>
            <a:chExt cx="617760" cy="200520"/>
          </a:xfrm>
        </p:grpSpPr>
        <p:sp>
          <p:nvSpPr>
            <p:cNvPr id="499" name=""/>
            <p:cNvSpPr/>
            <p:nvPr/>
          </p:nvSpPr>
          <p:spPr>
            <a:xfrm>
              <a:off x="6342120" y="40449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6451560" y="403236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CHNB-4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1" name=""/>
          <p:cNvGrpSpPr/>
          <p:nvPr/>
        </p:nvGrpSpPr>
        <p:grpSpPr>
          <a:xfrm>
            <a:off x="6807240" y="3594240"/>
            <a:ext cx="499320" cy="200520"/>
            <a:chOff x="6807240" y="3594240"/>
            <a:chExt cx="499320" cy="200520"/>
          </a:xfrm>
        </p:grpSpPr>
        <p:sp>
          <p:nvSpPr>
            <p:cNvPr id="502" name=""/>
            <p:cNvSpPr/>
            <p:nvPr/>
          </p:nvSpPr>
          <p:spPr>
            <a:xfrm>
              <a:off x="6807240" y="36180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3" name=""/>
            <p:cNvSpPr/>
            <p:nvPr/>
          </p:nvSpPr>
          <p:spPr>
            <a:xfrm>
              <a:off x="6876000" y="35942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4" name=""/>
          <p:cNvGrpSpPr/>
          <p:nvPr/>
        </p:nvGrpSpPr>
        <p:grpSpPr>
          <a:xfrm>
            <a:off x="6888240" y="3546360"/>
            <a:ext cx="536400" cy="200520"/>
            <a:chOff x="6888240" y="3546360"/>
            <a:chExt cx="536400" cy="200520"/>
          </a:xfrm>
        </p:grpSpPr>
        <p:sp>
          <p:nvSpPr>
            <p:cNvPr id="505" name=""/>
            <p:cNvSpPr/>
            <p:nvPr/>
          </p:nvSpPr>
          <p:spPr>
            <a:xfrm>
              <a:off x="6888240" y="357012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6974280" y="35463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EH609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7" name=""/>
          <p:cNvGrpSpPr/>
          <p:nvPr/>
        </p:nvGrpSpPr>
        <p:grpSpPr>
          <a:xfrm>
            <a:off x="6994440" y="3481560"/>
            <a:ext cx="534960" cy="200520"/>
            <a:chOff x="6994440" y="3481560"/>
            <a:chExt cx="534960" cy="200520"/>
          </a:xfrm>
        </p:grpSpPr>
        <p:sp>
          <p:nvSpPr>
            <p:cNvPr id="508" name=""/>
            <p:cNvSpPr/>
            <p:nvPr/>
          </p:nvSpPr>
          <p:spPr>
            <a:xfrm>
              <a:off x="6994440" y="35035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7079040" y="348156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EH616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0" name=""/>
          <p:cNvGrpSpPr/>
          <p:nvPr/>
        </p:nvGrpSpPr>
        <p:grpSpPr>
          <a:xfrm>
            <a:off x="7178760" y="3351240"/>
            <a:ext cx="543240" cy="200520"/>
            <a:chOff x="7178760" y="3351240"/>
            <a:chExt cx="543240" cy="200520"/>
          </a:xfrm>
        </p:grpSpPr>
        <p:sp>
          <p:nvSpPr>
            <p:cNvPr id="511" name=""/>
            <p:cNvSpPr/>
            <p:nvPr/>
          </p:nvSpPr>
          <p:spPr>
            <a:xfrm>
              <a:off x="7178760" y="33512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7295760" y="33512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3" name=""/>
          <p:cNvGrpSpPr/>
          <p:nvPr/>
        </p:nvGrpSpPr>
        <p:grpSpPr>
          <a:xfrm>
            <a:off x="5105520" y="685800"/>
            <a:ext cx="479160" cy="200520"/>
            <a:chOff x="5105520" y="685800"/>
            <a:chExt cx="479160" cy="200520"/>
          </a:xfrm>
        </p:grpSpPr>
        <p:sp>
          <p:nvSpPr>
            <p:cNvPr id="514" name=""/>
            <p:cNvSpPr/>
            <p:nvPr/>
          </p:nvSpPr>
          <p:spPr>
            <a:xfrm>
              <a:off x="5105520" y="6922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5247000" y="685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6" name=""/>
          <p:cNvGrpSpPr/>
          <p:nvPr/>
        </p:nvGrpSpPr>
        <p:grpSpPr>
          <a:xfrm>
            <a:off x="5029200" y="4648320"/>
            <a:ext cx="461520" cy="200520"/>
            <a:chOff x="5029200" y="4648320"/>
            <a:chExt cx="461520" cy="200520"/>
          </a:xfrm>
        </p:grpSpPr>
        <p:sp>
          <p:nvSpPr>
            <p:cNvPr id="517" name=""/>
            <p:cNvSpPr/>
            <p:nvPr/>
          </p:nvSpPr>
          <p:spPr>
            <a:xfrm>
              <a:off x="5029200" y="4664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515304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9" name=""/>
          <p:cNvGrpSpPr/>
          <p:nvPr/>
        </p:nvGrpSpPr>
        <p:grpSpPr>
          <a:xfrm>
            <a:off x="6629400" y="4267080"/>
            <a:ext cx="460080" cy="200520"/>
            <a:chOff x="6629400" y="4267080"/>
            <a:chExt cx="460080" cy="200520"/>
          </a:xfrm>
        </p:grpSpPr>
        <p:sp>
          <p:nvSpPr>
            <p:cNvPr id="520" name=""/>
            <p:cNvSpPr/>
            <p:nvPr/>
          </p:nvSpPr>
          <p:spPr>
            <a:xfrm>
              <a:off x="6629400" y="42829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"/>
            <p:cNvSpPr/>
            <p:nvPr/>
          </p:nvSpPr>
          <p:spPr>
            <a:xfrm>
              <a:off x="675180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2" name=""/>
          <p:cNvGrpSpPr/>
          <p:nvPr/>
        </p:nvGrpSpPr>
        <p:grpSpPr>
          <a:xfrm>
            <a:off x="2057400" y="1905120"/>
            <a:ext cx="460080" cy="200520"/>
            <a:chOff x="2057400" y="1905120"/>
            <a:chExt cx="460080" cy="200520"/>
          </a:xfrm>
        </p:grpSpPr>
        <p:sp>
          <p:nvSpPr>
            <p:cNvPr id="523" name=""/>
            <p:cNvSpPr/>
            <p:nvPr/>
          </p:nvSpPr>
          <p:spPr>
            <a:xfrm>
              <a:off x="2057400" y="1920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"/>
            <p:cNvSpPr/>
            <p:nvPr/>
          </p:nvSpPr>
          <p:spPr>
            <a:xfrm>
              <a:off x="217980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5" name=""/>
          <p:cNvGrpSpPr/>
          <p:nvPr/>
        </p:nvGrpSpPr>
        <p:grpSpPr>
          <a:xfrm>
            <a:off x="8229600" y="2819520"/>
            <a:ext cx="460080" cy="200520"/>
            <a:chOff x="8229600" y="2819520"/>
            <a:chExt cx="460080" cy="200520"/>
          </a:xfrm>
        </p:grpSpPr>
        <p:sp>
          <p:nvSpPr>
            <p:cNvPr id="526" name=""/>
            <p:cNvSpPr/>
            <p:nvPr/>
          </p:nvSpPr>
          <p:spPr>
            <a:xfrm>
              <a:off x="8229600" y="2835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83520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8" name=""/>
          <p:cNvGrpSpPr/>
          <p:nvPr/>
        </p:nvGrpSpPr>
        <p:grpSpPr>
          <a:xfrm>
            <a:off x="2971800" y="4495680"/>
            <a:ext cx="460080" cy="200520"/>
            <a:chOff x="2971800" y="4495680"/>
            <a:chExt cx="460080" cy="200520"/>
          </a:xfrm>
        </p:grpSpPr>
        <p:sp>
          <p:nvSpPr>
            <p:cNvPr id="529" name=""/>
            <p:cNvSpPr/>
            <p:nvPr/>
          </p:nvSpPr>
          <p:spPr>
            <a:xfrm>
              <a:off x="2971800" y="45118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0" name=""/>
            <p:cNvSpPr/>
            <p:nvPr/>
          </p:nvSpPr>
          <p:spPr>
            <a:xfrm>
              <a:off x="309420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1" name=""/>
          <p:cNvGrpSpPr/>
          <p:nvPr/>
        </p:nvGrpSpPr>
        <p:grpSpPr>
          <a:xfrm>
            <a:off x="649440" y="4417920"/>
            <a:ext cx="468720" cy="200520"/>
            <a:chOff x="649440" y="4417920"/>
            <a:chExt cx="468720" cy="200520"/>
          </a:xfrm>
        </p:grpSpPr>
        <p:sp>
          <p:nvSpPr>
            <p:cNvPr id="532" name=""/>
            <p:cNvSpPr/>
            <p:nvPr/>
          </p:nvSpPr>
          <p:spPr>
            <a:xfrm>
              <a:off x="649440" y="4432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780480" y="441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4" name=""/>
          <p:cNvGrpSpPr/>
          <p:nvPr/>
        </p:nvGrpSpPr>
        <p:grpSpPr>
          <a:xfrm>
            <a:off x="1285920" y="3297240"/>
            <a:ext cx="467280" cy="200520"/>
            <a:chOff x="1285920" y="3297240"/>
            <a:chExt cx="467280" cy="200520"/>
          </a:xfrm>
        </p:grpSpPr>
        <p:sp>
          <p:nvSpPr>
            <p:cNvPr id="535" name=""/>
            <p:cNvSpPr/>
            <p:nvPr/>
          </p:nvSpPr>
          <p:spPr>
            <a:xfrm>
              <a:off x="1285920" y="3311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1415520" y="3297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7" name=""/>
          <p:cNvGrpSpPr/>
          <p:nvPr/>
        </p:nvGrpSpPr>
        <p:grpSpPr>
          <a:xfrm>
            <a:off x="2286000" y="3048120"/>
            <a:ext cx="461520" cy="200520"/>
            <a:chOff x="2286000" y="3048120"/>
            <a:chExt cx="461520" cy="200520"/>
          </a:xfrm>
        </p:grpSpPr>
        <p:sp>
          <p:nvSpPr>
            <p:cNvPr id="538" name=""/>
            <p:cNvSpPr/>
            <p:nvPr/>
          </p:nvSpPr>
          <p:spPr>
            <a:xfrm>
              <a:off x="2286000" y="3062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9" name=""/>
            <p:cNvSpPr/>
            <p:nvPr/>
          </p:nvSpPr>
          <p:spPr>
            <a:xfrm>
              <a:off x="240984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0" name=""/>
          <p:cNvGrpSpPr/>
          <p:nvPr/>
        </p:nvGrpSpPr>
        <p:grpSpPr>
          <a:xfrm>
            <a:off x="6324480" y="5105520"/>
            <a:ext cx="461880" cy="200520"/>
            <a:chOff x="6324480" y="5105520"/>
            <a:chExt cx="461880" cy="200520"/>
          </a:xfrm>
        </p:grpSpPr>
        <p:sp>
          <p:nvSpPr>
            <p:cNvPr id="541" name=""/>
            <p:cNvSpPr/>
            <p:nvPr/>
          </p:nvSpPr>
          <p:spPr>
            <a:xfrm>
              <a:off x="6324480" y="5121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2" name=""/>
            <p:cNvSpPr/>
            <p:nvPr/>
          </p:nvSpPr>
          <p:spPr>
            <a:xfrm>
              <a:off x="644868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3" name=""/>
          <p:cNvGrpSpPr/>
          <p:nvPr/>
        </p:nvGrpSpPr>
        <p:grpSpPr>
          <a:xfrm>
            <a:off x="6934320" y="2590920"/>
            <a:ext cx="461160" cy="200520"/>
            <a:chOff x="6934320" y="2590920"/>
            <a:chExt cx="461160" cy="200520"/>
          </a:xfrm>
        </p:grpSpPr>
        <p:sp>
          <p:nvSpPr>
            <p:cNvPr id="544" name=""/>
            <p:cNvSpPr/>
            <p:nvPr/>
          </p:nvSpPr>
          <p:spPr>
            <a:xfrm>
              <a:off x="6934320" y="26049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705780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6" name=""/>
          <p:cNvGrpSpPr/>
          <p:nvPr/>
        </p:nvGrpSpPr>
        <p:grpSpPr>
          <a:xfrm>
            <a:off x="2971800" y="2590920"/>
            <a:ext cx="460080" cy="200520"/>
            <a:chOff x="2971800" y="2590920"/>
            <a:chExt cx="460080" cy="200520"/>
          </a:xfrm>
        </p:grpSpPr>
        <p:sp>
          <p:nvSpPr>
            <p:cNvPr id="547" name=""/>
            <p:cNvSpPr/>
            <p:nvPr/>
          </p:nvSpPr>
          <p:spPr>
            <a:xfrm>
              <a:off x="2971800" y="26049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309420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9" name=""/>
          <p:cNvGrpSpPr/>
          <p:nvPr/>
        </p:nvGrpSpPr>
        <p:grpSpPr>
          <a:xfrm>
            <a:off x="8381880" y="3657600"/>
            <a:ext cx="461880" cy="200520"/>
            <a:chOff x="8381880" y="3657600"/>
            <a:chExt cx="461880" cy="200520"/>
          </a:xfrm>
        </p:grpSpPr>
        <p:sp>
          <p:nvSpPr>
            <p:cNvPr id="550" name=""/>
            <p:cNvSpPr/>
            <p:nvPr/>
          </p:nvSpPr>
          <p:spPr>
            <a:xfrm>
              <a:off x="8381880" y="3673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1" name=""/>
            <p:cNvSpPr/>
            <p:nvPr/>
          </p:nvSpPr>
          <p:spPr>
            <a:xfrm>
              <a:off x="850608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2" name=""/>
          <p:cNvGrpSpPr/>
          <p:nvPr/>
        </p:nvGrpSpPr>
        <p:grpSpPr>
          <a:xfrm>
            <a:off x="5943600" y="3733920"/>
            <a:ext cx="461520" cy="200520"/>
            <a:chOff x="5943600" y="3733920"/>
            <a:chExt cx="461520" cy="200520"/>
          </a:xfrm>
        </p:grpSpPr>
        <p:sp>
          <p:nvSpPr>
            <p:cNvPr id="553" name=""/>
            <p:cNvSpPr/>
            <p:nvPr/>
          </p:nvSpPr>
          <p:spPr>
            <a:xfrm>
              <a:off x="5943600" y="37479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"/>
            <p:cNvSpPr/>
            <p:nvPr/>
          </p:nvSpPr>
          <p:spPr>
            <a:xfrm>
              <a:off x="606744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5" name=""/>
          <p:cNvGrpSpPr/>
          <p:nvPr/>
        </p:nvGrpSpPr>
        <p:grpSpPr>
          <a:xfrm>
            <a:off x="3886200" y="4343400"/>
            <a:ext cx="461520" cy="200520"/>
            <a:chOff x="3886200" y="4343400"/>
            <a:chExt cx="461520" cy="200520"/>
          </a:xfrm>
        </p:grpSpPr>
        <p:sp>
          <p:nvSpPr>
            <p:cNvPr id="556" name=""/>
            <p:cNvSpPr/>
            <p:nvPr/>
          </p:nvSpPr>
          <p:spPr>
            <a:xfrm>
              <a:off x="3886200" y="43574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401004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8" name=""/>
          <p:cNvGrpSpPr/>
          <p:nvPr/>
        </p:nvGrpSpPr>
        <p:grpSpPr>
          <a:xfrm>
            <a:off x="5943600" y="2209680"/>
            <a:ext cx="461520" cy="200520"/>
            <a:chOff x="5943600" y="2209680"/>
            <a:chExt cx="461520" cy="200520"/>
          </a:xfrm>
        </p:grpSpPr>
        <p:sp>
          <p:nvSpPr>
            <p:cNvPr id="559" name=""/>
            <p:cNvSpPr/>
            <p:nvPr/>
          </p:nvSpPr>
          <p:spPr>
            <a:xfrm>
              <a:off x="5943600" y="222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606744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1" name=""/>
          <p:cNvGrpSpPr/>
          <p:nvPr/>
        </p:nvGrpSpPr>
        <p:grpSpPr>
          <a:xfrm>
            <a:off x="3733920" y="6019920"/>
            <a:ext cx="461160" cy="200520"/>
            <a:chOff x="3733920" y="6019920"/>
            <a:chExt cx="461160" cy="200520"/>
          </a:xfrm>
        </p:grpSpPr>
        <p:sp>
          <p:nvSpPr>
            <p:cNvPr id="562" name=""/>
            <p:cNvSpPr/>
            <p:nvPr/>
          </p:nvSpPr>
          <p:spPr>
            <a:xfrm>
              <a:off x="3733920" y="603576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385740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4" name=""/>
          <p:cNvGrpSpPr/>
          <p:nvPr/>
        </p:nvGrpSpPr>
        <p:grpSpPr>
          <a:xfrm>
            <a:off x="1523880" y="5334120"/>
            <a:ext cx="461520" cy="200520"/>
            <a:chOff x="1523880" y="5334120"/>
            <a:chExt cx="461520" cy="200520"/>
          </a:xfrm>
        </p:grpSpPr>
        <p:sp>
          <p:nvSpPr>
            <p:cNvPr id="565" name=""/>
            <p:cNvSpPr/>
            <p:nvPr/>
          </p:nvSpPr>
          <p:spPr>
            <a:xfrm>
              <a:off x="1523880" y="5349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6" name=""/>
            <p:cNvSpPr/>
            <p:nvPr/>
          </p:nvSpPr>
          <p:spPr>
            <a:xfrm>
              <a:off x="16477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7" name=""/>
          <p:cNvGrpSpPr/>
          <p:nvPr/>
        </p:nvGrpSpPr>
        <p:grpSpPr>
          <a:xfrm>
            <a:off x="4800600" y="3429000"/>
            <a:ext cx="460080" cy="200520"/>
            <a:chOff x="4800600" y="3429000"/>
            <a:chExt cx="460080" cy="200520"/>
          </a:xfrm>
        </p:grpSpPr>
        <p:sp>
          <p:nvSpPr>
            <p:cNvPr id="568" name=""/>
            <p:cNvSpPr/>
            <p:nvPr/>
          </p:nvSpPr>
          <p:spPr>
            <a:xfrm>
              <a:off x="4800600" y="34434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"/>
            <p:cNvSpPr/>
            <p:nvPr/>
          </p:nvSpPr>
          <p:spPr>
            <a:xfrm>
              <a:off x="492300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0" name=""/>
          <p:cNvGrpSpPr/>
          <p:nvPr/>
        </p:nvGrpSpPr>
        <p:grpSpPr>
          <a:xfrm>
            <a:off x="4343400" y="2057400"/>
            <a:ext cx="461520" cy="200520"/>
            <a:chOff x="4343400" y="2057400"/>
            <a:chExt cx="461520" cy="200520"/>
          </a:xfrm>
        </p:grpSpPr>
        <p:sp>
          <p:nvSpPr>
            <p:cNvPr id="571" name=""/>
            <p:cNvSpPr/>
            <p:nvPr/>
          </p:nvSpPr>
          <p:spPr>
            <a:xfrm>
              <a:off x="4343400" y="20728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446724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3" name="Rounded Rectangle 57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574" name="Oval 573"/>
          <p:cNvSpPr/>
          <p:nvPr/>
        </p:nvSpPr>
        <p:spPr>
          <a:xfrm>
            <a:off x="5002757" y="5893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5042757" y="6293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576" name="Rounded Rectangle 575"/>
          <p:cNvSpPr/>
          <p:nvPr/>
        </p:nvSpPr>
        <p:spPr>
          <a:xfrm>
            <a:off x="5312757" y="6493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577" name="Oval 576"/>
          <p:cNvSpPr/>
          <p:nvPr/>
        </p:nvSpPr>
        <p:spPr>
          <a:xfrm>
            <a:off x="4917617" y="45525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4957617" y="45925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579" name="Rounded Rectangle 578"/>
          <p:cNvSpPr/>
          <p:nvPr/>
        </p:nvSpPr>
        <p:spPr>
          <a:xfrm>
            <a:off x="5227617" y="46125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580" name="Oval 579"/>
          <p:cNvSpPr/>
          <p:nvPr/>
        </p:nvSpPr>
        <p:spPr>
          <a:xfrm>
            <a:off x="6516919" y="41713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6556919" y="42113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582" name="Rounded Rectangle 581"/>
          <p:cNvSpPr/>
          <p:nvPr/>
        </p:nvSpPr>
        <p:spPr>
          <a:xfrm>
            <a:off x="6826919" y="42313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583" name="Oval 582"/>
          <p:cNvSpPr/>
          <p:nvPr/>
        </p:nvSpPr>
        <p:spPr>
          <a:xfrm>
            <a:off x="1944917" y="18093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1984917" y="18493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585" name="Rounded Rectangle 584"/>
          <p:cNvSpPr/>
          <p:nvPr/>
        </p:nvSpPr>
        <p:spPr>
          <a:xfrm>
            <a:off x="2254917" y="18693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586" name="Oval 585"/>
          <p:cNvSpPr/>
          <p:nvPr/>
        </p:nvSpPr>
        <p:spPr>
          <a:xfrm>
            <a:off x="8117119" y="27237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8157119" y="27637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588" name="Rounded Rectangle 587"/>
          <p:cNvSpPr/>
          <p:nvPr/>
        </p:nvSpPr>
        <p:spPr>
          <a:xfrm>
            <a:off x="8427119" y="27837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589" name="Oval 588"/>
          <p:cNvSpPr/>
          <p:nvPr/>
        </p:nvSpPr>
        <p:spPr>
          <a:xfrm>
            <a:off x="2859498" y="44003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2899498" y="44403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591" name="Rounded Rectangle 590"/>
          <p:cNvSpPr/>
          <p:nvPr/>
        </p:nvSpPr>
        <p:spPr>
          <a:xfrm>
            <a:off x="3169498" y="44603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592" name="Oval 591"/>
          <p:cNvSpPr/>
          <p:nvPr/>
        </p:nvSpPr>
        <p:spPr>
          <a:xfrm>
            <a:off x="537856" y="43207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577856" y="43607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594" name="Rounded Rectangle 593"/>
          <p:cNvSpPr/>
          <p:nvPr/>
        </p:nvSpPr>
        <p:spPr>
          <a:xfrm>
            <a:off x="847856" y="43807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595" name="Oval 594"/>
          <p:cNvSpPr/>
          <p:nvPr/>
        </p:nvSpPr>
        <p:spPr>
          <a:xfrm>
            <a:off x="1173438" y="32000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1213438" y="32400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597" name="Rounded Rectangle 596"/>
          <p:cNvSpPr/>
          <p:nvPr/>
        </p:nvSpPr>
        <p:spPr>
          <a:xfrm>
            <a:off x="1483438" y="32600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598" name="Oval 597"/>
          <p:cNvSpPr/>
          <p:nvPr/>
        </p:nvSpPr>
        <p:spPr>
          <a:xfrm>
            <a:off x="2174421" y="29505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2214421" y="29905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600" name="Rounded Rectangle 599"/>
          <p:cNvSpPr/>
          <p:nvPr/>
        </p:nvSpPr>
        <p:spPr>
          <a:xfrm>
            <a:off x="2484421" y="30105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601" name="Oval 600"/>
          <p:cNvSpPr/>
          <p:nvPr/>
        </p:nvSpPr>
        <p:spPr>
          <a:xfrm>
            <a:off x="6212901" y="50095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6252901" y="50495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603" name="Rounded Rectangle 602"/>
          <p:cNvSpPr/>
          <p:nvPr/>
        </p:nvSpPr>
        <p:spPr>
          <a:xfrm>
            <a:off x="6522901" y="50695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604" name="Oval 603"/>
          <p:cNvSpPr/>
          <p:nvPr/>
        </p:nvSpPr>
        <p:spPr>
          <a:xfrm>
            <a:off x="6822560" y="24933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6862560" y="25333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606" name="Rounded Rectangle 605"/>
          <p:cNvSpPr/>
          <p:nvPr/>
        </p:nvSpPr>
        <p:spPr>
          <a:xfrm>
            <a:off x="7132560" y="25533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607" name="Oval 606"/>
          <p:cNvSpPr/>
          <p:nvPr/>
        </p:nvSpPr>
        <p:spPr>
          <a:xfrm>
            <a:off x="2859498" y="24933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899498" y="25333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609" name="Rounded Rectangle 608"/>
          <p:cNvSpPr/>
          <p:nvPr/>
        </p:nvSpPr>
        <p:spPr>
          <a:xfrm>
            <a:off x="3169498" y="25533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610" name="Oval 609"/>
          <p:cNvSpPr/>
          <p:nvPr/>
        </p:nvSpPr>
        <p:spPr>
          <a:xfrm>
            <a:off x="8270300" y="35618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8310300" y="36018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612" name="Rounded Rectangle 611"/>
          <p:cNvSpPr/>
          <p:nvPr/>
        </p:nvSpPr>
        <p:spPr>
          <a:xfrm>
            <a:off x="8580300" y="36218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613" name="Oval 612"/>
          <p:cNvSpPr/>
          <p:nvPr/>
        </p:nvSpPr>
        <p:spPr>
          <a:xfrm>
            <a:off x="5832019" y="36361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872019" y="36761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615" name="Rounded Rectangle 614"/>
          <p:cNvSpPr/>
          <p:nvPr/>
        </p:nvSpPr>
        <p:spPr>
          <a:xfrm>
            <a:off x="6142019" y="36961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616" name="Oval 615"/>
          <p:cNvSpPr/>
          <p:nvPr/>
        </p:nvSpPr>
        <p:spPr>
          <a:xfrm>
            <a:off x="3774621" y="42456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3814621" y="42856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618" name="Rounded Rectangle 617"/>
          <p:cNvSpPr/>
          <p:nvPr/>
        </p:nvSpPr>
        <p:spPr>
          <a:xfrm>
            <a:off x="4084621" y="43056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619" name="Oval 618"/>
          <p:cNvSpPr/>
          <p:nvPr/>
        </p:nvSpPr>
        <p:spPr>
          <a:xfrm>
            <a:off x="5832019" y="2113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872019" y="2153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621" name="Rounded Rectangle 620"/>
          <p:cNvSpPr/>
          <p:nvPr/>
        </p:nvSpPr>
        <p:spPr>
          <a:xfrm>
            <a:off x="6142019" y="2173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622" name="Oval 621"/>
          <p:cNvSpPr/>
          <p:nvPr/>
        </p:nvSpPr>
        <p:spPr>
          <a:xfrm>
            <a:off x="3622160" y="59239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3662160" y="59639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624" name="Rounded Rectangle 623"/>
          <p:cNvSpPr/>
          <p:nvPr/>
        </p:nvSpPr>
        <p:spPr>
          <a:xfrm>
            <a:off x="3932160" y="59839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625" name="Oval 624"/>
          <p:cNvSpPr/>
          <p:nvPr/>
        </p:nvSpPr>
        <p:spPr>
          <a:xfrm>
            <a:off x="1412300" y="52383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1452300" y="52783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627" name="Rounded Rectangle 626"/>
          <p:cNvSpPr/>
          <p:nvPr/>
        </p:nvSpPr>
        <p:spPr>
          <a:xfrm>
            <a:off x="1722300" y="52983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628" name="Oval 627"/>
          <p:cNvSpPr/>
          <p:nvPr/>
        </p:nvSpPr>
        <p:spPr>
          <a:xfrm>
            <a:off x="4688119" y="33318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4728119" y="33718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630" name="Rounded Rectangle 629"/>
          <p:cNvSpPr/>
          <p:nvPr/>
        </p:nvSpPr>
        <p:spPr>
          <a:xfrm>
            <a:off x="4998119" y="33918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631" name="Oval 630"/>
          <p:cNvSpPr/>
          <p:nvPr/>
        </p:nvSpPr>
        <p:spPr>
          <a:xfrm>
            <a:off x="4231819" y="196111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4271819" y="200111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633" name="Rounded Rectangle 632"/>
          <p:cNvSpPr/>
          <p:nvPr/>
        </p:nvSpPr>
        <p:spPr>
          <a:xfrm>
            <a:off x="4541819" y="202111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>
            <a:off x="3079440" y="50760"/>
            <a:ext cx="2984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6: EHAM | RWY 18R | STAR PESE2A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 flipH="1" flipV="1">
            <a:off x="4067280" y="4847760"/>
            <a:ext cx="72072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 flipH="1" flipV="1">
            <a:off x="3795840" y="4138200"/>
            <a:ext cx="271440" cy="709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 flipV="1">
            <a:off x="3795840" y="3176640"/>
            <a:ext cx="865080" cy="961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4660920" y="2412720"/>
            <a:ext cx="687240" cy="763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 flipH="1" flipV="1">
            <a:off x="5051520" y="1639800"/>
            <a:ext cx="296640" cy="773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5051520" y="1639800"/>
            <a:ext cx="166680" cy="190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 flipH="1">
            <a:off x="5200200" y="1830240"/>
            <a:ext cx="17640" cy="252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 flipH="1">
            <a:off x="5192640" y="2082960"/>
            <a:ext cx="7920" cy="150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 flipH="1">
            <a:off x="5178240" y="2233440"/>
            <a:ext cx="14040" cy="281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3" name=""/>
          <p:cNvGrpSpPr/>
          <p:nvPr/>
        </p:nvGrpSpPr>
        <p:grpSpPr>
          <a:xfrm>
            <a:off x="4724280" y="5307120"/>
            <a:ext cx="595800" cy="200520"/>
            <a:chOff x="4724280" y="5307120"/>
            <a:chExt cx="595800" cy="200520"/>
          </a:xfrm>
        </p:grpSpPr>
        <p:sp>
          <p:nvSpPr>
            <p:cNvPr id="584" name=""/>
            <p:cNvSpPr/>
            <p:nvPr/>
          </p:nvSpPr>
          <p:spPr>
            <a:xfrm>
              <a:off x="472428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5" name=""/>
            <p:cNvSpPr/>
            <p:nvPr/>
          </p:nvSpPr>
          <p:spPr>
            <a:xfrm>
              <a:off x="4840560" y="53071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PESER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6" name=""/>
          <p:cNvGrpSpPr/>
          <p:nvPr/>
        </p:nvGrpSpPr>
        <p:grpSpPr>
          <a:xfrm>
            <a:off x="4016520" y="4784760"/>
            <a:ext cx="697680" cy="200520"/>
            <a:chOff x="4016520" y="4784760"/>
            <a:chExt cx="697680" cy="200520"/>
          </a:xfrm>
        </p:grpSpPr>
        <p:sp>
          <p:nvSpPr>
            <p:cNvPr id="587" name=""/>
            <p:cNvSpPr/>
            <p:nvPr/>
          </p:nvSpPr>
          <p:spPr>
            <a:xfrm>
              <a:off x="4016520" y="4797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8" name=""/>
            <p:cNvSpPr/>
            <p:nvPr/>
          </p:nvSpPr>
          <p:spPr>
            <a:xfrm>
              <a:off x="4176720" y="4784760"/>
              <a:ext cx="53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'STDNB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9" name=""/>
          <p:cNvGrpSpPr/>
          <p:nvPr/>
        </p:nvGrpSpPr>
        <p:grpSpPr>
          <a:xfrm>
            <a:off x="3745080" y="4075200"/>
            <a:ext cx="683280" cy="200520"/>
            <a:chOff x="3745080" y="4075200"/>
            <a:chExt cx="683280" cy="200520"/>
          </a:xfrm>
        </p:grpSpPr>
        <p:sp>
          <p:nvSpPr>
            <p:cNvPr id="590" name=""/>
            <p:cNvSpPr/>
            <p:nvPr/>
          </p:nvSpPr>
          <p:spPr>
            <a:xfrm>
              <a:off x="3745080" y="408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1" name=""/>
            <p:cNvSpPr/>
            <p:nvPr/>
          </p:nvSpPr>
          <p:spPr>
            <a:xfrm>
              <a:off x="3920040" y="407520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'RIVER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2" name=""/>
          <p:cNvGrpSpPr/>
          <p:nvPr/>
        </p:nvGrpSpPr>
        <p:grpSpPr>
          <a:xfrm>
            <a:off x="4610160" y="3112920"/>
            <a:ext cx="678960" cy="200520"/>
            <a:chOff x="4610160" y="3112920"/>
            <a:chExt cx="678960" cy="200520"/>
          </a:xfrm>
        </p:grpSpPr>
        <p:sp>
          <p:nvSpPr>
            <p:cNvPr id="593" name=""/>
            <p:cNvSpPr/>
            <p:nvPr/>
          </p:nvSpPr>
          <p:spPr>
            <a:xfrm>
              <a:off x="4610160" y="3125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4789800" y="311292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'D2230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5" name=""/>
          <p:cNvGrpSpPr/>
          <p:nvPr/>
        </p:nvGrpSpPr>
        <p:grpSpPr>
          <a:xfrm>
            <a:off x="5297400" y="2349360"/>
            <a:ext cx="565920" cy="200520"/>
            <a:chOff x="5297400" y="2349360"/>
            <a:chExt cx="565920" cy="200520"/>
          </a:xfrm>
        </p:grpSpPr>
        <p:sp>
          <p:nvSpPr>
            <p:cNvPr id="596" name=""/>
            <p:cNvSpPr/>
            <p:nvPr/>
          </p:nvSpPr>
          <p:spPr>
            <a:xfrm>
              <a:off x="5297400" y="2362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7" name=""/>
            <p:cNvSpPr/>
            <p:nvPr/>
          </p:nvSpPr>
          <p:spPr>
            <a:xfrm>
              <a:off x="5458680" y="2349360"/>
              <a:ext cx="40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'SPL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8" name=""/>
          <p:cNvGrpSpPr/>
          <p:nvPr/>
        </p:nvGrpSpPr>
        <p:grpSpPr>
          <a:xfrm>
            <a:off x="5000760" y="1576440"/>
            <a:ext cx="683280" cy="200520"/>
            <a:chOff x="5000760" y="1576440"/>
            <a:chExt cx="683280" cy="200520"/>
          </a:xfrm>
        </p:grpSpPr>
        <p:sp>
          <p:nvSpPr>
            <p:cNvPr id="599" name=""/>
            <p:cNvSpPr/>
            <p:nvPr/>
          </p:nvSpPr>
          <p:spPr>
            <a:xfrm>
              <a:off x="500076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0" name=""/>
            <p:cNvSpPr/>
            <p:nvPr/>
          </p:nvSpPr>
          <p:spPr>
            <a:xfrm>
              <a:off x="5175720" y="157644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'EH644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1" name=""/>
          <p:cNvGrpSpPr/>
          <p:nvPr/>
        </p:nvGrpSpPr>
        <p:grpSpPr>
          <a:xfrm>
            <a:off x="5176800" y="1766880"/>
            <a:ext cx="599040" cy="200520"/>
            <a:chOff x="5176800" y="1766880"/>
            <a:chExt cx="599040" cy="200520"/>
          </a:xfrm>
        </p:grpSpPr>
        <p:sp>
          <p:nvSpPr>
            <p:cNvPr id="602" name=""/>
            <p:cNvSpPr/>
            <p:nvPr/>
          </p:nvSpPr>
          <p:spPr>
            <a:xfrm>
              <a:off x="5176800" y="1789200"/>
              <a:ext cx="824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5331600" y="1766880"/>
              <a:ext cx="444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'INTC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4" name=""/>
          <p:cNvGrpSpPr/>
          <p:nvPr/>
        </p:nvGrpSpPr>
        <p:grpSpPr>
          <a:xfrm>
            <a:off x="5159520" y="2019240"/>
            <a:ext cx="662760" cy="200520"/>
            <a:chOff x="5159520" y="2019240"/>
            <a:chExt cx="662760" cy="200520"/>
          </a:xfrm>
        </p:grpSpPr>
        <p:sp>
          <p:nvSpPr>
            <p:cNvPr id="605" name=""/>
            <p:cNvSpPr/>
            <p:nvPr/>
          </p:nvSpPr>
          <p:spPr>
            <a:xfrm>
              <a:off x="5159520" y="204300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6" name=""/>
            <p:cNvSpPr/>
            <p:nvPr/>
          </p:nvSpPr>
          <p:spPr>
            <a:xfrm>
              <a:off x="5313960" y="201924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'EH621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7" name=""/>
          <p:cNvGrpSpPr/>
          <p:nvPr/>
        </p:nvGrpSpPr>
        <p:grpSpPr>
          <a:xfrm>
            <a:off x="5151600" y="2170080"/>
            <a:ext cx="662760" cy="200520"/>
            <a:chOff x="5151600" y="2170080"/>
            <a:chExt cx="662760" cy="200520"/>
          </a:xfrm>
        </p:grpSpPr>
        <p:sp>
          <p:nvSpPr>
            <p:cNvPr id="608" name=""/>
            <p:cNvSpPr/>
            <p:nvPr/>
          </p:nvSpPr>
          <p:spPr>
            <a:xfrm>
              <a:off x="5151600" y="2192400"/>
              <a:ext cx="806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5306040" y="217008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'EH622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0" name=""/>
          <p:cNvGrpSpPr/>
          <p:nvPr/>
        </p:nvGrpSpPr>
        <p:grpSpPr>
          <a:xfrm>
            <a:off x="5114880" y="2451240"/>
            <a:ext cx="731520" cy="200520"/>
            <a:chOff x="5114880" y="2451240"/>
            <a:chExt cx="731520" cy="200520"/>
          </a:xfrm>
        </p:grpSpPr>
        <p:sp>
          <p:nvSpPr>
            <p:cNvPr id="611" name=""/>
            <p:cNvSpPr/>
            <p:nvPr/>
          </p:nvSpPr>
          <p:spPr>
            <a:xfrm>
              <a:off x="5114880" y="245124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5290920" y="2451240"/>
              <a:ext cx="555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'RW18R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3" name=""/>
          <p:cNvGrpSpPr/>
          <p:nvPr/>
        </p:nvGrpSpPr>
        <p:grpSpPr>
          <a:xfrm>
            <a:off x="3124080" y="3124080"/>
            <a:ext cx="478800" cy="200520"/>
            <a:chOff x="3124080" y="3124080"/>
            <a:chExt cx="478800" cy="200520"/>
          </a:xfrm>
        </p:grpSpPr>
        <p:sp>
          <p:nvSpPr>
            <p:cNvPr id="614" name=""/>
            <p:cNvSpPr/>
            <p:nvPr/>
          </p:nvSpPr>
          <p:spPr>
            <a:xfrm>
              <a:off x="3124080" y="31302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32652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6" name=""/>
          <p:cNvGrpSpPr/>
          <p:nvPr/>
        </p:nvGrpSpPr>
        <p:grpSpPr>
          <a:xfrm>
            <a:off x="1981080" y="6248520"/>
            <a:ext cx="479160" cy="200520"/>
            <a:chOff x="1981080" y="6248520"/>
            <a:chExt cx="479160" cy="200520"/>
          </a:xfrm>
        </p:grpSpPr>
        <p:sp>
          <p:nvSpPr>
            <p:cNvPr id="617" name=""/>
            <p:cNvSpPr/>
            <p:nvPr/>
          </p:nvSpPr>
          <p:spPr>
            <a:xfrm>
              <a:off x="1981080" y="6255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212256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9" name=""/>
          <p:cNvGrpSpPr/>
          <p:nvPr/>
        </p:nvGrpSpPr>
        <p:grpSpPr>
          <a:xfrm>
            <a:off x="4191120" y="1981080"/>
            <a:ext cx="479160" cy="200520"/>
            <a:chOff x="4191120" y="1981080"/>
            <a:chExt cx="479160" cy="200520"/>
          </a:xfrm>
        </p:grpSpPr>
        <p:sp>
          <p:nvSpPr>
            <p:cNvPr id="620" name=""/>
            <p:cNvSpPr/>
            <p:nvPr/>
          </p:nvSpPr>
          <p:spPr>
            <a:xfrm>
              <a:off x="4191120" y="198756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4332600" y="1981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2" name=""/>
          <p:cNvGrpSpPr/>
          <p:nvPr/>
        </p:nvGrpSpPr>
        <p:grpSpPr>
          <a:xfrm>
            <a:off x="5638680" y="3809880"/>
            <a:ext cx="461880" cy="200520"/>
            <a:chOff x="5638680" y="3809880"/>
            <a:chExt cx="461880" cy="200520"/>
          </a:xfrm>
        </p:grpSpPr>
        <p:sp>
          <p:nvSpPr>
            <p:cNvPr id="623" name=""/>
            <p:cNvSpPr/>
            <p:nvPr/>
          </p:nvSpPr>
          <p:spPr>
            <a:xfrm>
              <a:off x="5638680" y="3825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"/>
            <p:cNvSpPr/>
            <p:nvPr/>
          </p:nvSpPr>
          <p:spPr>
            <a:xfrm>
              <a:off x="576288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5" name=""/>
          <p:cNvGrpSpPr/>
          <p:nvPr/>
        </p:nvGrpSpPr>
        <p:grpSpPr>
          <a:xfrm>
            <a:off x="5580000" y="6095880"/>
            <a:ext cx="469080" cy="200520"/>
            <a:chOff x="5580000" y="6095880"/>
            <a:chExt cx="469080" cy="200520"/>
          </a:xfrm>
        </p:grpSpPr>
        <p:sp>
          <p:nvSpPr>
            <p:cNvPr id="626" name=""/>
            <p:cNvSpPr/>
            <p:nvPr/>
          </p:nvSpPr>
          <p:spPr>
            <a:xfrm>
              <a:off x="5580000" y="6111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7" name=""/>
            <p:cNvSpPr/>
            <p:nvPr/>
          </p:nvSpPr>
          <p:spPr>
            <a:xfrm>
              <a:off x="57114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8" name=""/>
          <p:cNvGrpSpPr/>
          <p:nvPr/>
        </p:nvGrpSpPr>
        <p:grpSpPr>
          <a:xfrm>
            <a:off x="5253120" y="1219320"/>
            <a:ext cx="460080" cy="200520"/>
            <a:chOff x="5253120" y="1219320"/>
            <a:chExt cx="460080" cy="200520"/>
          </a:xfrm>
        </p:grpSpPr>
        <p:sp>
          <p:nvSpPr>
            <p:cNvPr id="629" name=""/>
            <p:cNvSpPr/>
            <p:nvPr/>
          </p:nvSpPr>
          <p:spPr>
            <a:xfrm>
              <a:off x="5253120" y="1233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0" name=""/>
            <p:cNvSpPr/>
            <p:nvPr/>
          </p:nvSpPr>
          <p:spPr>
            <a:xfrm>
              <a:off x="537552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1" name=""/>
          <p:cNvGrpSpPr/>
          <p:nvPr/>
        </p:nvGrpSpPr>
        <p:grpSpPr>
          <a:xfrm>
            <a:off x="4495680" y="457200"/>
            <a:ext cx="461880" cy="200520"/>
            <a:chOff x="4495680" y="457200"/>
            <a:chExt cx="461880" cy="200520"/>
          </a:xfrm>
        </p:grpSpPr>
        <p:sp>
          <p:nvSpPr>
            <p:cNvPr id="632" name=""/>
            <p:cNvSpPr/>
            <p:nvPr/>
          </p:nvSpPr>
          <p:spPr>
            <a:xfrm>
              <a:off x="4495680" y="471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3" name=""/>
            <p:cNvSpPr/>
            <p:nvPr/>
          </p:nvSpPr>
          <p:spPr>
            <a:xfrm>
              <a:off x="46198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4" name=""/>
          <p:cNvGrpSpPr/>
          <p:nvPr/>
        </p:nvGrpSpPr>
        <p:grpSpPr>
          <a:xfrm>
            <a:off x="5570640" y="4905360"/>
            <a:ext cx="467280" cy="200520"/>
            <a:chOff x="5570640" y="4905360"/>
            <a:chExt cx="467280" cy="200520"/>
          </a:xfrm>
        </p:grpSpPr>
        <p:sp>
          <p:nvSpPr>
            <p:cNvPr id="635" name=""/>
            <p:cNvSpPr/>
            <p:nvPr/>
          </p:nvSpPr>
          <p:spPr>
            <a:xfrm>
              <a:off x="5570640" y="492120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6" name=""/>
            <p:cNvSpPr/>
            <p:nvPr/>
          </p:nvSpPr>
          <p:spPr>
            <a:xfrm>
              <a:off x="5700240" y="490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7" name=""/>
          <p:cNvGrpSpPr/>
          <p:nvPr/>
        </p:nvGrpSpPr>
        <p:grpSpPr>
          <a:xfrm>
            <a:off x="1828800" y="3505320"/>
            <a:ext cx="461520" cy="200520"/>
            <a:chOff x="1828800" y="3505320"/>
            <a:chExt cx="461520" cy="200520"/>
          </a:xfrm>
        </p:grpSpPr>
        <p:sp>
          <p:nvSpPr>
            <p:cNvPr id="638" name=""/>
            <p:cNvSpPr/>
            <p:nvPr/>
          </p:nvSpPr>
          <p:spPr>
            <a:xfrm>
              <a:off x="182880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9" name=""/>
            <p:cNvSpPr/>
            <p:nvPr/>
          </p:nvSpPr>
          <p:spPr>
            <a:xfrm>
              <a:off x="195264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0" name=""/>
          <p:cNvGrpSpPr/>
          <p:nvPr/>
        </p:nvGrpSpPr>
        <p:grpSpPr>
          <a:xfrm>
            <a:off x="4632480" y="4027320"/>
            <a:ext cx="468720" cy="200520"/>
            <a:chOff x="4632480" y="4027320"/>
            <a:chExt cx="468720" cy="200520"/>
          </a:xfrm>
        </p:grpSpPr>
        <p:sp>
          <p:nvSpPr>
            <p:cNvPr id="641" name=""/>
            <p:cNvSpPr/>
            <p:nvPr/>
          </p:nvSpPr>
          <p:spPr>
            <a:xfrm>
              <a:off x="4632480" y="4043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4763520" y="4027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3" name=""/>
          <p:cNvGrpSpPr/>
          <p:nvPr/>
        </p:nvGrpSpPr>
        <p:grpSpPr>
          <a:xfrm>
            <a:off x="2133720" y="1371600"/>
            <a:ext cx="461520" cy="200520"/>
            <a:chOff x="2133720" y="1371600"/>
            <a:chExt cx="461520" cy="200520"/>
          </a:xfrm>
        </p:grpSpPr>
        <p:sp>
          <p:nvSpPr>
            <p:cNvPr id="644" name=""/>
            <p:cNvSpPr/>
            <p:nvPr/>
          </p:nvSpPr>
          <p:spPr>
            <a:xfrm>
              <a:off x="2133720" y="13870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225756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6" name=""/>
          <p:cNvGrpSpPr/>
          <p:nvPr/>
        </p:nvGrpSpPr>
        <p:grpSpPr>
          <a:xfrm>
            <a:off x="4405320" y="6076800"/>
            <a:ext cx="467280" cy="200520"/>
            <a:chOff x="4405320" y="6076800"/>
            <a:chExt cx="467280" cy="200520"/>
          </a:xfrm>
        </p:grpSpPr>
        <p:sp>
          <p:nvSpPr>
            <p:cNvPr id="647" name=""/>
            <p:cNvSpPr/>
            <p:nvPr/>
          </p:nvSpPr>
          <p:spPr>
            <a:xfrm>
              <a:off x="4405320" y="6093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8" name=""/>
            <p:cNvSpPr/>
            <p:nvPr/>
          </p:nvSpPr>
          <p:spPr>
            <a:xfrm>
              <a:off x="4534920" y="6076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9" name=""/>
          <p:cNvGrpSpPr/>
          <p:nvPr/>
        </p:nvGrpSpPr>
        <p:grpSpPr>
          <a:xfrm>
            <a:off x="6095880" y="2819520"/>
            <a:ext cx="461520" cy="200520"/>
            <a:chOff x="6095880" y="2819520"/>
            <a:chExt cx="461520" cy="200520"/>
          </a:xfrm>
        </p:grpSpPr>
        <p:sp>
          <p:nvSpPr>
            <p:cNvPr id="650" name=""/>
            <p:cNvSpPr/>
            <p:nvPr/>
          </p:nvSpPr>
          <p:spPr>
            <a:xfrm>
              <a:off x="6095880" y="2835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621972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2" name=""/>
          <p:cNvGrpSpPr/>
          <p:nvPr/>
        </p:nvGrpSpPr>
        <p:grpSpPr>
          <a:xfrm>
            <a:off x="6248520" y="1752480"/>
            <a:ext cx="461160" cy="200520"/>
            <a:chOff x="6248520" y="1752480"/>
            <a:chExt cx="461160" cy="200520"/>
          </a:xfrm>
        </p:grpSpPr>
        <p:sp>
          <p:nvSpPr>
            <p:cNvPr id="653" name=""/>
            <p:cNvSpPr/>
            <p:nvPr/>
          </p:nvSpPr>
          <p:spPr>
            <a:xfrm>
              <a:off x="6248520" y="1768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4" name=""/>
            <p:cNvSpPr/>
            <p:nvPr/>
          </p:nvSpPr>
          <p:spPr>
            <a:xfrm>
              <a:off x="637200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5" name=""/>
          <p:cNvGrpSpPr/>
          <p:nvPr/>
        </p:nvGrpSpPr>
        <p:grpSpPr>
          <a:xfrm>
            <a:off x="3581280" y="5486400"/>
            <a:ext cx="461520" cy="200520"/>
            <a:chOff x="3581280" y="5486400"/>
            <a:chExt cx="461520" cy="200520"/>
          </a:xfrm>
        </p:grpSpPr>
        <p:sp>
          <p:nvSpPr>
            <p:cNvPr id="656" name=""/>
            <p:cNvSpPr/>
            <p:nvPr/>
          </p:nvSpPr>
          <p:spPr>
            <a:xfrm>
              <a:off x="358128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7" name=""/>
            <p:cNvSpPr/>
            <p:nvPr/>
          </p:nvSpPr>
          <p:spPr>
            <a:xfrm>
              <a:off x="370512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8" name=""/>
          <p:cNvGrpSpPr/>
          <p:nvPr/>
        </p:nvGrpSpPr>
        <p:grpSpPr>
          <a:xfrm>
            <a:off x="3809880" y="2666880"/>
            <a:ext cx="461880" cy="200520"/>
            <a:chOff x="3809880" y="2666880"/>
            <a:chExt cx="461880" cy="200520"/>
          </a:xfrm>
        </p:grpSpPr>
        <p:sp>
          <p:nvSpPr>
            <p:cNvPr id="659" name=""/>
            <p:cNvSpPr/>
            <p:nvPr/>
          </p:nvSpPr>
          <p:spPr>
            <a:xfrm>
              <a:off x="3809880" y="2682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0" name=""/>
            <p:cNvSpPr/>
            <p:nvPr/>
          </p:nvSpPr>
          <p:spPr>
            <a:xfrm>
              <a:off x="393408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1" name=""/>
          <p:cNvGrpSpPr/>
          <p:nvPr/>
        </p:nvGrpSpPr>
        <p:grpSpPr>
          <a:xfrm>
            <a:off x="4865760" y="4635360"/>
            <a:ext cx="468720" cy="200520"/>
            <a:chOff x="4865760" y="4635360"/>
            <a:chExt cx="468720" cy="200520"/>
          </a:xfrm>
        </p:grpSpPr>
        <p:sp>
          <p:nvSpPr>
            <p:cNvPr id="662" name=""/>
            <p:cNvSpPr/>
            <p:nvPr/>
          </p:nvSpPr>
          <p:spPr>
            <a:xfrm>
              <a:off x="4865760" y="4651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3" name=""/>
            <p:cNvSpPr/>
            <p:nvPr/>
          </p:nvSpPr>
          <p:spPr>
            <a:xfrm>
              <a:off x="4996800" y="463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4" name=""/>
          <p:cNvGrpSpPr/>
          <p:nvPr/>
        </p:nvGrpSpPr>
        <p:grpSpPr>
          <a:xfrm>
            <a:off x="7620120" y="3124080"/>
            <a:ext cx="461160" cy="200520"/>
            <a:chOff x="7620120" y="3124080"/>
            <a:chExt cx="461160" cy="200520"/>
          </a:xfrm>
        </p:grpSpPr>
        <p:sp>
          <p:nvSpPr>
            <p:cNvPr id="665" name=""/>
            <p:cNvSpPr/>
            <p:nvPr/>
          </p:nvSpPr>
          <p:spPr>
            <a:xfrm>
              <a:off x="7620120" y="3139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6" name=""/>
            <p:cNvSpPr/>
            <p:nvPr/>
          </p:nvSpPr>
          <p:spPr>
            <a:xfrm>
              <a:off x="77436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7" name=""/>
          <p:cNvGrpSpPr/>
          <p:nvPr/>
        </p:nvGrpSpPr>
        <p:grpSpPr>
          <a:xfrm>
            <a:off x="4495680" y="1371600"/>
            <a:ext cx="460080" cy="200520"/>
            <a:chOff x="4495680" y="1371600"/>
            <a:chExt cx="460080" cy="200520"/>
          </a:xfrm>
        </p:grpSpPr>
        <p:sp>
          <p:nvSpPr>
            <p:cNvPr id="668" name=""/>
            <p:cNvSpPr/>
            <p:nvPr/>
          </p:nvSpPr>
          <p:spPr>
            <a:xfrm>
              <a:off x="4495680" y="1387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9" name=""/>
            <p:cNvSpPr/>
            <p:nvPr/>
          </p:nvSpPr>
          <p:spPr>
            <a:xfrm>
              <a:off x="461808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0" name=""/>
          <p:cNvGrpSpPr/>
          <p:nvPr/>
        </p:nvGrpSpPr>
        <p:grpSpPr>
          <a:xfrm>
            <a:off x="2971800" y="4724280"/>
            <a:ext cx="461880" cy="200520"/>
            <a:chOff x="2971800" y="4724280"/>
            <a:chExt cx="461880" cy="200520"/>
          </a:xfrm>
        </p:grpSpPr>
        <p:sp>
          <p:nvSpPr>
            <p:cNvPr id="671" name=""/>
            <p:cNvSpPr/>
            <p:nvPr/>
          </p:nvSpPr>
          <p:spPr>
            <a:xfrm>
              <a:off x="2971800" y="47401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30960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73" name="Rounded Rectangle 67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674" name="Oval 673"/>
          <p:cNvSpPr/>
          <p:nvPr/>
        </p:nvSpPr>
        <p:spPr>
          <a:xfrm>
            <a:off x="3021137" y="30274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3061137" y="30674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676" name="Rounded Rectangle 675"/>
          <p:cNvSpPr/>
          <p:nvPr/>
        </p:nvSpPr>
        <p:spPr>
          <a:xfrm>
            <a:off x="3331137" y="30874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677" name="Oval 676"/>
          <p:cNvSpPr/>
          <p:nvPr/>
        </p:nvSpPr>
        <p:spPr>
          <a:xfrm>
            <a:off x="1878140" y="615205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1918140" y="619205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679" name="Rounded Rectangle 678"/>
          <p:cNvSpPr/>
          <p:nvPr/>
        </p:nvSpPr>
        <p:spPr>
          <a:xfrm>
            <a:off x="2188140" y="621205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680" name="Oval 679"/>
          <p:cNvSpPr/>
          <p:nvPr/>
        </p:nvSpPr>
        <p:spPr>
          <a:xfrm>
            <a:off x="4088361" y="188462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128361" y="192462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682" name="Rounded Rectangle 681"/>
          <p:cNvSpPr/>
          <p:nvPr/>
        </p:nvSpPr>
        <p:spPr>
          <a:xfrm>
            <a:off x="4398361" y="194462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683" name="Oval 682"/>
          <p:cNvSpPr/>
          <p:nvPr/>
        </p:nvSpPr>
        <p:spPr>
          <a:xfrm>
            <a:off x="5527097" y="37141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567097" y="37541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685" name="Rounded Rectangle 684"/>
          <p:cNvSpPr/>
          <p:nvPr/>
        </p:nvSpPr>
        <p:spPr>
          <a:xfrm>
            <a:off x="5837097" y="37741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686" name="Oval 685"/>
          <p:cNvSpPr/>
          <p:nvPr/>
        </p:nvSpPr>
        <p:spPr>
          <a:xfrm>
            <a:off x="5468416" y="60001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5508416" y="60401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688" name="Rounded Rectangle 687"/>
          <p:cNvSpPr/>
          <p:nvPr/>
        </p:nvSpPr>
        <p:spPr>
          <a:xfrm>
            <a:off x="5778416" y="60601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689" name="Oval 688"/>
          <p:cNvSpPr/>
          <p:nvPr/>
        </p:nvSpPr>
        <p:spPr>
          <a:xfrm>
            <a:off x="5140639" y="11217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5180639" y="11617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691" name="Rounded Rectangle 690"/>
          <p:cNvSpPr/>
          <p:nvPr/>
        </p:nvSpPr>
        <p:spPr>
          <a:xfrm>
            <a:off x="5450639" y="11817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692" name="Oval 691"/>
          <p:cNvSpPr/>
          <p:nvPr/>
        </p:nvSpPr>
        <p:spPr>
          <a:xfrm>
            <a:off x="4384100" y="36002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4424100" y="40002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694" name="Rounded Rectangle 693"/>
          <p:cNvSpPr/>
          <p:nvPr/>
        </p:nvSpPr>
        <p:spPr>
          <a:xfrm>
            <a:off x="4694100" y="42002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695" name="Oval 694"/>
          <p:cNvSpPr/>
          <p:nvPr/>
        </p:nvSpPr>
        <p:spPr>
          <a:xfrm>
            <a:off x="5458159" y="48089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498159" y="48489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697" name="Rounded Rectangle 696"/>
          <p:cNvSpPr/>
          <p:nvPr/>
        </p:nvSpPr>
        <p:spPr>
          <a:xfrm>
            <a:off x="5768159" y="48689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698" name="Oval 697"/>
          <p:cNvSpPr/>
          <p:nvPr/>
        </p:nvSpPr>
        <p:spPr>
          <a:xfrm>
            <a:off x="1717216" y="34095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1757216" y="34495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700" name="Rounded Rectangle 699"/>
          <p:cNvSpPr/>
          <p:nvPr/>
        </p:nvSpPr>
        <p:spPr>
          <a:xfrm>
            <a:off x="2027216" y="34695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701" name="Oval 700"/>
          <p:cNvSpPr/>
          <p:nvPr/>
        </p:nvSpPr>
        <p:spPr>
          <a:xfrm>
            <a:off x="4520895" y="3931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4560895" y="3971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703" name="Rounded Rectangle 702"/>
          <p:cNvSpPr/>
          <p:nvPr/>
        </p:nvSpPr>
        <p:spPr>
          <a:xfrm>
            <a:off x="4830895" y="3991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704" name="Oval 703"/>
          <p:cNvSpPr/>
          <p:nvPr/>
        </p:nvSpPr>
        <p:spPr>
          <a:xfrm>
            <a:off x="2022138" y="12753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2062138" y="13153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706" name="Rounded Rectangle 705"/>
          <p:cNvSpPr/>
          <p:nvPr/>
        </p:nvSpPr>
        <p:spPr>
          <a:xfrm>
            <a:off x="2332138" y="13353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707" name="Oval 706"/>
          <p:cNvSpPr/>
          <p:nvPr/>
        </p:nvSpPr>
        <p:spPr>
          <a:xfrm>
            <a:off x="4293018" y="598141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4333018" y="602141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709" name="Rounded Rectangle 708"/>
          <p:cNvSpPr/>
          <p:nvPr/>
        </p:nvSpPr>
        <p:spPr>
          <a:xfrm>
            <a:off x="4603018" y="604141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710" name="Oval 709"/>
          <p:cNvSpPr/>
          <p:nvPr/>
        </p:nvSpPr>
        <p:spPr>
          <a:xfrm>
            <a:off x="5984301" y="27237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6024301" y="27637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712" name="Rounded Rectangle 711"/>
          <p:cNvSpPr/>
          <p:nvPr/>
        </p:nvSpPr>
        <p:spPr>
          <a:xfrm>
            <a:off x="6294301" y="27837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713" name="Oval 712"/>
          <p:cNvSpPr/>
          <p:nvPr/>
        </p:nvSpPr>
        <p:spPr>
          <a:xfrm>
            <a:off x="6136755" y="1656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6176755" y="1696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715" name="Rounded Rectangle 714"/>
          <p:cNvSpPr/>
          <p:nvPr/>
        </p:nvSpPr>
        <p:spPr>
          <a:xfrm>
            <a:off x="6446755" y="1716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716" name="Oval 715"/>
          <p:cNvSpPr/>
          <p:nvPr/>
        </p:nvSpPr>
        <p:spPr>
          <a:xfrm>
            <a:off x="3469699" y="539065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3509699" y="543065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718" name="Rounded Rectangle 717"/>
          <p:cNvSpPr/>
          <p:nvPr/>
        </p:nvSpPr>
        <p:spPr>
          <a:xfrm>
            <a:off x="3779699" y="545065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719" name="Oval 718"/>
          <p:cNvSpPr/>
          <p:nvPr/>
        </p:nvSpPr>
        <p:spPr>
          <a:xfrm>
            <a:off x="3698301" y="25711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738301" y="26111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721" name="Rounded Rectangle 720"/>
          <p:cNvSpPr/>
          <p:nvPr/>
        </p:nvSpPr>
        <p:spPr>
          <a:xfrm>
            <a:off x="4008301" y="26311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722" name="Oval 721"/>
          <p:cNvSpPr/>
          <p:nvPr/>
        </p:nvSpPr>
        <p:spPr>
          <a:xfrm>
            <a:off x="4754180" y="45396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4794180" y="45796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724" name="Rounded Rectangle 723"/>
          <p:cNvSpPr/>
          <p:nvPr/>
        </p:nvSpPr>
        <p:spPr>
          <a:xfrm>
            <a:off x="5064180" y="45996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725" name="Oval 724"/>
          <p:cNvSpPr/>
          <p:nvPr/>
        </p:nvSpPr>
        <p:spPr>
          <a:xfrm>
            <a:off x="7508360" y="30283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7548360" y="30683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727" name="Rounded Rectangle 726"/>
          <p:cNvSpPr/>
          <p:nvPr/>
        </p:nvSpPr>
        <p:spPr>
          <a:xfrm>
            <a:off x="7818360" y="30883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728" name="Oval 727"/>
          <p:cNvSpPr/>
          <p:nvPr/>
        </p:nvSpPr>
        <p:spPr>
          <a:xfrm>
            <a:off x="4383197" y="12758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423197" y="13158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730" name="Rounded Rectangle 729"/>
          <p:cNvSpPr/>
          <p:nvPr/>
        </p:nvSpPr>
        <p:spPr>
          <a:xfrm>
            <a:off x="4693197" y="13358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731" name="Oval 730"/>
          <p:cNvSpPr/>
          <p:nvPr/>
        </p:nvSpPr>
        <p:spPr>
          <a:xfrm>
            <a:off x="2860219" y="46278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2900219" y="46678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733" name="Rounded Rectangle 732"/>
          <p:cNvSpPr/>
          <p:nvPr/>
        </p:nvSpPr>
        <p:spPr>
          <a:xfrm>
            <a:off x="3170219" y="46878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>
            <a:off x="3142080" y="50760"/>
            <a:ext cx="2859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7: EGLL | RWY 09L | STAR BNN1B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3368520" y="1639800"/>
            <a:ext cx="1076400" cy="1941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4444920" y="3581280"/>
            <a:ext cx="486000" cy="621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4930920" y="4202280"/>
            <a:ext cx="196560" cy="25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5127480" y="4454640"/>
            <a:ext cx="582840" cy="311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5710320" y="4765680"/>
            <a:ext cx="4680" cy="192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 flipH="1">
            <a:off x="5516280" y="4957920"/>
            <a:ext cx="198360" cy="53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 flipH="1">
            <a:off x="5362560" y="5011560"/>
            <a:ext cx="154080" cy="8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5362560" y="5019840"/>
            <a:ext cx="9720" cy="258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5372280" y="5278320"/>
            <a:ext cx="12600" cy="79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5384880" y="5357880"/>
            <a:ext cx="96840" cy="3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5481720" y="5361120"/>
            <a:ext cx="13500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5616720" y="5365800"/>
            <a:ext cx="158760" cy="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6" name=""/>
          <p:cNvGrpSpPr/>
          <p:nvPr/>
        </p:nvGrpSpPr>
        <p:grpSpPr>
          <a:xfrm>
            <a:off x="3305160" y="1576440"/>
            <a:ext cx="607320" cy="200520"/>
            <a:chOff x="3305160" y="1576440"/>
            <a:chExt cx="607320" cy="200520"/>
          </a:xfrm>
        </p:grpSpPr>
        <p:sp>
          <p:nvSpPr>
            <p:cNvPr id="687" name=""/>
            <p:cNvSpPr/>
            <p:nvPr/>
          </p:nvSpPr>
          <p:spPr>
            <a:xfrm>
              <a:off x="33051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8" name=""/>
            <p:cNvSpPr/>
            <p:nvPr/>
          </p:nvSpPr>
          <p:spPr>
            <a:xfrm>
              <a:off x="3408840" y="157644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NUGRA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9" name=""/>
          <p:cNvGrpSpPr/>
          <p:nvPr/>
        </p:nvGrpSpPr>
        <p:grpSpPr>
          <a:xfrm>
            <a:off x="4394160" y="3517920"/>
            <a:ext cx="555480" cy="200520"/>
            <a:chOff x="4394160" y="3517920"/>
            <a:chExt cx="555480" cy="200520"/>
          </a:xfrm>
        </p:grpSpPr>
        <p:sp>
          <p:nvSpPr>
            <p:cNvPr id="690" name=""/>
            <p:cNvSpPr/>
            <p:nvPr/>
          </p:nvSpPr>
          <p:spPr>
            <a:xfrm>
              <a:off x="4394160" y="3530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1" name=""/>
            <p:cNvSpPr/>
            <p:nvPr/>
          </p:nvSpPr>
          <p:spPr>
            <a:xfrm>
              <a:off x="4499280" y="35179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TOBID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2" name=""/>
          <p:cNvGrpSpPr/>
          <p:nvPr/>
        </p:nvGrpSpPr>
        <p:grpSpPr>
          <a:xfrm>
            <a:off x="4879800" y="4138560"/>
            <a:ext cx="553320" cy="200520"/>
            <a:chOff x="4879800" y="4138560"/>
            <a:chExt cx="553320" cy="200520"/>
          </a:xfrm>
        </p:grpSpPr>
        <p:sp>
          <p:nvSpPr>
            <p:cNvPr id="693" name=""/>
            <p:cNvSpPr/>
            <p:nvPr/>
          </p:nvSpPr>
          <p:spPr>
            <a:xfrm>
              <a:off x="4879800" y="415116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4" name=""/>
            <p:cNvSpPr/>
            <p:nvPr/>
          </p:nvSpPr>
          <p:spPr>
            <a:xfrm>
              <a:off x="4987080" y="413856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SOPIT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5" name=""/>
          <p:cNvGrpSpPr/>
          <p:nvPr/>
        </p:nvGrpSpPr>
        <p:grpSpPr>
          <a:xfrm>
            <a:off x="5076720" y="4390920"/>
            <a:ext cx="717840" cy="200520"/>
            <a:chOff x="5076720" y="4390920"/>
            <a:chExt cx="717840" cy="200520"/>
          </a:xfrm>
        </p:grpSpPr>
        <p:sp>
          <p:nvSpPr>
            <p:cNvPr id="696" name=""/>
            <p:cNvSpPr/>
            <p:nvPr/>
          </p:nvSpPr>
          <p:spPr>
            <a:xfrm>
              <a:off x="5076720" y="44038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7" name=""/>
            <p:cNvSpPr/>
            <p:nvPr/>
          </p:nvSpPr>
          <p:spPr>
            <a:xfrm>
              <a:off x="5217480" y="4390920"/>
              <a:ext cx="5770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'WCONB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8" name=""/>
          <p:cNvGrpSpPr/>
          <p:nvPr/>
        </p:nvGrpSpPr>
        <p:grpSpPr>
          <a:xfrm>
            <a:off x="5659560" y="4702320"/>
            <a:ext cx="487800" cy="200520"/>
            <a:chOff x="5659560" y="4702320"/>
            <a:chExt cx="487800" cy="200520"/>
          </a:xfrm>
        </p:grpSpPr>
        <p:sp>
          <p:nvSpPr>
            <p:cNvPr id="699" name=""/>
            <p:cNvSpPr/>
            <p:nvPr/>
          </p:nvSpPr>
          <p:spPr>
            <a:xfrm>
              <a:off x="5659560" y="47149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0" name=""/>
            <p:cNvSpPr/>
            <p:nvPr/>
          </p:nvSpPr>
          <p:spPr>
            <a:xfrm>
              <a:off x="5780880" y="470232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BNN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1" name=""/>
          <p:cNvGrpSpPr/>
          <p:nvPr/>
        </p:nvGrpSpPr>
        <p:grpSpPr>
          <a:xfrm>
            <a:off x="5673600" y="4894200"/>
            <a:ext cx="541800" cy="200520"/>
            <a:chOff x="5673600" y="4894200"/>
            <a:chExt cx="541800" cy="200520"/>
          </a:xfrm>
        </p:grpSpPr>
        <p:sp>
          <p:nvSpPr>
            <p:cNvPr id="702" name=""/>
            <p:cNvSpPr/>
            <p:nvPr/>
          </p:nvSpPr>
          <p:spPr>
            <a:xfrm>
              <a:off x="5673600" y="4917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3" name=""/>
            <p:cNvSpPr/>
            <p:nvPr/>
          </p:nvSpPr>
          <p:spPr>
            <a:xfrm>
              <a:off x="5751360" y="48942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BNN05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4" name=""/>
          <p:cNvGrpSpPr/>
          <p:nvPr/>
        </p:nvGrpSpPr>
        <p:grpSpPr>
          <a:xfrm>
            <a:off x="5465880" y="4948200"/>
            <a:ext cx="559800" cy="200520"/>
            <a:chOff x="5465880" y="4948200"/>
            <a:chExt cx="559800" cy="200520"/>
          </a:xfrm>
        </p:grpSpPr>
        <p:sp>
          <p:nvSpPr>
            <p:cNvPr id="705" name=""/>
            <p:cNvSpPr/>
            <p:nvPr/>
          </p:nvSpPr>
          <p:spPr>
            <a:xfrm>
              <a:off x="5465880" y="49608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6" name=""/>
            <p:cNvSpPr/>
            <p:nvPr/>
          </p:nvSpPr>
          <p:spPr>
            <a:xfrm>
              <a:off x="5565960" y="49482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LAM30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7" name=""/>
          <p:cNvGrpSpPr/>
          <p:nvPr/>
        </p:nvGrpSpPr>
        <p:grpSpPr>
          <a:xfrm>
            <a:off x="5311800" y="4956120"/>
            <a:ext cx="689040" cy="200520"/>
            <a:chOff x="5311800" y="4956120"/>
            <a:chExt cx="689040" cy="200520"/>
          </a:xfrm>
        </p:grpSpPr>
        <p:sp>
          <p:nvSpPr>
            <p:cNvPr id="708" name=""/>
            <p:cNvSpPr/>
            <p:nvPr/>
          </p:nvSpPr>
          <p:spPr>
            <a:xfrm>
              <a:off x="5311800" y="49687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9" name=""/>
            <p:cNvSpPr/>
            <p:nvPr/>
          </p:nvSpPr>
          <p:spPr>
            <a:xfrm>
              <a:off x="5481720" y="4956120"/>
              <a:ext cx="519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'LAM34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0" name=""/>
          <p:cNvGrpSpPr/>
          <p:nvPr/>
        </p:nvGrpSpPr>
        <p:grpSpPr>
          <a:xfrm>
            <a:off x="5330880" y="5214960"/>
            <a:ext cx="684720" cy="200520"/>
            <a:chOff x="5330880" y="5214960"/>
            <a:chExt cx="684720" cy="200520"/>
          </a:xfrm>
        </p:grpSpPr>
        <p:sp>
          <p:nvSpPr>
            <p:cNvPr id="711" name=""/>
            <p:cNvSpPr/>
            <p:nvPr/>
          </p:nvSpPr>
          <p:spPr>
            <a:xfrm>
              <a:off x="5330880" y="5237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2" name=""/>
            <p:cNvSpPr/>
            <p:nvPr/>
          </p:nvSpPr>
          <p:spPr>
            <a:xfrm>
              <a:off x="5463000" y="5214960"/>
              <a:ext cx="5526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'GWC39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3" name=""/>
          <p:cNvGrpSpPr/>
          <p:nvPr/>
        </p:nvGrpSpPr>
        <p:grpSpPr>
          <a:xfrm>
            <a:off x="5334120" y="5294160"/>
            <a:ext cx="668880" cy="200520"/>
            <a:chOff x="5334120" y="5294160"/>
            <a:chExt cx="668880" cy="200520"/>
          </a:xfrm>
        </p:grpSpPr>
        <p:sp>
          <p:nvSpPr>
            <p:cNvPr id="714" name=""/>
            <p:cNvSpPr/>
            <p:nvPr/>
          </p:nvSpPr>
          <p:spPr>
            <a:xfrm>
              <a:off x="5334120" y="5307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5" name=""/>
            <p:cNvSpPr/>
            <p:nvPr/>
          </p:nvSpPr>
          <p:spPr>
            <a:xfrm>
              <a:off x="5523480" y="52941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'IAA10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6" name=""/>
          <p:cNvGrpSpPr/>
          <p:nvPr/>
        </p:nvGrpSpPr>
        <p:grpSpPr>
          <a:xfrm>
            <a:off x="5430960" y="5297400"/>
            <a:ext cx="681120" cy="200520"/>
            <a:chOff x="5430960" y="5297400"/>
            <a:chExt cx="681120" cy="200520"/>
          </a:xfrm>
        </p:grpSpPr>
        <p:sp>
          <p:nvSpPr>
            <p:cNvPr id="717" name=""/>
            <p:cNvSpPr/>
            <p:nvPr/>
          </p:nvSpPr>
          <p:spPr>
            <a:xfrm>
              <a:off x="5430960" y="5310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"/>
            <p:cNvSpPr/>
            <p:nvPr/>
          </p:nvSpPr>
          <p:spPr>
            <a:xfrm>
              <a:off x="5608440" y="529740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'CF09L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9" name=""/>
          <p:cNvGrpSpPr/>
          <p:nvPr/>
        </p:nvGrpSpPr>
        <p:grpSpPr>
          <a:xfrm>
            <a:off x="5565600" y="5302080"/>
            <a:ext cx="676080" cy="200520"/>
            <a:chOff x="5565600" y="5302080"/>
            <a:chExt cx="676080" cy="200520"/>
          </a:xfrm>
        </p:grpSpPr>
        <p:sp>
          <p:nvSpPr>
            <p:cNvPr id="720" name=""/>
            <p:cNvSpPr/>
            <p:nvPr/>
          </p:nvSpPr>
          <p:spPr>
            <a:xfrm>
              <a:off x="5565600" y="5315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1" name=""/>
            <p:cNvSpPr/>
            <p:nvPr/>
          </p:nvSpPr>
          <p:spPr>
            <a:xfrm>
              <a:off x="5748480" y="5302080"/>
              <a:ext cx="4932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'FF09L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2" name=""/>
          <p:cNvGrpSpPr/>
          <p:nvPr/>
        </p:nvGrpSpPr>
        <p:grpSpPr>
          <a:xfrm>
            <a:off x="5711760" y="5307120"/>
            <a:ext cx="728280" cy="200520"/>
            <a:chOff x="5711760" y="5307120"/>
            <a:chExt cx="728280" cy="200520"/>
          </a:xfrm>
        </p:grpSpPr>
        <p:sp>
          <p:nvSpPr>
            <p:cNvPr id="723" name=""/>
            <p:cNvSpPr/>
            <p:nvPr/>
          </p:nvSpPr>
          <p:spPr>
            <a:xfrm>
              <a:off x="5711760" y="530712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4" name=""/>
            <p:cNvSpPr/>
            <p:nvPr/>
          </p:nvSpPr>
          <p:spPr>
            <a:xfrm>
              <a:off x="5893560" y="530712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'RW09L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5" name=""/>
          <p:cNvGrpSpPr/>
          <p:nvPr/>
        </p:nvGrpSpPr>
        <p:grpSpPr>
          <a:xfrm>
            <a:off x="6400800" y="4495680"/>
            <a:ext cx="479160" cy="200520"/>
            <a:chOff x="6400800" y="4495680"/>
            <a:chExt cx="479160" cy="200520"/>
          </a:xfrm>
        </p:grpSpPr>
        <p:sp>
          <p:nvSpPr>
            <p:cNvPr id="726" name=""/>
            <p:cNvSpPr/>
            <p:nvPr/>
          </p:nvSpPr>
          <p:spPr>
            <a:xfrm>
              <a:off x="6400800" y="45018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"/>
            <p:cNvSpPr/>
            <p:nvPr/>
          </p:nvSpPr>
          <p:spPr>
            <a:xfrm>
              <a:off x="654228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8" name=""/>
          <p:cNvGrpSpPr/>
          <p:nvPr/>
        </p:nvGrpSpPr>
        <p:grpSpPr>
          <a:xfrm>
            <a:off x="4946760" y="5059440"/>
            <a:ext cx="461520" cy="200520"/>
            <a:chOff x="4946760" y="5059440"/>
            <a:chExt cx="461520" cy="200520"/>
          </a:xfrm>
        </p:grpSpPr>
        <p:sp>
          <p:nvSpPr>
            <p:cNvPr id="729" name=""/>
            <p:cNvSpPr/>
            <p:nvPr/>
          </p:nvSpPr>
          <p:spPr>
            <a:xfrm>
              <a:off x="4946760" y="5073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"/>
            <p:cNvSpPr/>
            <p:nvPr/>
          </p:nvSpPr>
          <p:spPr>
            <a:xfrm>
              <a:off x="5070600" y="5059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1" name=""/>
          <p:cNvGrpSpPr/>
          <p:nvPr/>
        </p:nvGrpSpPr>
        <p:grpSpPr>
          <a:xfrm>
            <a:off x="7696080" y="2895480"/>
            <a:ext cx="461880" cy="200520"/>
            <a:chOff x="7696080" y="2895480"/>
            <a:chExt cx="461880" cy="200520"/>
          </a:xfrm>
        </p:grpSpPr>
        <p:sp>
          <p:nvSpPr>
            <p:cNvPr id="732" name=""/>
            <p:cNvSpPr/>
            <p:nvPr/>
          </p:nvSpPr>
          <p:spPr>
            <a:xfrm>
              <a:off x="7696080" y="2909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3" name=""/>
            <p:cNvSpPr/>
            <p:nvPr/>
          </p:nvSpPr>
          <p:spPr>
            <a:xfrm>
              <a:off x="782028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4" name=""/>
          <p:cNvGrpSpPr/>
          <p:nvPr/>
        </p:nvGrpSpPr>
        <p:grpSpPr>
          <a:xfrm>
            <a:off x="3124080" y="4343400"/>
            <a:ext cx="461880" cy="200520"/>
            <a:chOff x="3124080" y="4343400"/>
            <a:chExt cx="461880" cy="200520"/>
          </a:xfrm>
        </p:grpSpPr>
        <p:sp>
          <p:nvSpPr>
            <p:cNvPr id="735" name=""/>
            <p:cNvSpPr/>
            <p:nvPr/>
          </p:nvSpPr>
          <p:spPr>
            <a:xfrm>
              <a:off x="3124080" y="4359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6" name=""/>
            <p:cNvSpPr/>
            <p:nvPr/>
          </p:nvSpPr>
          <p:spPr>
            <a:xfrm>
              <a:off x="32482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7" name=""/>
          <p:cNvGrpSpPr/>
          <p:nvPr/>
        </p:nvGrpSpPr>
        <p:grpSpPr>
          <a:xfrm>
            <a:off x="4495680" y="1523880"/>
            <a:ext cx="461880" cy="200520"/>
            <a:chOff x="4495680" y="1523880"/>
            <a:chExt cx="461880" cy="200520"/>
          </a:xfrm>
        </p:grpSpPr>
        <p:sp>
          <p:nvSpPr>
            <p:cNvPr id="738" name=""/>
            <p:cNvSpPr/>
            <p:nvPr/>
          </p:nvSpPr>
          <p:spPr>
            <a:xfrm>
              <a:off x="449568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9" name=""/>
            <p:cNvSpPr/>
            <p:nvPr/>
          </p:nvSpPr>
          <p:spPr>
            <a:xfrm>
              <a:off x="461988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0" name=""/>
          <p:cNvGrpSpPr/>
          <p:nvPr/>
        </p:nvGrpSpPr>
        <p:grpSpPr>
          <a:xfrm>
            <a:off x="2438280" y="2438280"/>
            <a:ext cx="460080" cy="200520"/>
            <a:chOff x="2438280" y="2438280"/>
            <a:chExt cx="460080" cy="200520"/>
          </a:xfrm>
        </p:grpSpPr>
        <p:sp>
          <p:nvSpPr>
            <p:cNvPr id="741" name=""/>
            <p:cNvSpPr/>
            <p:nvPr/>
          </p:nvSpPr>
          <p:spPr>
            <a:xfrm>
              <a:off x="2438280" y="24541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2" name=""/>
            <p:cNvSpPr/>
            <p:nvPr/>
          </p:nvSpPr>
          <p:spPr>
            <a:xfrm>
              <a:off x="25606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3" name=""/>
          <p:cNvGrpSpPr/>
          <p:nvPr/>
        </p:nvGrpSpPr>
        <p:grpSpPr>
          <a:xfrm>
            <a:off x="3505320" y="6095880"/>
            <a:ext cx="459720" cy="200520"/>
            <a:chOff x="3505320" y="6095880"/>
            <a:chExt cx="459720" cy="200520"/>
          </a:xfrm>
        </p:grpSpPr>
        <p:sp>
          <p:nvSpPr>
            <p:cNvPr id="744" name=""/>
            <p:cNvSpPr/>
            <p:nvPr/>
          </p:nvSpPr>
          <p:spPr>
            <a:xfrm>
              <a:off x="3505320" y="61117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5" name=""/>
            <p:cNvSpPr/>
            <p:nvPr/>
          </p:nvSpPr>
          <p:spPr>
            <a:xfrm>
              <a:off x="362736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6" name=""/>
          <p:cNvGrpSpPr/>
          <p:nvPr/>
        </p:nvGrpSpPr>
        <p:grpSpPr>
          <a:xfrm>
            <a:off x="5410080" y="1905120"/>
            <a:ext cx="461880" cy="200520"/>
            <a:chOff x="5410080" y="1905120"/>
            <a:chExt cx="461880" cy="200520"/>
          </a:xfrm>
        </p:grpSpPr>
        <p:sp>
          <p:nvSpPr>
            <p:cNvPr id="747" name=""/>
            <p:cNvSpPr/>
            <p:nvPr/>
          </p:nvSpPr>
          <p:spPr>
            <a:xfrm>
              <a:off x="5410080" y="192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8" name=""/>
            <p:cNvSpPr/>
            <p:nvPr/>
          </p:nvSpPr>
          <p:spPr>
            <a:xfrm>
              <a:off x="553428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9" name=""/>
          <p:cNvGrpSpPr/>
          <p:nvPr/>
        </p:nvGrpSpPr>
        <p:grpSpPr>
          <a:xfrm>
            <a:off x="6629400" y="3657600"/>
            <a:ext cx="461520" cy="200520"/>
            <a:chOff x="6629400" y="3657600"/>
            <a:chExt cx="461520" cy="200520"/>
          </a:xfrm>
        </p:grpSpPr>
        <p:sp>
          <p:nvSpPr>
            <p:cNvPr id="750" name=""/>
            <p:cNvSpPr/>
            <p:nvPr/>
          </p:nvSpPr>
          <p:spPr>
            <a:xfrm>
              <a:off x="6629400" y="36734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1" name=""/>
            <p:cNvSpPr/>
            <p:nvPr/>
          </p:nvSpPr>
          <p:spPr>
            <a:xfrm>
              <a:off x="675324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2" name=""/>
          <p:cNvGrpSpPr/>
          <p:nvPr/>
        </p:nvGrpSpPr>
        <p:grpSpPr>
          <a:xfrm>
            <a:off x="6781680" y="5334120"/>
            <a:ext cx="461520" cy="200520"/>
            <a:chOff x="6781680" y="5334120"/>
            <a:chExt cx="461520" cy="200520"/>
          </a:xfrm>
        </p:grpSpPr>
        <p:sp>
          <p:nvSpPr>
            <p:cNvPr id="753" name=""/>
            <p:cNvSpPr/>
            <p:nvPr/>
          </p:nvSpPr>
          <p:spPr>
            <a:xfrm>
              <a:off x="6781680" y="53499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4" name=""/>
            <p:cNvSpPr/>
            <p:nvPr/>
          </p:nvSpPr>
          <p:spPr>
            <a:xfrm>
              <a:off x="69055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5" name=""/>
          <p:cNvGrpSpPr/>
          <p:nvPr/>
        </p:nvGrpSpPr>
        <p:grpSpPr>
          <a:xfrm>
            <a:off x="1676520" y="4876920"/>
            <a:ext cx="461160" cy="200520"/>
            <a:chOff x="1676520" y="4876920"/>
            <a:chExt cx="461160" cy="200520"/>
          </a:xfrm>
        </p:grpSpPr>
        <p:sp>
          <p:nvSpPr>
            <p:cNvPr id="756" name=""/>
            <p:cNvSpPr/>
            <p:nvPr/>
          </p:nvSpPr>
          <p:spPr>
            <a:xfrm>
              <a:off x="1676520" y="48909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7" name=""/>
            <p:cNvSpPr/>
            <p:nvPr/>
          </p:nvSpPr>
          <p:spPr>
            <a:xfrm>
              <a:off x="180000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8" name=""/>
          <p:cNvGrpSpPr/>
          <p:nvPr/>
        </p:nvGrpSpPr>
        <p:grpSpPr>
          <a:xfrm>
            <a:off x="5284800" y="2898720"/>
            <a:ext cx="468720" cy="200520"/>
            <a:chOff x="5284800" y="2898720"/>
            <a:chExt cx="468720" cy="200520"/>
          </a:xfrm>
        </p:grpSpPr>
        <p:sp>
          <p:nvSpPr>
            <p:cNvPr id="759" name=""/>
            <p:cNvSpPr/>
            <p:nvPr/>
          </p:nvSpPr>
          <p:spPr>
            <a:xfrm>
              <a:off x="5284800" y="2913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0" name=""/>
            <p:cNvSpPr/>
            <p:nvPr/>
          </p:nvSpPr>
          <p:spPr>
            <a:xfrm>
              <a:off x="5415840" y="2898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1" name=""/>
          <p:cNvGrpSpPr/>
          <p:nvPr/>
        </p:nvGrpSpPr>
        <p:grpSpPr>
          <a:xfrm>
            <a:off x="6629400" y="1219320"/>
            <a:ext cx="461880" cy="200520"/>
            <a:chOff x="6629400" y="1219320"/>
            <a:chExt cx="461880" cy="200520"/>
          </a:xfrm>
        </p:grpSpPr>
        <p:sp>
          <p:nvSpPr>
            <p:cNvPr id="762" name=""/>
            <p:cNvSpPr/>
            <p:nvPr/>
          </p:nvSpPr>
          <p:spPr>
            <a:xfrm>
              <a:off x="6629400" y="1235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3" name=""/>
            <p:cNvSpPr/>
            <p:nvPr/>
          </p:nvSpPr>
          <p:spPr>
            <a:xfrm>
              <a:off x="675360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4" name=""/>
          <p:cNvGrpSpPr/>
          <p:nvPr/>
        </p:nvGrpSpPr>
        <p:grpSpPr>
          <a:xfrm>
            <a:off x="3479760" y="3621240"/>
            <a:ext cx="468720" cy="200520"/>
            <a:chOff x="3479760" y="3621240"/>
            <a:chExt cx="468720" cy="200520"/>
          </a:xfrm>
        </p:grpSpPr>
        <p:sp>
          <p:nvSpPr>
            <p:cNvPr id="765" name=""/>
            <p:cNvSpPr/>
            <p:nvPr/>
          </p:nvSpPr>
          <p:spPr>
            <a:xfrm>
              <a:off x="3479760" y="3635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"/>
            <p:cNvSpPr/>
            <p:nvPr/>
          </p:nvSpPr>
          <p:spPr>
            <a:xfrm>
              <a:off x="3610800" y="3621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7" name=""/>
          <p:cNvGrpSpPr/>
          <p:nvPr/>
        </p:nvGrpSpPr>
        <p:grpSpPr>
          <a:xfrm>
            <a:off x="2865600" y="814320"/>
            <a:ext cx="468720" cy="200520"/>
            <a:chOff x="2865600" y="814320"/>
            <a:chExt cx="468720" cy="200520"/>
          </a:xfrm>
        </p:grpSpPr>
        <p:sp>
          <p:nvSpPr>
            <p:cNvPr id="768" name=""/>
            <p:cNvSpPr/>
            <p:nvPr/>
          </p:nvSpPr>
          <p:spPr>
            <a:xfrm>
              <a:off x="2865600" y="82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9" name=""/>
            <p:cNvSpPr/>
            <p:nvPr/>
          </p:nvSpPr>
          <p:spPr>
            <a:xfrm>
              <a:off x="2996640" y="814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0" name=""/>
          <p:cNvGrpSpPr/>
          <p:nvPr/>
        </p:nvGrpSpPr>
        <p:grpSpPr>
          <a:xfrm>
            <a:off x="5105520" y="5592600"/>
            <a:ext cx="459720" cy="200520"/>
            <a:chOff x="5105520" y="5592600"/>
            <a:chExt cx="459720" cy="200520"/>
          </a:xfrm>
        </p:grpSpPr>
        <p:sp>
          <p:nvSpPr>
            <p:cNvPr id="771" name=""/>
            <p:cNvSpPr/>
            <p:nvPr/>
          </p:nvSpPr>
          <p:spPr>
            <a:xfrm>
              <a:off x="5105520" y="5606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2" name=""/>
            <p:cNvSpPr/>
            <p:nvPr/>
          </p:nvSpPr>
          <p:spPr>
            <a:xfrm>
              <a:off x="5227560" y="5592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3" name=""/>
          <p:cNvGrpSpPr/>
          <p:nvPr/>
        </p:nvGrpSpPr>
        <p:grpSpPr>
          <a:xfrm>
            <a:off x="4114800" y="4724280"/>
            <a:ext cx="460080" cy="200520"/>
            <a:chOff x="4114800" y="4724280"/>
            <a:chExt cx="460080" cy="200520"/>
          </a:xfrm>
        </p:grpSpPr>
        <p:sp>
          <p:nvSpPr>
            <p:cNvPr id="774" name=""/>
            <p:cNvSpPr/>
            <p:nvPr/>
          </p:nvSpPr>
          <p:spPr>
            <a:xfrm>
              <a:off x="4114800" y="474012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5" name=""/>
            <p:cNvSpPr/>
            <p:nvPr/>
          </p:nvSpPr>
          <p:spPr>
            <a:xfrm>
              <a:off x="42372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6" name=""/>
          <p:cNvGrpSpPr/>
          <p:nvPr/>
        </p:nvGrpSpPr>
        <p:grpSpPr>
          <a:xfrm>
            <a:off x="5105520" y="304920"/>
            <a:ext cx="460080" cy="200520"/>
            <a:chOff x="5105520" y="304920"/>
            <a:chExt cx="460080" cy="200520"/>
          </a:xfrm>
        </p:grpSpPr>
        <p:sp>
          <p:nvSpPr>
            <p:cNvPr id="777" name=""/>
            <p:cNvSpPr/>
            <p:nvPr/>
          </p:nvSpPr>
          <p:spPr>
            <a:xfrm>
              <a:off x="5105520" y="3207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8" name=""/>
            <p:cNvSpPr/>
            <p:nvPr/>
          </p:nvSpPr>
          <p:spPr>
            <a:xfrm>
              <a:off x="522792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9" name=""/>
          <p:cNvGrpSpPr/>
          <p:nvPr/>
        </p:nvGrpSpPr>
        <p:grpSpPr>
          <a:xfrm>
            <a:off x="6175440" y="6046920"/>
            <a:ext cx="468720" cy="200520"/>
            <a:chOff x="6175440" y="6046920"/>
            <a:chExt cx="468720" cy="200520"/>
          </a:xfrm>
        </p:grpSpPr>
        <p:sp>
          <p:nvSpPr>
            <p:cNvPr id="780" name=""/>
            <p:cNvSpPr/>
            <p:nvPr/>
          </p:nvSpPr>
          <p:spPr>
            <a:xfrm>
              <a:off x="6175440" y="6062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1" name=""/>
            <p:cNvSpPr/>
            <p:nvPr/>
          </p:nvSpPr>
          <p:spPr>
            <a:xfrm>
              <a:off x="6306480" y="604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2" name=""/>
          <p:cNvGrpSpPr/>
          <p:nvPr/>
        </p:nvGrpSpPr>
        <p:grpSpPr>
          <a:xfrm>
            <a:off x="838080" y="2057400"/>
            <a:ext cx="460080" cy="200520"/>
            <a:chOff x="838080" y="2057400"/>
            <a:chExt cx="460080" cy="200520"/>
          </a:xfrm>
        </p:grpSpPr>
        <p:sp>
          <p:nvSpPr>
            <p:cNvPr id="783" name=""/>
            <p:cNvSpPr/>
            <p:nvPr/>
          </p:nvSpPr>
          <p:spPr>
            <a:xfrm>
              <a:off x="838080" y="20718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4" name=""/>
            <p:cNvSpPr/>
            <p:nvPr/>
          </p:nvSpPr>
          <p:spPr>
            <a:xfrm>
              <a:off x="96048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5" name="Rounded Rectangle 784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786" name="Oval 785"/>
          <p:cNvSpPr/>
          <p:nvPr/>
        </p:nvSpPr>
        <p:spPr>
          <a:xfrm>
            <a:off x="6298039" y="43990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6338039" y="44390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788" name="Rounded Rectangle 787"/>
          <p:cNvSpPr/>
          <p:nvPr/>
        </p:nvSpPr>
        <p:spPr>
          <a:xfrm>
            <a:off x="6608039" y="44590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789" name="Oval 788"/>
          <p:cNvSpPr/>
          <p:nvPr/>
        </p:nvSpPr>
        <p:spPr>
          <a:xfrm>
            <a:off x="4835178" y="49618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4875178" y="50018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5145178" y="50218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792" name="Oval 791"/>
          <p:cNvSpPr/>
          <p:nvPr/>
        </p:nvSpPr>
        <p:spPr>
          <a:xfrm>
            <a:off x="7584501" y="2797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7624501" y="2837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794" name="Rounded Rectangle 793"/>
          <p:cNvSpPr/>
          <p:nvPr/>
        </p:nvSpPr>
        <p:spPr>
          <a:xfrm>
            <a:off x="7894501" y="2857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795" name="Oval 794"/>
          <p:cNvSpPr/>
          <p:nvPr/>
        </p:nvSpPr>
        <p:spPr>
          <a:xfrm>
            <a:off x="3012497" y="42476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052497" y="42876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797" name="Rounded Rectangle 796"/>
          <p:cNvSpPr/>
          <p:nvPr/>
        </p:nvSpPr>
        <p:spPr>
          <a:xfrm>
            <a:off x="3322497" y="43076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798" name="Oval 797"/>
          <p:cNvSpPr/>
          <p:nvPr/>
        </p:nvSpPr>
        <p:spPr>
          <a:xfrm>
            <a:off x="4384100" y="14281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424100" y="14681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800" name="Rounded Rectangle 799"/>
          <p:cNvSpPr/>
          <p:nvPr/>
        </p:nvSpPr>
        <p:spPr>
          <a:xfrm>
            <a:off x="4694100" y="14881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801" name="Oval 800"/>
          <p:cNvSpPr/>
          <p:nvPr/>
        </p:nvSpPr>
        <p:spPr>
          <a:xfrm>
            <a:off x="2325800" y="23425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365800" y="23825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803" name="Rounded Rectangle 802"/>
          <p:cNvSpPr/>
          <p:nvPr/>
        </p:nvSpPr>
        <p:spPr>
          <a:xfrm>
            <a:off x="2635800" y="24025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804" name="Oval 803"/>
          <p:cNvSpPr/>
          <p:nvPr/>
        </p:nvSpPr>
        <p:spPr>
          <a:xfrm>
            <a:off x="3392840" y="59994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3432840" y="60394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806" name="Rounded Rectangle 805"/>
          <p:cNvSpPr/>
          <p:nvPr/>
        </p:nvSpPr>
        <p:spPr>
          <a:xfrm>
            <a:off x="3702840" y="60594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807" name="Oval 806"/>
          <p:cNvSpPr/>
          <p:nvPr/>
        </p:nvSpPr>
        <p:spPr>
          <a:xfrm>
            <a:off x="5298499" y="18093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5338499" y="18493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809" name="Rounded Rectangle 808"/>
          <p:cNvSpPr/>
          <p:nvPr/>
        </p:nvSpPr>
        <p:spPr>
          <a:xfrm>
            <a:off x="5608499" y="18693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810" name="Oval 809"/>
          <p:cNvSpPr/>
          <p:nvPr/>
        </p:nvSpPr>
        <p:spPr>
          <a:xfrm>
            <a:off x="6517820" y="3561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6557820" y="3601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812" name="Rounded Rectangle 811"/>
          <p:cNvSpPr/>
          <p:nvPr/>
        </p:nvSpPr>
        <p:spPr>
          <a:xfrm>
            <a:off x="6827820" y="3621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813" name="Oval 812"/>
          <p:cNvSpPr/>
          <p:nvPr/>
        </p:nvSpPr>
        <p:spPr>
          <a:xfrm>
            <a:off x="6670098" y="52374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6710098" y="52774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6980098" y="52974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816" name="Oval 815"/>
          <p:cNvSpPr/>
          <p:nvPr/>
        </p:nvSpPr>
        <p:spPr>
          <a:xfrm>
            <a:off x="1564760" y="47793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1604760" y="48193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874760" y="48393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819" name="Oval 818"/>
          <p:cNvSpPr/>
          <p:nvPr/>
        </p:nvSpPr>
        <p:spPr>
          <a:xfrm>
            <a:off x="5173219" y="28015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5213219" y="28415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5483219" y="28615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822" name="Oval 821"/>
          <p:cNvSpPr/>
          <p:nvPr/>
        </p:nvSpPr>
        <p:spPr>
          <a:xfrm>
            <a:off x="6517820" y="11235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6557820" y="11635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6827820" y="11835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825" name="Oval 824"/>
          <p:cNvSpPr/>
          <p:nvPr/>
        </p:nvSpPr>
        <p:spPr>
          <a:xfrm>
            <a:off x="3368178" y="35236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3408178" y="35636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3678178" y="35836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828" name="Oval 827"/>
          <p:cNvSpPr/>
          <p:nvPr/>
        </p:nvSpPr>
        <p:spPr>
          <a:xfrm>
            <a:off x="2754021" y="7171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2794021" y="7571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830" name="Rounded Rectangle 829"/>
          <p:cNvSpPr/>
          <p:nvPr/>
        </p:nvSpPr>
        <p:spPr>
          <a:xfrm>
            <a:off x="3064021" y="7771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831" name="Oval 830"/>
          <p:cNvSpPr/>
          <p:nvPr/>
        </p:nvSpPr>
        <p:spPr>
          <a:xfrm>
            <a:off x="4993040" y="54950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5033040" y="55350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833" name="Rounded Rectangle 832"/>
          <p:cNvSpPr/>
          <p:nvPr/>
        </p:nvSpPr>
        <p:spPr>
          <a:xfrm>
            <a:off x="5303040" y="55550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834" name="Oval 833"/>
          <p:cNvSpPr/>
          <p:nvPr/>
        </p:nvSpPr>
        <p:spPr>
          <a:xfrm>
            <a:off x="4002321" y="46276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4042321" y="46676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836" name="Rounded Rectangle 835"/>
          <p:cNvSpPr/>
          <p:nvPr/>
        </p:nvSpPr>
        <p:spPr>
          <a:xfrm>
            <a:off x="4312321" y="46876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837" name="Oval 836"/>
          <p:cNvSpPr/>
          <p:nvPr/>
        </p:nvSpPr>
        <p:spPr>
          <a:xfrm>
            <a:off x="4993040" y="208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5033040" y="248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839" name="Rounded Rectangle 838"/>
          <p:cNvSpPr/>
          <p:nvPr/>
        </p:nvSpPr>
        <p:spPr>
          <a:xfrm>
            <a:off x="5303040" y="268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840" name="Oval 839"/>
          <p:cNvSpPr/>
          <p:nvPr/>
        </p:nvSpPr>
        <p:spPr>
          <a:xfrm>
            <a:off x="6063860" y="59511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6103860" y="59911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842" name="Rounded Rectangle 841"/>
          <p:cNvSpPr/>
          <p:nvPr/>
        </p:nvSpPr>
        <p:spPr>
          <a:xfrm>
            <a:off x="6373860" y="60111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843" name="Oval 842"/>
          <p:cNvSpPr/>
          <p:nvPr/>
        </p:nvSpPr>
        <p:spPr>
          <a:xfrm>
            <a:off x="725777" y="19602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765777" y="20002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845" name="Rounded Rectangle 844"/>
          <p:cNvSpPr/>
          <p:nvPr/>
        </p:nvSpPr>
        <p:spPr>
          <a:xfrm>
            <a:off x="1035777" y="20202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"/>
          <p:cNvSpPr/>
          <p:nvPr/>
        </p:nvSpPr>
        <p:spPr>
          <a:xfrm>
            <a:off x="3138120" y="50760"/>
            <a:ext cx="2867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8: EGLL | RWY 27L | STAR OCK1A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1901880" y="2724120"/>
            <a:ext cx="2855880" cy="1095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4757760" y="3819600"/>
            <a:ext cx="1212840" cy="466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 flipV="1">
            <a:off x="5970600" y="4100400"/>
            <a:ext cx="741240" cy="185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 flipV="1">
            <a:off x="6711840" y="3995280"/>
            <a:ext cx="424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flipV="1">
            <a:off x="7135920" y="3968280"/>
            <a:ext cx="106200" cy="27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flipV="1">
            <a:off x="7242120" y="3607920"/>
            <a:ext cx="0" cy="360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 flipH="1" flipV="1">
            <a:off x="7029000" y="3239640"/>
            <a:ext cx="212760" cy="368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 flipH="1">
            <a:off x="6756480" y="3240000"/>
            <a:ext cx="27288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 flipH="1">
            <a:off x="6373440" y="3240000"/>
            <a:ext cx="38268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 flipH="1" flipV="1">
            <a:off x="5773320" y="3219120"/>
            <a:ext cx="600120" cy="2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96" name=""/>
          <p:cNvGrpSpPr/>
          <p:nvPr/>
        </p:nvGrpSpPr>
        <p:grpSpPr>
          <a:xfrm>
            <a:off x="1838160" y="2660760"/>
            <a:ext cx="595800" cy="200520"/>
            <a:chOff x="1838160" y="2660760"/>
            <a:chExt cx="595800" cy="200520"/>
          </a:xfrm>
        </p:grpSpPr>
        <p:sp>
          <p:nvSpPr>
            <p:cNvPr id="797" name=""/>
            <p:cNvSpPr/>
            <p:nvPr/>
          </p:nvSpPr>
          <p:spPr>
            <a:xfrm>
              <a:off x="1838160" y="266076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8" name=""/>
            <p:cNvSpPr/>
            <p:nvPr/>
          </p:nvSpPr>
          <p:spPr>
            <a:xfrm>
              <a:off x="1954440" y="26607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KENET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9" name=""/>
          <p:cNvGrpSpPr/>
          <p:nvPr/>
        </p:nvGrpSpPr>
        <p:grpSpPr>
          <a:xfrm>
            <a:off x="4707000" y="3755880"/>
            <a:ext cx="550080" cy="200520"/>
            <a:chOff x="4707000" y="3755880"/>
            <a:chExt cx="550080" cy="200520"/>
          </a:xfrm>
        </p:grpSpPr>
        <p:sp>
          <p:nvSpPr>
            <p:cNvPr id="800" name=""/>
            <p:cNvSpPr/>
            <p:nvPr/>
          </p:nvSpPr>
          <p:spPr>
            <a:xfrm>
              <a:off x="4707000" y="3768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"/>
            <p:cNvSpPr/>
            <p:nvPr/>
          </p:nvSpPr>
          <p:spPr>
            <a:xfrm>
              <a:off x="4817160" y="375588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D291L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2" name=""/>
          <p:cNvGrpSpPr/>
          <p:nvPr/>
        </p:nvGrpSpPr>
        <p:grpSpPr>
          <a:xfrm>
            <a:off x="5919840" y="4222800"/>
            <a:ext cx="490320" cy="200520"/>
            <a:chOff x="5919840" y="4222800"/>
            <a:chExt cx="490320" cy="200520"/>
          </a:xfrm>
        </p:grpSpPr>
        <p:sp>
          <p:nvSpPr>
            <p:cNvPr id="803" name=""/>
            <p:cNvSpPr/>
            <p:nvPr/>
          </p:nvSpPr>
          <p:spPr>
            <a:xfrm>
              <a:off x="5919840" y="42354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4" name=""/>
            <p:cNvSpPr/>
            <p:nvPr/>
          </p:nvSpPr>
          <p:spPr>
            <a:xfrm>
              <a:off x="6039000" y="422280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5" name=""/>
          <p:cNvGrpSpPr/>
          <p:nvPr/>
        </p:nvGrpSpPr>
        <p:grpSpPr>
          <a:xfrm>
            <a:off x="6661080" y="4037040"/>
            <a:ext cx="565560" cy="200520"/>
            <a:chOff x="6661080" y="4037040"/>
            <a:chExt cx="565560" cy="200520"/>
          </a:xfrm>
        </p:grpSpPr>
        <p:sp>
          <p:nvSpPr>
            <p:cNvPr id="806" name=""/>
            <p:cNvSpPr/>
            <p:nvPr/>
          </p:nvSpPr>
          <p:spPr>
            <a:xfrm>
              <a:off x="6661080" y="4049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7" name=""/>
            <p:cNvSpPr/>
            <p:nvPr/>
          </p:nvSpPr>
          <p:spPr>
            <a:xfrm>
              <a:off x="6756480" y="40370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OCK07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8" name=""/>
          <p:cNvGrpSpPr/>
          <p:nvPr/>
        </p:nvGrpSpPr>
        <p:grpSpPr>
          <a:xfrm>
            <a:off x="7085160" y="3932280"/>
            <a:ext cx="565200" cy="200520"/>
            <a:chOff x="7085160" y="3932280"/>
            <a:chExt cx="565200" cy="200520"/>
          </a:xfrm>
        </p:grpSpPr>
        <p:sp>
          <p:nvSpPr>
            <p:cNvPr id="809" name=""/>
            <p:cNvSpPr/>
            <p:nvPr/>
          </p:nvSpPr>
          <p:spPr>
            <a:xfrm>
              <a:off x="7085160" y="3944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0" name=""/>
            <p:cNvSpPr/>
            <p:nvPr/>
          </p:nvSpPr>
          <p:spPr>
            <a:xfrm>
              <a:off x="7180200" y="393228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OC11A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1" name=""/>
          <p:cNvGrpSpPr/>
          <p:nvPr/>
        </p:nvGrpSpPr>
        <p:grpSpPr>
          <a:xfrm>
            <a:off x="7202520" y="3905280"/>
            <a:ext cx="544680" cy="200520"/>
            <a:chOff x="7202520" y="3905280"/>
            <a:chExt cx="544680" cy="200520"/>
          </a:xfrm>
        </p:grpSpPr>
        <p:sp>
          <p:nvSpPr>
            <p:cNvPr id="812" name=""/>
            <p:cNvSpPr/>
            <p:nvPr/>
          </p:nvSpPr>
          <p:spPr>
            <a:xfrm>
              <a:off x="7202520" y="3929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3" name=""/>
            <p:cNvSpPr/>
            <p:nvPr/>
          </p:nvSpPr>
          <p:spPr>
            <a:xfrm>
              <a:off x="7277040" y="390528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OC12B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4" name=""/>
          <p:cNvGrpSpPr/>
          <p:nvPr/>
        </p:nvGrpSpPr>
        <p:grpSpPr>
          <a:xfrm>
            <a:off x="7191360" y="3544920"/>
            <a:ext cx="498240" cy="200520"/>
            <a:chOff x="7191360" y="3544920"/>
            <a:chExt cx="498240" cy="200520"/>
          </a:xfrm>
        </p:grpSpPr>
        <p:sp>
          <p:nvSpPr>
            <p:cNvPr id="815" name=""/>
            <p:cNvSpPr/>
            <p:nvPr/>
          </p:nvSpPr>
          <p:spPr>
            <a:xfrm>
              <a:off x="7191360" y="3557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6" name=""/>
            <p:cNvSpPr/>
            <p:nvPr/>
          </p:nvSpPr>
          <p:spPr>
            <a:xfrm>
              <a:off x="7302960" y="35449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7" name=""/>
          <p:cNvGrpSpPr/>
          <p:nvPr/>
        </p:nvGrpSpPr>
        <p:grpSpPr>
          <a:xfrm>
            <a:off x="6978600" y="3176640"/>
            <a:ext cx="531000" cy="200520"/>
            <a:chOff x="6978600" y="3176640"/>
            <a:chExt cx="531000" cy="200520"/>
          </a:xfrm>
        </p:grpSpPr>
        <p:sp>
          <p:nvSpPr>
            <p:cNvPr id="818" name=""/>
            <p:cNvSpPr/>
            <p:nvPr/>
          </p:nvSpPr>
          <p:spPr>
            <a:xfrm>
              <a:off x="6978600" y="3189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9" name=""/>
            <p:cNvSpPr/>
            <p:nvPr/>
          </p:nvSpPr>
          <p:spPr>
            <a:xfrm>
              <a:off x="7107840" y="3176640"/>
              <a:ext cx="4017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ILL10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0" name=""/>
          <p:cNvGrpSpPr/>
          <p:nvPr/>
        </p:nvGrpSpPr>
        <p:grpSpPr>
          <a:xfrm>
            <a:off x="6715080" y="3176640"/>
            <a:ext cx="534240" cy="200520"/>
            <a:chOff x="6715080" y="3176640"/>
            <a:chExt cx="534240" cy="200520"/>
          </a:xfrm>
        </p:grpSpPr>
        <p:sp>
          <p:nvSpPr>
            <p:cNvPr id="821" name=""/>
            <p:cNvSpPr/>
            <p:nvPr/>
          </p:nvSpPr>
          <p:spPr>
            <a:xfrm>
              <a:off x="6715080" y="3198960"/>
              <a:ext cx="8244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2" name=""/>
            <p:cNvSpPr/>
            <p:nvPr/>
          </p:nvSpPr>
          <p:spPr>
            <a:xfrm>
              <a:off x="6803280" y="31766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CF27L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3" name=""/>
          <p:cNvGrpSpPr/>
          <p:nvPr/>
        </p:nvGrpSpPr>
        <p:grpSpPr>
          <a:xfrm>
            <a:off x="6323040" y="3176640"/>
            <a:ext cx="547920" cy="200520"/>
            <a:chOff x="6323040" y="3176640"/>
            <a:chExt cx="547920" cy="200520"/>
          </a:xfrm>
        </p:grpSpPr>
        <p:sp>
          <p:nvSpPr>
            <p:cNvPr id="824" name=""/>
            <p:cNvSpPr/>
            <p:nvPr/>
          </p:nvSpPr>
          <p:spPr>
            <a:xfrm>
              <a:off x="6323040" y="3189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5" name=""/>
            <p:cNvSpPr/>
            <p:nvPr/>
          </p:nvSpPr>
          <p:spPr>
            <a:xfrm>
              <a:off x="6435720" y="317664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FF27L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6" name=""/>
          <p:cNvGrpSpPr/>
          <p:nvPr/>
        </p:nvGrpSpPr>
        <p:grpSpPr>
          <a:xfrm>
            <a:off x="5710320" y="3156120"/>
            <a:ext cx="595440" cy="200520"/>
            <a:chOff x="5710320" y="3156120"/>
            <a:chExt cx="595440" cy="200520"/>
          </a:xfrm>
        </p:grpSpPr>
        <p:sp>
          <p:nvSpPr>
            <p:cNvPr id="827" name=""/>
            <p:cNvSpPr/>
            <p:nvPr/>
          </p:nvSpPr>
          <p:spPr>
            <a:xfrm>
              <a:off x="5710320" y="315612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8" name=""/>
            <p:cNvSpPr/>
            <p:nvPr/>
          </p:nvSpPr>
          <p:spPr>
            <a:xfrm>
              <a:off x="5826240" y="31561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RW27L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9" name=""/>
          <p:cNvGrpSpPr/>
          <p:nvPr/>
        </p:nvGrpSpPr>
        <p:grpSpPr>
          <a:xfrm>
            <a:off x="228600" y="2590920"/>
            <a:ext cx="479160" cy="200520"/>
            <a:chOff x="228600" y="2590920"/>
            <a:chExt cx="479160" cy="200520"/>
          </a:xfrm>
        </p:grpSpPr>
        <p:sp>
          <p:nvSpPr>
            <p:cNvPr id="830" name=""/>
            <p:cNvSpPr/>
            <p:nvPr/>
          </p:nvSpPr>
          <p:spPr>
            <a:xfrm>
              <a:off x="228600" y="25970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1" name=""/>
            <p:cNvSpPr/>
            <p:nvPr/>
          </p:nvSpPr>
          <p:spPr>
            <a:xfrm>
              <a:off x="370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2" name=""/>
          <p:cNvGrpSpPr/>
          <p:nvPr/>
        </p:nvGrpSpPr>
        <p:grpSpPr>
          <a:xfrm>
            <a:off x="2819520" y="4572000"/>
            <a:ext cx="461520" cy="200520"/>
            <a:chOff x="2819520" y="4572000"/>
            <a:chExt cx="461520" cy="200520"/>
          </a:xfrm>
        </p:grpSpPr>
        <p:sp>
          <p:nvSpPr>
            <p:cNvPr id="833" name=""/>
            <p:cNvSpPr/>
            <p:nvPr/>
          </p:nvSpPr>
          <p:spPr>
            <a:xfrm>
              <a:off x="2819520" y="4586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4" name=""/>
            <p:cNvSpPr/>
            <p:nvPr/>
          </p:nvSpPr>
          <p:spPr>
            <a:xfrm>
              <a:off x="294336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5" name=""/>
          <p:cNvGrpSpPr/>
          <p:nvPr/>
        </p:nvGrpSpPr>
        <p:grpSpPr>
          <a:xfrm>
            <a:off x="3573360" y="2419200"/>
            <a:ext cx="467280" cy="200520"/>
            <a:chOff x="3573360" y="2419200"/>
            <a:chExt cx="467280" cy="200520"/>
          </a:xfrm>
        </p:grpSpPr>
        <p:sp>
          <p:nvSpPr>
            <p:cNvPr id="836" name=""/>
            <p:cNvSpPr/>
            <p:nvPr/>
          </p:nvSpPr>
          <p:spPr>
            <a:xfrm>
              <a:off x="3573360" y="24354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7" name=""/>
            <p:cNvSpPr/>
            <p:nvPr/>
          </p:nvSpPr>
          <p:spPr>
            <a:xfrm>
              <a:off x="3702960" y="241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8" name=""/>
          <p:cNvGrpSpPr/>
          <p:nvPr/>
        </p:nvGrpSpPr>
        <p:grpSpPr>
          <a:xfrm>
            <a:off x="8153280" y="3124080"/>
            <a:ext cx="461520" cy="200520"/>
            <a:chOff x="8153280" y="3124080"/>
            <a:chExt cx="461520" cy="200520"/>
          </a:xfrm>
        </p:grpSpPr>
        <p:sp>
          <p:nvSpPr>
            <p:cNvPr id="839" name=""/>
            <p:cNvSpPr/>
            <p:nvPr/>
          </p:nvSpPr>
          <p:spPr>
            <a:xfrm>
              <a:off x="8153280" y="3139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0" name=""/>
            <p:cNvSpPr/>
            <p:nvPr/>
          </p:nvSpPr>
          <p:spPr>
            <a:xfrm>
              <a:off x="827712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1" name=""/>
          <p:cNvGrpSpPr/>
          <p:nvPr/>
        </p:nvGrpSpPr>
        <p:grpSpPr>
          <a:xfrm>
            <a:off x="7162920" y="5105520"/>
            <a:ext cx="461160" cy="200520"/>
            <a:chOff x="7162920" y="5105520"/>
            <a:chExt cx="461160" cy="200520"/>
          </a:xfrm>
        </p:grpSpPr>
        <p:sp>
          <p:nvSpPr>
            <p:cNvPr id="842" name=""/>
            <p:cNvSpPr/>
            <p:nvPr/>
          </p:nvSpPr>
          <p:spPr>
            <a:xfrm>
              <a:off x="7162920" y="5119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3" name=""/>
            <p:cNvSpPr/>
            <p:nvPr/>
          </p:nvSpPr>
          <p:spPr>
            <a:xfrm>
              <a:off x="728640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4" name=""/>
          <p:cNvGrpSpPr/>
          <p:nvPr/>
        </p:nvGrpSpPr>
        <p:grpSpPr>
          <a:xfrm>
            <a:off x="5867280" y="533520"/>
            <a:ext cx="461880" cy="200520"/>
            <a:chOff x="5867280" y="533520"/>
            <a:chExt cx="461880" cy="200520"/>
          </a:xfrm>
        </p:grpSpPr>
        <p:sp>
          <p:nvSpPr>
            <p:cNvPr id="845" name=""/>
            <p:cNvSpPr/>
            <p:nvPr/>
          </p:nvSpPr>
          <p:spPr>
            <a:xfrm>
              <a:off x="5867280" y="549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6" name=""/>
            <p:cNvSpPr/>
            <p:nvPr/>
          </p:nvSpPr>
          <p:spPr>
            <a:xfrm>
              <a:off x="599148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7" name=""/>
          <p:cNvGrpSpPr/>
          <p:nvPr/>
        </p:nvGrpSpPr>
        <p:grpSpPr>
          <a:xfrm>
            <a:off x="7010280" y="2819520"/>
            <a:ext cx="461880" cy="200520"/>
            <a:chOff x="7010280" y="2819520"/>
            <a:chExt cx="461880" cy="200520"/>
          </a:xfrm>
        </p:grpSpPr>
        <p:sp>
          <p:nvSpPr>
            <p:cNvPr id="848" name=""/>
            <p:cNvSpPr/>
            <p:nvPr/>
          </p:nvSpPr>
          <p:spPr>
            <a:xfrm>
              <a:off x="7010280" y="283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9" name=""/>
            <p:cNvSpPr/>
            <p:nvPr/>
          </p:nvSpPr>
          <p:spPr>
            <a:xfrm>
              <a:off x="713448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0" name=""/>
          <p:cNvGrpSpPr/>
          <p:nvPr/>
        </p:nvGrpSpPr>
        <p:grpSpPr>
          <a:xfrm>
            <a:off x="4952880" y="2133720"/>
            <a:ext cx="460080" cy="200520"/>
            <a:chOff x="4952880" y="2133720"/>
            <a:chExt cx="460080" cy="200520"/>
          </a:xfrm>
        </p:grpSpPr>
        <p:sp>
          <p:nvSpPr>
            <p:cNvPr id="851" name=""/>
            <p:cNvSpPr/>
            <p:nvPr/>
          </p:nvSpPr>
          <p:spPr>
            <a:xfrm>
              <a:off x="4952880" y="2149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2" name=""/>
            <p:cNvSpPr/>
            <p:nvPr/>
          </p:nvSpPr>
          <p:spPr>
            <a:xfrm>
              <a:off x="507528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3" name=""/>
          <p:cNvGrpSpPr/>
          <p:nvPr/>
        </p:nvGrpSpPr>
        <p:grpSpPr>
          <a:xfrm>
            <a:off x="3733920" y="3962520"/>
            <a:ext cx="460080" cy="200520"/>
            <a:chOff x="3733920" y="3962520"/>
            <a:chExt cx="460080" cy="200520"/>
          </a:xfrm>
        </p:grpSpPr>
        <p:sp>
          <p:nvSpPr>
            <p:cNvPr id="854" name=""/>
            <p:cNvSpPr/>
            <p:nvPr/>
          </p:nvSpPr>
          <p:spPr>
            <a:xfrm>
              <a:off x="3733920" y="3978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5" name=""/>
            <p:cNvSpPr/>
            <p:nvPr/>
          </p:nvSpPr>
          <p:spPr>
            <a:xfrm>
              <a:off x="38563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6" name=""/>
          <p:cNvGrpSpPr/>
          <p:nvPr/>
        </p:nvGrpSpPr>
        <p:grpSpPr>
          <a:xfrm>
            <a:off x="7308720" y="3459240"/>
            <a:ext cx="461880" cy="200520"/>
            <a:chOff x="7308720" y="3459240"/>
            <a:chExt cx="461880" cy="200520"/>
          </a:xfrm>
        </p:grpSpPr>
        <p:sp>
          <p:nvSpPr>
            <p:cNvPr id="857" name=""/>
            <p:cNvSpPr/>
            <p:nvPr/>
          </p:nvSpPr>
          <p:spPr>
            <a:xfrm>
              <a:off x="7308720" y="3473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8" name=""/>
            <p:cNvSpPr/>
            <p:nvPr/>
          </p:nvSpPr>
          <p:spPr>
            <a:xfrm>
              <a:off x="7432920" y="3459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9" name=""/>
          <p:cNvGrpSpPr/>
          <p:nvPr/>
        </p:nvGrpSpPr>
        <p:grpSpPr>
          <a:xfrm>
            <a:off x="8153280" y="3962520"/>
            <a:ext cx="461520" cy="200520"/>
            <a:chOff x="8153280" y="3962520"/>
            <a:chExt cx="461520" cy="200520"/>
          </a:xfrm>
        </p:grpSpPr>
        <p:sp>
          <p:nvSpPr>
            <p:cNvPr id="860" name=""/>
            <p:cNvSpPr/>
            <p:nvPr/>
          </p:nvSpPr>
          <p:spPr>
            <a:xfrm>
              <a:off x="8153280" y="3978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1" name=""/>
            <p:cNvSpPr/>
            <p:nvPr/>
          </p:nvSpPr>
          <p:spPr>
            <a:xfrm>
              <a:off x="82771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2" name=""/>
          <p:cNvGrpSpPr/>
          <p:nvPr/>
        </p:nvGrpSpPr>
        <p:grpSpPr>
          <a:xfrm>
            <a:off x="6095880" y="2590920"/>
            <a:ext cx="461880" cy="200520"/>
            <a:chOff x="6095880" y="2590920"/>
            <a:chExt cx="461880" cy="200520"/>
          </a:xfrm>
        </p:grpSpPr>
        <p:sp>
          <p:nvSpPr>
            <p:cNvPr id="863" name=""/>
            <p:cNvSpPr/>
            <p:nvPr/>
          </p:nvSpPr>
          <p:spPr>
            <a:xfrm>
              <a:off x="6095880" y="2606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4" name=""/>
            <p:cNvSpPr/>
            <p:nvPr/>
          </p:nvSpPr>
          <p:spPr>
            <a:xfrm>
              <a:off x="6220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5" name=""/>
          <p:cNvGrpSpPr/>
          <p:nvPr/>
        </p:nvGrpSpPr>
        <p:grpSpPr>
          <a:xfrm>
            <a:off x="2286000" y="3809880"/>
            <a:ext cx="461520" cy="200520"/>
            <a:chOff x="2286000" y="3809880"/>
            <a:chExt cx="461520" cy="200520"/>
          </a:xfrm>
        </p:grpSpPr>
        <p:sp>
          <p:nvSpPr>
            <p:cNvPr id="866" name=""/>
            <p:cNvSpPr/>
            <p:nvPr/>
          </p:nvSpPr>
          <p:spPr>
            <a:xfrm>
              <a:off x="2286000" y="3825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7" name=""/>
            <p:cNvSpPr/>
            <p:nvPr/>
          </p:nvSpPr>
          <p:spPr>
            <a:xfrm>
              <a:off x="240984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8" name=""/>
          <p:cNvGrpSpPr/>
          <p:nvPr/>
        </p:nvGrpSpPr>
        <p:grpSpPr>
          <a:xfrm>
            <a:off x="2895480" y="1447920"/>
            <a:ext cx="460080" cy="200520"/>
            <a:chOff x="2895480" y="1447920"/>
            <a:chExt cx="460080" cy="200520"/>
          </a:xfrm>
        </p:grpSpPr>
        <p:sp>
          <p:nvSpPr>
            <p:cNvPr id="869" name=""/>
            <p:cNvSpPr/>
            <p:nvPr/>
          </p:nvSpPr>
          <p:spPr>
            <a:xfrm>
              <a:off x="2895480" y="1463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0" name=""/>
            <p:cNvSpPr/>
            <p:nvPr/>
          </p:nvSpPr>
          <p:spPr>
            <a:xfrm>
              <a:off x="301788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1" name=""/>
          <p:cNvGrpSpPr/>
          <p:nvPr/>
        </p:nvGrpSpPr>
        <p:grpSpPr>
          <a:xfrm>
            <a:off x="7383600" y="2438280"/>
            <a:ext cx="468720" cy="200520"/>
            <a:chOff x="7383600" y="2438280"/>
            <a:chExt cx="468720" cy="200520"/>
          </a:xfrm>
        </p:grpSpPr>
        <p:sp>
          <p:nvSpPr>
            <p:cNvPr id="872" name=""/>
            <p:cNvSpPr/>
            <p:nvPr/>
          </p:nvSpPr>
          <p:spPr>
            <a:xfrm>
              <a:off x="7383600" y="245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3" name=""/>
            <p:cNvSpPr/>
            <p:nvPr/>
          </p:nvSpPr>
          <p:spPr>
            <a:xfrm>
              <a:off x="751464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4" name=""/>
          <p:cNvGrpSpPr/>
          <p:nvPr/>
        </p:nvGrpSpPr>
        <p:grpSpPr>
          <a:xfrm>
            <a:off x="1981080" y="6400800"/>
            <a:ext cx="460080" cy="200520"/>
            <a:chOff x="1981080" y="6400800"/>
            <a:chExt cx="460080" cy="200520"/>
          </a:xfrm>
        </p:grpSpPr>
        <p:sp>
          <p:nvSpPr>
            <p:cNvPr id="875" name=""/>
            <p:cNvSpPr/>
            <p:nvPr/>
          </p:nvSpPr>
          <p:spPr>
            <a:xfrm>
              <a:off x="1981080" y="64148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6" name=""/>
            <p:cNvSpPr/>
            <p:nvPr/>
          </p:nvSpPr>
          <p:spPr>
            <a:xfrm>
              <a:off x="210348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7" name=""/>
          <p:cNvGrpSpPr/>
          <p:nvPr/>
        </p:nvGrpSpPr>
        <p:grpSpPr>
          <a:xfrm>
            <a:off x="4206960" y="2992320"/>
            <a:ext cx="468720" cy="200520"/>
            <a:chOff x="4206960" y="2992320"/>
            <a:chExt cx="468720" cy="200520"/>
          </a:xfrm>
        </p:grpSpPr>
        <p:sp>
          <p:nvSpPr>
            <p:cNvPr id="878" name=""/>
            <p:cNvSpPr/>
            <p:nvPr/>
          </p:nvSpPr>
          <p:spPr>
            <a:xfrm>
              <a:off x="4206960" y="3008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9" name=""/>
            <p:cNvSpPr/>
            <p:nvPr/>
          </p:nvSpPr>
          <p:spPr>
            <a:xfrm>
              <a:off x="4338000" y="299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0" name=""/>
          <p:cNvGrpSpPr/>
          <p:nvPr/>
        </p:nvGrpSpPr>
        <p:grpSpPr>
          <a:xfrm>
            <a:off x="5334120" y="4648320"/>
            <a:ext cx="461520" cy="200520"/>
            <a:chOff x="5334120" y="4648320"/>
            <a:chExt cx="461520" cy="200520"/>
          </a:xfrm>
        </p:grpSpPr>
        <p:sp>
          <p:nvSpPr>
            <p:cNvPr id="881" name=""/>
            <p:cNvSpPr/>
            <p:nvPr/>
          </p:nvSpPr>
          <p:spPr>
            <a:xfrm>
              <a:off x="5334120" y="4662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2" name=""/>
            <p:cNvSpPr/>
            <p:nvPr/>
          </p:nvSpPr>
          <p:spPr>
            <a:xfrm>
              <a:off x="545796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3" name=""/>
          <p:cNvGrpSpPr/>
          <p:nvPr/>
        </p:nvGrpSpPr>
        <p:grpSpPr>
          <a:xfrm>
            <a:off x="990720" y="3276720"/>
            <a:ext cx="461160" cy="200520"/>
            <a:chOff x="990720" y="3276720"/>
            <a:chExt cx="461160" cy="200520"/>
          </a:xfrm>
        </p:grpSpPr>
        <p:sp>
          <p:nvSpPr>
            <p:cNvPr id="884" name=""/>
            <p:cNvSpPr/>
            <p:nvPr/>
          </p:nvSpPr>
          <p:spPr>
            <a:xfrm>
              <a:off x="990720" y="32925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5" name=""/>
            <p:cNvSpPr/>
            <p:nvPr/>
          </p:nvSpPr>
          <p:spPr>
            <a:xfrm>
              <a:off x="111420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86" name=""/>
          <p:cNvGrpSpPr/>
          <p:nvPr/>
        </p:nvGrpSpPr>
        <p:grpSpPr>
          <a:xfrm>
            <a:off x="1447920" y="1676520"/>
            <a:ext cx="460080" cy="200520"/>
            <a:chOff x="1447920" y="1676520"/>
            <a:chExt cx="460080" cy="200520"/>
          </a:xfrm>
        </p:grpSpPr>
        <p:sp>
          <p:nvSpPr>
            <p:cNvPr id="887" name=""/>
            <p:cNvSpPr/>
            <p:nvPr/>
          </p:nvSpPr>
          <p:spPr>
            <a:xfrm>
              <a:off x="1447920" y="1690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8" name=""/>
            <p:cNvSpPr/>
            <p:nvPr/>
          </p:nvSpPr>
          <p:spPr>
            <a:xfrm>
              <a:off x="157032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9" name="Rounded Rectangle 88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890" name="Oval 889"/>
          <p:cNvSpPr/>
          <p:nvPr/>
        </p:nvSpPr>
        <p:spPr>
          <a:xfrm>
            <a:off x="125664" y="24942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165664" y="25342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892" name="Rounded Rectangle 891"/>
          <p:cNvSpPr/>
          <p:nvPr/>
        </p:nvSpPr>
        <p:spPr>
          <a:xfrm>
            <a:off x="435664" y="25542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893" name="Oval 892"/>
          <p:cNvSpPr/>
          <p:nvPr/>
        </p:nvSpPr>
        <p:spPr>
          <a:xfrm>
            <a:off x="2707947" y="4474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2747947" y="4514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895" name="Rounded Rectangle 894"/>
          <p:cNvSpPr/>
          <p:nvPr/>
        </p:nvSpPr>
        <p:spPr>
          <a:xfrm>
            <a:off x="3017947" y="4534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896" name="Oval 895"/>
          <p:cNvSpPr/>
          <p:nvPr/>
        </p:nvSpPr>
        <p:spPr>
          <a:xfrm>
            <a:off x="3461065" y="232382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3501065" y="236382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898" name="Rounded Rectangle 897"/>
          <p:cNvSpPr/>
          <p:nvPr/>
        </p:nvSpPr>
        <p:spPr>
          <a:xfrm>
            <a:off x="3771065" y="238382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899" name="Oval 898"/>
          <p:cNvSpPr/>
          <p:nvPr/>
        </p:nvSpPr>
        <p:spPr>
          <a:xfrm>
            <a:off x="8041701" y="30283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8081701" y="30683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901" name="Rounded Rectangle 900"/>
          <p:cNvSpPr/>
          <p:nvPr/>
        </p:nvSpPr>
        <p:spPr>
          <a:xfrm>
            <a:off x="8351701" y="30883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902" name="Oval 901"/>
          <p:cNvSpPr/>
          <p:nvPr/>
        </p:nvSpPr>
        <p:spPr>
          <a:xfrm>
            <a:off x="7051164" y="50083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7091164" y="50483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7361164" y="50683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905" name="Oval 904"/>
          <p:cNvSpPr/>
          <p:nvPr/>
        </p:nvSpPr>
        <p:spPr>
          <a:xfrm>
            <a:off x="5755708" y="4377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5795708" y="4777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065708" y="4977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908" name="Oval 907"/>
          <p:cNvSpPr/>
          <p:nvPr/>
        </p:nvSpPr>
        <p:spPr>
          <a:xfrm>
            <a:off x="6898699" y="27223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6938699" y="27623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7208699" y="27823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911" name="Oval 910"/>
          <p:cNvSpPr/>
          <p:nvPr/>
        </p:nvSpPr>
        <p:spPr>
          <a:xfrm>
            <a:off x="4840579" y="20379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4880579" y="20779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5150579" y="20979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914" name="Oval 913"/>
          <p:cNvSpPr/>
          <p:nvPr/>
        </p:nvSpPr>
        <p:spPr>
          <a:xfrm>
            <a:off x="3621449" y="38667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3661449" y="39067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3931449" y="39267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917" name="Oval 916"/>
          <p:cNvSpPr/>
          <p:nvPr/>
        </p:nvSpPr>
        <p:spPr>
          <a:xfrm>
            <a:off x="7197142" y="33620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7237142" y="34020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7507142" y="34220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920" name="Oval 919"/>
          <p:cNvSpPr/>
          <p:nvPr/>
        </p:nvSpPr>
        <p:spPr>
          <a:xfrm>
            <a:off x="8041701" y="38667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8081701" y="39067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351701" y="39267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923" name="Oval 922"/>
          <p:cNvSpPr/>
          <p:nvPr/>
        </p:nvSpPr>
        <p:spPr>
          <a:xfrm>
            <a:off x="5984302" y="249518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6024302" y="253518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6294302" y="255518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926" name="Oval 925"/>
          <p:cNvSpPr/>
          <p:nvPr/>
        </p:nvSpPr>
        <p:spPr>
          <a:xfrm>
            <a:off x="2174423" y="37141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2214423" y="37541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2484423" y="37741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929" name="Oval 928"/>
          <p:cNvSpPr/>
          <p:nvPr/>
        </p:nvSpPr>
        <p:spPr>
          <a:xfrm>
            <a:off x="2783180" y="135218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2823180" y="139218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3093180" y="141218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932" name="Oval 931"/>
          <p:cNvSpPr/>
          <p:nvPr/>
        </p:nvSpPr>
        <p:spPr>
          <a:xfrm>
            <a:off x="7272025" y="234254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7312025" y="238254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7582025" y="240254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935" name="Oval 934"/>
          <p:cNvSpPr/>
          <p:nvPr/>
        </p:nvSpPr>
        <p:spPr>
          <a:xfrm>
            <a:off x="1868783" y="630326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1908783" y="634326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2178783" y="636326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938" name="Oval 937"/>
          <p:cNvSpPr/>
          <p:nvPr/>
        </p:nvSpPr>
        <p:spPr>
          <a:xfrm>
            <a:off x="4095380" y="28965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4135380" y="29365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940" name="Rounded Rectangle 939"/>
          <p:cNvSpPr/>
          <p:nvPr/>
        </p:nvSpPr>
        <p:spPr>
          <a:xfrm>
            <a:off x="4405380" y="29565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941" name="Oval 940"/>
          <p:cNvSpPr/>
          <p:nvPr/>
        </p:nvSpPr>
        <p:spPr>
          <a:xfrm>
            <a:off x="5222545" y="455078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5262545" y="459078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943" name="Rounded Rectangle 942"/>
          <p:cNvSpPr/>
          <p:nvPr/>
        </p:nvSpPr>
        <p:spPr>
          <a:xfrm>
            <a:off x="5532545" y="461078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944" name="Oval 943"/>
          <p:cNvSpPr/>
          <p:nvPr/>
        </p:nvSpPr>
        <p:spPr>
          <a:xfrm>
            <a:off x="878967" y="31809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918967" y="32209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946" name="Rounded Rectangle 945"/>
          <p:cNvSpPr/>
          <p:nvPr/>
        </p:nvSpPr>
        <p:spPr>
          <a:xfrm>
            <a:off x="1188967" y="32409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947" name="Oval 946"/>
          <p:cNvSpPr/>
          <p:nvPr/>
        </p:nvSpPr>
        <p:spPr>
          <a:xfrm>
            <a:off x="1335620" y="15793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1375620" y="16193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949" name="Rounded Rectangle 948"/>
          <p:cNvSpPr/>
          <p:nvPr/>
        </p:nvSpPr>
        <p:spPr>
          <a:xfrm>
            <a:off x="1645620" y="16393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"/>
          <p:cNvSpPr/>
          <p:nvPr/>
        </p:nvSpPr>
        <p:spPr>
          <a:xfrm>
            <a:off x="3122280" y="50760"/>
            <a:ext cx="28994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9: EKCH | RWY 04L | STAR ALM3M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 flipH="1">
            <a:off x="5262120" y="3745080"/>
            <a:ext cx="1979640" cy="314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 flipH="1">
            <a:off x="4610160" y="4059360"/>
            <a:ext cx="652320" cy="102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 flipH="1">
            <a:off x="2604960" y="4162320"/>
            <a:ext cx="2005200" cy="317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 flipH="1" flipV="1">
            <a:off x="1901520" y="3909600"/>
            <a:ext cx="703080" cy="569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 flipV="1">
            <a:off x="1901880" y="3468600"/>
            <a:ext cx="357120" cy="441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 flipV="1">
            <a:off x="2259000" y="3028680"/>
            <a:ext cx="343080" cy="439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 flipV="1">
            <a:off x="2602080" y="2530080"/>
            <a:ext cx="390240" cy="498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97" name=""/>
          <p:cNvGrpSpPr/>
          <p:nvPr/>
        </p:nvGrpSpPr>
        <p:grpSpPr>
          <a:xfrm>
            <a:off x="7178760" y="3681360"/>
            <a:ext cx="515880" cy="200520"/>
            <a:chOff x="7178760" y="3681360"/>
            <a:chExt cx="515880" cy="200520"/>
          </a:xfrm>
        </p:grpSpPr>
        <p:sp>
          <p:nvSpPr>
            <p:cNvPr id="898" name=""/>
            <p:cNvSpPr/>
            <p:nvPr/>
          </p:nvSpPr>
          <p:spPr>
            <a:xfrm>
              <a:off x="7178760" y="368136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9" name=""/>
            <p:cNvSpPr/>
            <p:nvPr/>
          </p:nvSpPr>
          <p:spPr>
            <a:xfrm>
              <a:off x="7323480" y="368136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ALM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0" name=""/>
          <p:cNvGrpSpPr/>
          <p:nvPr/>
        </p:nvGrpSpPr>
        <p:grpSpPr>
          <a:xfrm>
            <a:off x="5211720" y="3995640"/>
            <a:ext cx="577800" cy="200520"/>
            <a:chOff x="5211720" y="3995640"/>
            <a:chExt cx="577800" cy="200520"/>
          </a:xfrm>
        </p:grpSpPr>
        <p:sp>
          <p:nvSpPr>
            <p:cNvPr id="901" name=""/>
            <p:cNvSpPr/>
            <p:nvPr/>
          </p:nvSpPr>
          <p:spPr>
            <a:xfrm>
              <a:off x="5211720" y="4008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2" name=""/>
            <p:cNvSpPr/>
            <p:nvPr/>
          </p:nvSpPr>
          <p:spPr>
            <a:xfrm>
              <a:off x="5294880" y="39956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REPRO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3" name=""/>
          <p:cNvGrpSpPr/>
          <p:nvPr/>
        </p:nvGrpSpPr>
        <p:grpSpPr>
          <a:xfrm>
            <a:off x="4559400" y="4098960"/>
            <a:ext cx="557640" cy="200520"/>
            <a:chOff x="4559400" y="4098960"/>
            <a:chExt cx="557640" cy="200520"/>
          </a:xfrm>
        </p:grpSpPr>
        <p:sp>
          <p:nvSpPr>
            <p:cNvPr id="904" name=""/>
            <p:cNvSpPr/>
            <p:nvPr/>
          </p:nvSpPr>
          <p:spPr>
            <a:xfrm>
              <a:off x="4559400" y="4111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5" name=""/>
            <p:cNvSpPr/>
            <p:nvPr/>
          </p:nvSpPr>
          <p:spPr>
            <a:xfrm>
              <a:off x="4662000" y="40989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CH552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6" name=""/>
          <p:cNvGrpSpPr/>
          <p:nvPr/>
        </p:nvGrpSpPr>
        <p:grpSpPr>
          <a:xfrm>
            <a:off x="2554200" y="4416480"/>
            <a:ext cx="558000" cy="200520"/>
            <a:chOff x="2554200" y="4416480"/>
            <a:chExt cx="558000" cy="200520"/>
          </a:xfrm>
        </p:grpSpPr>
        <p:sp>
          <p:nvSpPr>
            <p:cNvPr id="907" name=""/>
            <p:cNvSpPr/>
            <p:nvPr/>
          </p:nvSpPr>
          <p:spPr>
            <a:xfrm>
              <a:off x="2554200" y="4429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8" name=""/>
            <p:cNvSpPr/>
            <p:nvPr/>
          </p:nvSpPr>
          <p:spPr>
            <a:xfrm>
              <a:off x="2657160" y="44164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CH551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9" name=""/>
          <p:cNvGrpSpPr/>
          <p:nvPr/>
        </p:nvGrpSpPr>
        <p:grpSpPr>
          <a:xfrm>
            <a:off x="1851120" y="3846600"/>
            <a:ext cx="557640" cy="200520"/>
            <a:chOff x="1851120" y="3846600"/>
            <a:chExt cx="557640" cy="200520"/>
          </a:xfrm>
        </p:grpSpPr>
        <p:sp>
          <p:nvSpPr>
            <p:cNvPr id="910" name=""/>
            <p:cNvSpPr/>
            <p:nvPr/>
          </p:nvSpPr>
          <p:spPr>
            <a:xfrm>
              <a:off x="1851120" y="3859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1" name=""/>
            <p:cNvSpPr/>
            <p:nvPr/>
          </p:nvSpPr>
          <p:spPr>
            <a:xfrm>
              <a:off x="1953720" y="384660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CH441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2" name=""/>
          <p:cNvGrpSpPr/>
          <p:nvPr/>
        </p:nvGrpSpPr>
        <p:grpSpPr>
          <a:xfrm>
            <a:off x="2208240" y="3405240"/>
            <a:ext cx="538200" cy="200520"/>
            <a:chOff x="2208240" y="3405240"/>
            <a:chExt cx="538200" cy="200520"/>
          </a:xfrm>
        </p:grpSpPr>
        <p:sp>
          <p:nvSpPr>
            <p:cNvPr id="913" name=""/>
            <p:cNvSpPr/>
            <p:nvPr/>
          </p:nvSpPr>
          <p:spPr>
            <a:xfrm>
              <a:off x="2208240" y="3417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4" name=""/>
            <p:cNvSpPr/>
            <p:nvPr/>
          </p:nvSpPr>
          <p:spPr>
            <a:xfrm>
              <a:off x="2331000" y="340524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5" name=""/>
          <p:cNvGrpSpPr/>
          <p:nvPr/>
        </p:nvGrpSpPr>
        <p:grpSpPr>
          <a:xfrm>
            <a:off x="2562120" y="2965320"/>
            <a:ext cx="513000" cy="200520"/>
            <a:chOff x="2562120" y="2965320"/>
            <a:chExt cx="513000" cy="200520"/>
          </a:xfrm>
        </p:grpSpPr>
        <p:sp>
          <p:nvSpPr>
            <p:cNvPr id="916" name=""/>
            <p:cNvSpPr/>
            <p:nvPr/>
          </p:nvSpPr>
          <p:spPr>
            <a:xfrm>
              <a:off x="2562120" y="298944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7" name=""/>
            <p:cNvSpPr/>
            <p:nvPr/>
          </p:nvSpPr>
          <p:spPr>
            <a:xfrm>
              <a:off x="2668680" y="296532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8" name=""/>
          <p:cNvGrpSpPr/>
          <p:nvPr/>
        </p:nvGrpSpPr>
        <p:grpSpPr>
          <a:xfrm>
            <a:off x="2928960" y="2467080"/>
            <a:ext cx="595440" cy="200520"/>
            <a:chOff x="2928960" y="2467080"/>
            <a:chExt cx="595440" cy="200520"/>
          </a:xfrm>
        </p:grpSpPr>
        <p:sp>
          <p:nvSpPr>
            <p:cNvPr id="919" name=""/>
            <p:cNvSpPr/>
            <p:nvPr/>
          </p:nvSpPr>
          <p:spPr>
            <a:xfrm>
              <a:off x="2928960" y="246708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0" name=""/>
            <p:cNvSpPr/>
            <p:nvPr/>
          </p:nvSpPr>
          <p:spPr>
            <a:xfrm>
              <a:off x="3044880" y="24670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1" name=""/>
          <p:cNvGrpSpPr/>
          <p:nvPr/>
        </p:nvGrpSpPr>
        <p:grpSpPr>
          <a:xfrm>
            <a:off x="5105520" y="5486400"/>
            <a:ext cx="478800" cy="200520"/>
            <a:chOff x="5105520" y="5486400"/>
            <a:chExt cx="478800" cy="200520"/>
          </a:xfrm>
        </p:grpSpPr>
        <p:sp>
          <p:nvSpPr>
            <p:cNvPr id="922" name=""/>
            <p:cNvSpPr/>
            <p:nvPr/>
          </p:nvSpPr>
          <p:spPr>
            <a:xfrm>
              <a:off x="5105520" y="54928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3" name=""/>
            <p:cNvSpPr/>
            <p:nvPr/>
          </p:nvSpPr>
          <p:spPr>
            <a:xfrm>
              <a:off x="524664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4" name=""/>
          <p:cNvGrpSpPr/>
          <p:nvPr/>
        </p:nvGrpSpPr>
        <p:grpSpPr>
          <a:xfrm>
            <a:off x="8334360" y="2138400"/>
            <a:ext cx="486360" cy="200520"/>
            <a:chOff x="8334360" y="2138400"/>
            <a:chExt cx="486360" cy="200520"/>
          </a:xfrm>
        </p:grpSpPr>
        <p:sp>
          <p:nvSpPr>
            <p:cNvPr id="925" name=""/>
            <p:cNvSpPr/>
            <p:nvPr/>
          </p:nvSpPr>
          <p:spPr>
            <a:xfrm>
              <a:off x="8334360" y="21448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6" name=""/>
            <p:cNvSpPr/>
            <p:nvPr/>
          </p:nvSpPr>
          <p:spPr>
            <a:xfrm>
              <a:off x="8483040" y="2138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7" name=""/>
          <p:cNvGrpSpPr/>
          <p:nvPr/>
        </p:nvGrpSpPr>
        <p:grpSpPr>
          <a:xfrm>
            <a:off x="7238880" y="685800"/>
            <a:ext cx="461880" cy="200520"/>
            <a:chOff x="7238880" y="685800"/>
            <a:chExt cx="461880" cy="200520"/>
          </a:xfrm>
        </p:grpSpPr>
        <p:sp>
          <p:nvSpPr>
            <p:cNvPr id="928" name=""/>
            <p:cNvSpPr/>
            <p:nvPr/>
          </p:nvSpPr>
          <p:spPr>
            <a:xfrm>
              <a:off x="7238880" y="7016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9" name=""/>
            <p:cNvSpPr/>
            <p:nvPr/>
          </p:nvSpPr>
          <p:spPr>
            <a:xfrm>
              <a:off x="7363080" y="685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0" name=""/>
          <p:cNvGrpSpPr/>
          <p:nvPr/>
        </p:nvGrpSpPr>
        <p:grpSpPr>
          <a:xfrm>
            <a:off x="8319960" y="4765680"/>
            <a:ext cx="469080" cy="200520"/>
            <a:chOff x="8319960" y="4765680"/>
            <a:chExt cx="469080" cy="200520"/>
          </a:xfrm>
        </p:grpSpPr>
        <p:sp>
          <p:nvSpPr>
            <p:cNvPr id="931" name=""/>
            <p:cNvSpPr/>
            <p:nvPr/>
          </p:nvSpPr>
          <p:spPr>
            <a:xfrm>
              <a:off x="8319960" y="4781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2" name=""/>
            <p:cNvSpPr/>
            <p:nvPr/>
          </p:nvSpPr>
          <p:spPr>
            <a:xfrm>
              <a:off x="8451360" y="476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3" name=""/>
          <p:cNvGrpSpPr/>
          <p:nvPr/>
        </p:nvGrpSpPr>
        <p:grpSpPr>
          <a:xfrm>
            <a:off x="990720" y="4724280"/>
            <a:ext cx="461520" cy="200520"/>
            <a:chOff x="990720" y="4724280"/>
            <a:chExt cx="461520" cy="200520"/>
          </a:xfrm>
        </p:grpSpPr>
        <p:sp>
          <p:nvSpPr>
            <p:cNvPr id="934" name=""/>
            <p:cNvSpPr/>
            <p:nvPr/>
          </p:nvSpPr>
          <p:spPr>
            <a:xfrm>
              <a:off x="990720" y="4740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5" name=""/>
            <p:cNvSpPr/>
            <p:nvPr/>
          </p:nvSpPr>
          <p:spPr>
            <a:xfrm>
              <a:off x="111456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6" name=""/>
          <p:cNvGrpSpPr/>
          <p:nvPr/>
        </p:nvGrpSpPr>
        <p:grpSpPr>
          <a:xfrm>
            <a:off x="4314960" y="2131920"/>
            <a:ext cx="467280" cy="200520"/>
            <a:chOff x="4314960" y="2131920"/>
            <a:chExt cx="467280" cy="200520"/>
          </a:xfrm>
        </p:grpSpPr>
        <p:sp>
          <p:nvSpPr>
            <p:cNvPr id="937" name=""/>
            <p:cNvSpPr/>
            <p:nvPr/>
          </p:nvSpPr>
          <p:spPr>
            <a:xfrm>
              <a:off x="4314960" y="2146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8" name=""/>
            <p:cNvSpPr/>
            <p:nvPr/>
          </p:nvSpPr>
          <p:spPr>
            <a:xfrm>
              <a:off x="4444560" y="2131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9" name=""/>
          <p:cNvGrpSpPr/>
          <p:nvPr/>
        </p:nvGrpSpPr>
        <p:grpSpPr>
          <a:xfrm>
            <a:off x="6446880" y="4848120"/>
            <a:ext cx="468720" cy="200520"/>
            <a:chOff x="6446880" y="4848120"/>
            <a:chExt cx="468720" cy="200520"/>
          </a:xfrm>
        </p:grpSpPr>
        <p:sp>
          <p:nvSpPr>
            <p:cNvPr id="940" name=""/>
            <p:cNvSpPr/>
            <p:nvPr/>
          </p:nvSpPr>
          <p:spPr>
            <a:xfrm>
              <a:off x="6446880" y="4862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1" name=""/>
            <p:cNvSpPr/>
            <p:nvPr/>
          </p:nvSpPr>
          <p:spPr>
            <a:xfrm>
              <a:off x="6577920" y="48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2" name=""/>
          <p:cNvGrpSpPr/>
          <p:nvPr/>
        </p:nvGrpSpPr>
        <p:grpSpPr>
          <a:xfrm>
            <a:off x="1219320" y="3581280"/>
            <a:ext cx="461520" cy="200520"/>
            <a:chOff x="1219320" y="3581280"/>
            <a:chExt cx="461520" cy="200520"/>
          </a:xfrm>
        </p:grpSpPr>
        <p:sp>
          <p:nvSpPr>
            <p:cNvPr id="943" name=""/>
            <p:cNvSpPr/>
            <p:nvPr/>
          </p:nvSpPr>
          <p:spPr>
            <a:xfrm>
              <a:off x="1219320" y="3595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4" name=""/>
            <p:cNvSpPr/>
            <p:nvPr/>
          </p:nvSpPr>
          <p:spPr>
            <a:xfrm>
              <a:off x="134316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5" name=""/>
          <p:cNvGrpSpPr/>
          <p:nvPr/>
        </p:nvGrpSpPr>
        <p:grpSpPr>
          <a:xfrm>
            <a:off x="8359920" y="3452760"/>
            <a:ext cx="467280" cy="200520"/>
            <a:chOff x="8359920" y="3452760"/>
            <a:chExt cx="467280" cy="200520"/>
          </a:xfrm>
        </p:grpSpPr>
        <p:sp>
          <p:nvSpPr>
            <p:cNvPr id="946" name=""/>
            <p:cNvSpPr/>
            <p:nvPr/>
          </p:nvSpPr>
          <p:spPr>
            <a:xfrm>
              <a:off x="8359920" y="34671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7" name=""/>
            <p:cNvSpPr/>
            <p:nvPr/>
          </p:nvSpPr>
          <p:spPr>
            <a:xfrm>
              <a:off x="8489520" y="345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8" name=""/>
          <p:cNvGrpSpPr/>
          <p:nvPr/>
        </p:nvGrpSpPr>
        <p:grpSpPr>
          <a:xfrm>
            <a:off x="2362320" y="4068720"/>
            <a:ext cx="461160" cy="200520"/>
            <a:chOff x="2362320" y="4068720"/>
            <a:chExt cx="461160" cy="200520"/>
          </a:xfrm>
        </p:grpSpPr>
        <p:sp>
          <p:nvSpPr>
            <p:cNvPr id="949" name=""/>
            <p:cNvSpPr/>
            <p:nvPr/>
          </p:nvSpPr>
          <p:spPr>
            <a:xfrm>
              <a:off x="2362320" y="40831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0" name=""/>
            <p:cNvSpPr/>
            <p:nvPr/>
          </p:nvSpPr>
          <p:spPr>
            <a:xfrm>
              <a:off x="2485800" y="4068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1" name=""/>
          <p:cNvGrpSpPr/>
          <p:nvPr/>
        </p:nvGrpSpPr>
        <p:grpSpPr>
          <a:xfrm>
            <a:off x="3618000" y="3465360"/>
            <a:ext cx="467280" cy="200520"/>
            <a:chOff x="3618000" y="3465360"/>
            <a:chExt cx="467280" cy="200520"/>
          </a:xfrm>
        </p:grpSpPr>
        <p:sp>
          <p:nvSpPr>
            <p:cNvPr id="952" name=""/>
            <p:cNvSpPr/>
            <p:nvPr/>
          </p:nvSpPr>
          <p:spPr>
            <a:xfrm>
              <a:off x="3618000" y="34815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3" name=""/>
            <p:cNvSpPr/>
            <p:nvPr/>
          </p:nvSpPr>
          <p:spPr>
            <a:xfrm>
              <a:off x="3747600" y="346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4" name=""/>
          <p:cNvGrpSpPr/>
          <p:nvPr/>
        </p:nvGrpSpPr>
        <p:grpSpPr>
          <a:xfrm>
            <a:off x="2590920" y="1295280"/>
            <a:ext cx="461520" cy="200520"/>
            <a:chOff x="2590920" y="1295280"/>
            <a:chExt cx="461520" cy="200520"/>
          </a:xfrm>
        </p:grpSpPr>
        <p:sp>
          <p:nvSpPr>
            <p:cNvPr id="955" name=""/>
            <p:cNvSpPr/>
            <p:nvPr/>
          </p:nvSpPr>
          <p:spPr>
            <a:xfrm>
              <a:off x="2590920" y="1309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6" name=""/>
            <p:cNvSpPr/>
            <p:nvPr/>
          </p:nvSpPr>
          <p:spPr>
            <a:xfrm>
              <a:off x="271476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7" name=""/>
          <p:cNvGrpSpPr/>
          <p:nvPr/>
        </p:nvGrpSpPr>
        <p:grpSpPr>
          <a:xfrm>
            <a:off x="4911840" y="2995560"/>
            <a:ext cx="468720" cy="200520"/>
            <a:chOff x="4911840" y="2995560"/>
            <a:chExt cx="468720" cy="200520"/>
          </a:xfrm>
        </p:grpSpPr>
        <p:sp>
          <p:nvSpPr>
            <p:cNvPr id="958" name=""/>
            <p:cNvSpPr/>
            <p:nvPr/>
          </p:nvSpPr>
          <p:spPr>
            <a:xfrm>
              <a:off x="4911840" y="3011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9" name=""/>
            <p:cNvSpPr/>
            <p:nvPr/>
          </p:nvSpPr>
          <p:spPr>
            <a:xfrm>
              <a:off x="5042880" y="2995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0" name=""/>
          <p:cNvGrpSpPr/>
          <p:nvPr/>
        </p:nvGrpSpPr>
        <p:grpSpPr>
          <a:xfrm>
            <a:off x="3632040" y="4730760"/>
            <a:ext cx="469080" cy="200520"/>
            <a:chOff x="3632040" y="4730760"/>
            <a:chExt cx="469080" cy="200520"/>
          </a:xfrm>
        </p:grpSpPr>
        <p:sp>
          <p:nvSpPr>
            <p:cNvPr id="961" name=""/>
            <p:cNvSpPr/>
            <p:nvPr/>
          </p:nvSpPr>
          <p:spPr>
            <a:xfrm>
              <a:off x="3632040" y="4746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2" name=""/>
            <p:cNvSpPr/>
            <p:nvPr/>
          </p:nvSpPr>
          <p:spPr>
            <a:xfrm>
              <a:off x="3763440" y="4730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3" name=""/>
          <p:cNvGrpSpPr/>
          <p:nvPr/>
        </p:nvGrpSpPr>
        <p:grpSpPr>
          <a:xfrm>
            <a:off x="6165720" y="3465360"/>
            <a:ext cx="469080" cy="200520"/>
            <a:chOff x="6165720" y="3465360"/>
            <a:chExt cx="469080" cy="200520"/>
          </a:xfrm>
        </p:grpSpPr>
        <p:sp>
          <p:nvSpPr>
            <p:cNvPr id="964" name=""/>
            <p:cNvSpPr/>
            <p:nvPr/>
          </p:nvSpPr>
          <p:spPr>
            <a:xfrm>
              <a:off x="6165720" y="3481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5" name=""/>
            <p:cNvSpPr/>
            <p:nvPr/>
          </p:nvSpPr>
          <p:spPr>
            <a:xfrm>
              <a:off x="6297120" y="3465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6" name=""/>
          <p:cNvGrpSpPr/>
          <p:nvPr/>
        </p:nvGrpSpPr>
        <p:grpSpPr>
          <a:xfrm>
            <a:off x="7391520" y="5715000"/>
            <a:ext cx="460080" cy="200520"/>
            <a:chOff x="7391520" y="5715000"/>
            <a:chExt cx="460080" cy="200520"/>
          </a:xfrm>
        </p:grpSpPr>
        <p:sp>
          <p:nvSpPr>
            <p:cNvPr id="967" name=""/>
            <p:cNvSpPr/>
            <p:nvPr/>
          </p:nvSpPr>
          <p:spPr>
            <a:xfrm>
              <a:off x="7391520" y="57308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8" name=""/>
            <p:cNvSpPr/>
            <p:nvPr/>
          </p:nvSpPr>
          <p:spPr>
            <a:xfrm>
              <a:off x="75139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9" name=""/>
          <p:cNvGrpSpPr/>
          <p:nvPr/>
        </p:nvGrpSpPr>
        <p:grpSpPr>
          <a:xfrm>
            <a:off x="1981080" y="5486400"/>
            <a:ext cx="461880" cy="200520"/>
            <a:chOff x="1981080" y="5486400"/>
            <a:chExt cx="461880" cy="200520"/>
          </a:xfrm>
        </p:grpSpPr>
        <p:sp>
          <p:nvSpPr>
            <p:cNvPr id="970" name=""/>
            <p:cNvSpPr/>
            <p:nvPr/>
          </p:nvSpPr>
          <p:spPr>
            <a:xfrm>
              <a:off x="198108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1" name=""/>
            <p:cNvSpPr/>
            <p:nvPr/>
          </p:nvSpPr>
          <p:spPr>
            <a:xfrm>
              <a:off x="210528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2" name=""/>
          <p:cNvGrpSpPr/>
          <p:nvPr/>
        </p:nvGrpSpPr>
        <p:grpSpPr>
          <a:xfrm>
            <a:off x="5105520" y="838080"/>
            <a:ext cx="461520" cy="200520"/>
            <a:chOff x="5105520" y="838080"/>
            <a:chExt cx="461520" cy="200520"/>
          </a:xfrm>
        </p:grpSpPr>
        <p:sp>
          <p:nvSpPr>
            <p:cNvPr id="973" name=""/>
            <p:cNvSpPr/>
            <p:nvPr/>
          </p:nvSpPr>
          <p:spPr>
            <a:xfrm>
              <a:off x="5105520" y="85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4" name=""/>
            <p:cNvSpPr/>
            <p:nvPr/>
          </p:nvSpPr>
          <p:spPr>
            <a:xfrm>
              <a:off x="522936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5" name=""/>
          <p:cNvGrpSpPr/>
          <p:nvPr/>
        </p:nvGrpSpPr>
        <p:grpSpPr>
          <a:xfrm>
            <a:off x="3505320" y="6324480"/>
            <a:ext cx="460080" cy="200520"/>
            <a:chOff x="3505320" y="6324480"/>
            <a:chExt cx="460080" cy="200520"/>
          </a:xfrm>
        </p:grpSpPr>
        <p:sp>
          <p:nvSpPr>
            <p:cNvPr id="976" name=""/>
            <p:cNvSpPr/>
            <p:nvPr/>
          </p:nvSpPr>
          <p:spPr>
            <a:xfrm>
              <a:off x="3505320" y="63403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7" name=""/>
            <p:cNvSpPr/>
            <p:nvPr/>
          </p:nvSpPr>
          <p:spPr>
            <a:xfrm>
              <a:off x="362772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8" name=""/>
          <p:cNvGrpSpPr/>
          <p:nvPr/>
        </p:nvGrpSpPr>
        <p:grpSpPr>
          <a:xfrm>
            <a:off x="1523880" y="2209680"/>
            <a:ext cx="461520" cy="200520"/>
            <a:chOff x="1523880" y="2209680"/>
            <a:chExt cx="461520" cy="200520"/>
          </a:xfrm>
        </p:grpSpPr>
        <p:sp>
          <p:nvSpPr>
            <p:cNvPr id="979" name=""/>
            <p:cNvSpPr/>
            <p:nvPr/>
          </p:nvSpPr>
          <p:spPr>
            <a:xfrm>
              <a:off x="1523880" y="2224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0" name=""/>
            <p:cNvSpPr/>
            <p:nvPr/>
          </p:nvSpPr>
          <p:spPr>
            <a:xfrm>
              <a:off x="164772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81" name="Rounded Rectangle 98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982" name="Oval 981"/>
          <p:cNvSpPr/>
          <p:nvPr/>
        </p:nvSpPr>
        <p:spPr>
          <a:xfrm>
            <a:off x="5002579" y="53899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5042579" y="54299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984" name="Rounded Rectangle 983"/>
          <p:cNvSpPr/>
          <p:nvPr/>
        </p:nvSpPr>
        <p:spPr>
          <a:xfrm>
            <a:off x="5312579" y="54499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985" name="Oval 984"/>
          <p:cNvSpPr/>
          <p:nvPr/>
        </p:nvSpPr>
        <p:spPr>
          <a:xfrm>
            <a:off x="8231603" y="20419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8271603" y="20819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8541603" y="21019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988" name="Oval 987"/>
          <p:cNvSpPr/>
          <p:nvPr/>
        </p:nvSpPr>
        <p:spPr>
          <a:xfrm>
            <a:off x="7127300" y="5893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7167300" y="6293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7437300" y="6493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991" name="Oval 990"/>
          <p:cNvSpPr/>
          <p:nvPr/>
        </p:nvSpPr>
        <p:spPr>
          <a:xfrm>
            <a:off x="8208388" y="46699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8248388" y="47099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993" name="Rounded Rectangle 992"/>
          <p:cNvSpPr/>
          <p:nvPr/>
        </p:nvSpPr>
        <p:spPr>
          <a:xfrm>
            <a:off x="8518388" y="47299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994" name="Oval 993"/>
          <p:cNvSpPr/>
          <p:nvPr/>
        </p:nvSpPr>
        <p:spPr>
          <a:xfrm>
            <a:off x="879148" y="46285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919148" y="46685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1189148" y="46885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997" name="Oval 996"/>
          <p:cNvSpPr/>
          <p:nvPr/>
        </p:nvSpPr>
        <p:spPr>
          <a:xfrm>
            <a:off x="4202482" y="20347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4242482" y="20747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999" name="Rounded Rectangle 998"/>
          <p:cNvSpPr/>
          <p:nvPr/>
        </p:nvSpPr>
        <p:spPr>
          <a:xfrm>
            <a:off x="4512482" y="20947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000" name="Oval 999"/>
          <p:cNvSpPr/>
          <p:nvPr/>
        </p:nvSpPr>
        <p:spPr>
          <a:xfrm>
            <a:off x="6335299" y="47509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6375299" y="47909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002" name="Rounded Rectangle 1001"/>
          <p:cNvSpPr/>
          <p:nvPr/>
        </p:nvSpPr>
        <p:spPr>
          <a:xfrm>
            <a:off x="6645299" y="48109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003" name="Oval 1002"/>
          <p:cNvSpPr/>
          <p:nvPr/>
        </p:nvSpPr>
        <p:spPr>
          <a:xfrm>
            <a:off x="1107745" y="34841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1147745" y="35241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1417745" y="35441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006" name="Oval 1005"/>
          <p:cNvSpPr/>
          <p:nvPr/>
        </p:nvSpPr>
        <p:spPr>
          <a:xfrm>
            <a:off x="8247447" y="335558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8287447" y="339558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8557447" y="341558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009" name="Oval 1008"/>
          <p:cNvSpPr/>
          <p:nvPr/>
        </p:nvSpPr>
        <p:spPr>
          <a:xfrm>
            <a:off x="2250564" y="39715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2290564" y="40115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2560564" y="40315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012" name="Oval 1011"/>
          <p:cNvSpPr/>
          <p:nvPr/>
        </p:nvSpPr>
        <p:spPr>
          <a:xfrm>
            <a:off x="3505528" y="33699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3545528" y="34099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3815528" y="34299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015" name="Oval 1014"/>
          <p:cNvSpPr/>
          <p:nvPr/>
        </p:nvSpPr>
        <p:spPr>
          <a:xfrm>
            <a:off x="2479343" y="11981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2519343" y="12381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2789343" y="12581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018" name="Oval 1017"/>
          <p:cNvSpPr/>
          <p:nvPr/>
        </p:nvSpPr>
        <p:spPr>
          <a:xfrm>
            <a:off x="4800263" y="289982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4840263" y="293982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5110263" y="295982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021" name="Oval 1020"/>
          <p:cNvSpPr/>
          <p:nvPr/>
        </p:nvSpPr>
        <p:spPr>
          <a:xfrm>
            <a:off x="3520466" y="46350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3560466" y="46750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3830466" y="46950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024" name="Oval 1023"/>
          <p:cNvSpPr/>
          <p:nvPr/>
        </p:nvSpPr>
        <p:spPr>
          <a:xfrm>
            <a:off x="6054140" y="33699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6094140" y="34099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6364140" y="34299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027" name="Oval 1026"/>
          <p:cNvSpPr/>
          <p:nvPr/>
        </p:nvSpPr>
        <p:spPr>
          <a:xfrm>
            <a:off x="7279047" y="56192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7319047" y="56592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7589047" y="56792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030" name="Oval 1029"/>
          <p:cNvSpPr/>
          <p:nvPr/>
        </p:nvSpPr>
        <p:spPr>
          <a:xfrm>
            <a:off x="1869508" y="539066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1909508" y="543066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2179508" y="545066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033" name="Oval 1032"/>
          <p:cNvSpPr/>
          <p:nvPr/>
        </p:nvSpPr>
        <p:spPr>
          <a:xfrm>
            <a:off x="4993940" y="74234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5033940" y="78234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5303940" y="80234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036" name="Oval 1035"/>
          <p:cNvSpPr/>
          <p:nvPr/>
        </p:nvSpPr>
        <p:spPr>
          <a:xfrm>
            <a:off x="3392840" y="622802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3432840" y="626802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3702840" y="628802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039" name="Oval 1038"/>
          <p:cNvSpPr/>
          <p:nvPr/>
        </p:nvSpPr>
        <p:spPr>
          <a:xfrm>
            <a:off x="1412300" y="211250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1452300" y="215250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1722300" y="217250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"/>
          <p:cNvSpPr/>
          <p:nvPr/>
        </p:nvSpPr>
        <p:spPr>
          <a:xfrm>
            <a:off x="3090960" y="50760"/>
            <a:ext cx="2962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10: EKCH | RWY 22L | STAR CDA3N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 flipV="1">
            <a:off x="3817800" y="4324320"/>
            <a:ext cx="362160" cy="1046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 flipV="1">
            <a:off x="4179960" y="3188880"/>
            <a:ext cx="390600" cy="1135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 flipV="1">
            <a:off x="4570560" y="2712600"/>
            <a:ext cx="163440" cy="476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 flipV="1">
            <a:off x="4734000" y="1982880"/>
            <a:ext cx="592200" cy="730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 flipH="1" flipV="1">
            <a:off x="5110200" y="1639440"/>
            <a:ext cx="216000" cy="343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 flipH="1">
            <a:off x="4927320" y="1639800"/>
            <a:ext cx="182520" cy="225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 flipH="1">
            <a:off x="4884480" y="1865160"/>
            <a:ext cx="42840" cy="52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 flipH="1">
            <a:off x="4663800" y="1917720"/>
            <a:ext cx="220680" cy="272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 flipH="1">
            <a:off x="4427280" y="2190600"/>
            <a:ext cx="236520" cy="292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1" name=""/>
          <p:cNvGrpSpPr/>
          <p:nvPr/>
        </p:nvGrpSpPr>
        <p:grpSpPr>
          <a:xfrm>
            <a:off x="3754440" y="5307120"/>
            <a:ext cx="515880" cy="200520"/>
            <a:chOff x="3754440" y="5307120"/>
            <a:chExt cx="515880" cy="200520"/>
          </a:xfrm>
        </p:grpSpPr>
        <p:sp>
          <p:nvSpPr>
            <p:cNvPr id="992" name=""/>
            <p:cNvSpPr/>
            <p:nvPr/>
          </p:nvSpPr>
          <p:spPr>
            <a:xfrm>
              <a:off x="375444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3" name=""/>
            <p:cNvSpPr/>
            <p:nvPr/>
          </p:nvSpPr>
          <p:spPr>
            <a:xfrm>
              <a:off x="3899160" y="530712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CDA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4" name=""/>
          <p:cNvGrpSpPr/>
          <p:nvPr/>
        </p:nvGrpSpPr>
        <p:grpSpPr>
          <a:xfrm>
            <a:off x="4129200" y="4260960"/>
            <a:ext cx="567360" cy="200520"/>
            <a:chOff x="4129200" y="4260960"/>
            <a:chExt cx="567360" cy="200520"/>
          </a:xfrm>
        </p:grpSpPr>
        <p:sp>
          <p:nvSpPr>
            <p:cNvPr id="995" name=""/>
            <p:cNvSpPr/>
            <p:nvPr/>
          </p:nvSpPr>
          <p:spPr>
            <a:xfrm>
              <a:off x="4129200" y="4273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6" name=""/>
            <p:cNvSpPr/>
            <p:nvPr/>
          </p:nvSpPr>
          <p:spPr>
            <a:xfrm>
              <a:off x="4221720" y="42609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KUTAX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7" name=""/>
          <p:cNvGrpSpPr/>
          <p:nvPr/>
        </p:nvGrpSpPr>
        <p:grpSpPr>
          <a:xfrm>
            <a:off x="4519440" y="3125880"/>
            <a:ext cx="558000" cy="200520"/>
            <a:chOff x="4519440" y="3125880"/>
            <a:chExt cx="558000" cy="200520"/>
          </a:xfrm>
        </p:grpSpPr>
        <p:sp>
          <p:nvSpPr>
            <p:cNvPr id="998" name=""/>
            <p:cNvSpPr/>
            <p:nvPr/>
          </p:nvSpPr>
          <p:spPr>
            <a:xfrm>
              <a:off x="4519440" y="31384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9" name=""/>
            <p:cNvSpPr/>
            <p:nvPr/>
          </p:nvSpPr>
          <p:spPr>
            <a:xfrm>
              <a:off x="4622400" y="31258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CH993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0" name=""/>
          <p:cNvGrpSpPr/>
          <p:nvPr/>
        </p:nvGrpSpPr>
        <p:grpSpPr>
          <a:xfrm>
            <a:off x="4683240" y="2649600"/>
            <a:ext cx="557640" cy="200520"/>
            <a:chOff x="4683240" y="2649600"/>
            <a:chExt cx="557640" cy="200520"/>
          </a:xfrm>
        </p:grpSpPr>
        <p:sp>
          <p:nvSpPr>
            <p:cNvPr id="1001" name=""/>
            <p:cNvSpPr/>
            <p:nvPr/>
          </p:nvSpPr>
          <p:spPr>
            <a:xfrm>
              <a:off x="4683240" y="2662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2" name=""/>
            <p:cNvSpPr/>
            <p:nvPr/>
          </p:nvSpPr>
          <p:spPr>
            <a:xfrm>
              <a:off x="4785840" y="264960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CH992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3" name=""/>
          <p:cNvGrpSpPr/>
          <p:nvPr/>
        </p:nvGrpSpPr>
        <p:grpSpPr>
          <a:xfrm>
            <a:off x="5275440" y="1919160"/>
            <a:ext cx="557640" cy="200520"/>
            <a:chOff x="5275440" y="1919160"/>
            <a:chExt cx="557640" cy="200520"/>
          </a:xfrm>
        </p:grpSpPr>
        <p:sp>
          <p:nvSpPr>
            <p:cNvPr id="1004" name=""/>
            <p:cNvSpPr/>
            <p:nvPr/>
          </p:nvSpPr>
          <p:spPr>
            <a:xfrm>
              <a:off x="5275440" y="1932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5" name=""/>
            <p:cNvSpPr/>
            <p:nvPr/>
          </p:nvSpPr>
          <p:spPr>
            <a:xfrm>
              <a:off x="5378040" y="19191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CH991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6" name=""/>
          <p:cNvGrpSpPr/>
          <p:nvPr/>
        </p:nvGrpSpPr>
        <p:grpSpPr>
          <a:xfrm>
            <a:off x="5070600" y="1576440"/>
            <a:ext cx="537120" cy="200520"/>
            <a:chOff x="5070600" y="1576440"/>
            <a:chExt cx="537120" cy="200520"/>
          </a:xfrm>
        </p:grpSpPr>
        <p:sp>
          <p:nvSpPr>
            <p:cNvPr id="1007" name=""/>
            <p:cNvSpPr/>
            <p:nvPr/>
          </p:nvSpPr>
          <p:spPr>
            <a:xfrm>
              <a:off x="5070600" y="159876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8" name=""/>
            <p:cNvSpPr/>
            <p:nvPr/>
          </p:nvSpPr>
          <p:spPr>
            <a:xfrm>
              <a:off x="5152680" y="157644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CH881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9" name=""/>
          <p:cNvGrpSpPr/>
          <p:nvPr/>
        </p:nvGrpSpPr>
        <p:grpSpPr>
          <a:xfrm>
            <a:off x="4888080" y="1801800"/>
            <a:ext cx="554400" cy="200520"/>
            <a:chOff x="4888080" y="1801800"/>
            <a:chExt cx="554400" cy="200520"/>
          </a:xfrm>
        </p:grpSpPr>
        <p:sp>
          <p:nvSpPr>
            <p:cNvPr id="1010" name=""/>
            <p:cNvSpPr/>
            <p:nvPr/>
          </p:nvSpPr>
          <p:spPr>
            <a:xfrm>
              <a:off x="4888080" y="182412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1" name=""/>
            <p:cNvSpPr/>
            <p:nvPr/>
          </p:nvSpPr>
          <p:spPr>
            <a:xfrm>
              <a:off x="4952520" y="180180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LAMOX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2" name=""/>
          <p:cNvGrpSpPr/>
          <p:nvPr/>
        </p:nvGrpSpPr>
        <p:grpSpPr>
          <a:xfrm>
            <a:off x="4843440" y="1854360"/>
            <a:ext cx="548640" cy="200520"/>
            <a:chOff x="4843440" y="1854360"/>
            <a:chExt cx="548640" cy="200520"/>
          </a:xfrm>
        </p:grpSpPr>
        <p:sp>
          <p:nvSpPr>
            <p:cNvPr id="1013" name=""/>
            <p:cNvSpPr/>
            <p:nvPr/>
          </p:nvSpPr>
          <p:spPr>
            <a:xfrm>
              <a:off x="4843440" y="187812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4" name=""/>
            <p:cNvSpPr/>
            <p:nvPr/>
          </p:nvSpPr>
          <p:spPr>
            <a:xfrm>
              <a:off x="4917240" y="18543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93DME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5" name=""/>
          <p:cNvGrpSpPr/>
          <p:nvPr/>
        </p:nvGrpSpPr>
        <p:grpSpPr>
          <a:xfrm>
            <a:off x="4622760" y="2127240"/>
            <a:ext cx="640800" cy="200520"/>
            <a:chOff x="4622760" y="2127240"/>
            <a:chExt cx="640800" cy="200520"/>
          </a:xfrm>
        </p:grpSpPr>
        <p:sp>
          <p:nvSpPr>
            <p:cNvPr id="1016" name=""/>
            <p:cNvSpPr/>
            <p:nvPr/>
          </p:nvSpPr>
          <p:spPr>
            <a:xfrm>
              <a:off x="4622760" y="21510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7" name=""/>
            <p:cNvSpPr/>
            <p:nvPr/>
          </p:nvSpPr>
          <p:spPr>
            <a:xfrm>
              <a:off x="4799520" y="212724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'FI22L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8" name=""/>
          <p:cNvGrpSpPr/>
          <p:nvPr/>
        </p:nvGrpSpPr>
        <p:grpSpPr>
          <a:xfrm>
            <a:off x="4363920" y="2419200"/>
            <a:ext cx="728280" cy="200520"/>
            <a:chOff x="4363920" y="2419200"/>
            <a:chExt cx="728280" cy="200520"/>
          </a:xfrm>
        </p:grpSpPr>
        <p:sp>
          <p:nvSpPr>
            <p:cNvPr id="1019" name=""/>
            <p:cNvSpPr/>
            <p:nvPr/>
          </p:nvSpPr>
          <p:spPr>
            <a:xfrm>
              <a:off x="4363920" y="24192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0" name=""/>
            <p:cNvSpPr/>
            <p:nvPr/>
          </p:nvSpPr>
          <p:spPr>
            <a:xfrm>
              <a:off x="4545720" y="2419200"/>
              <a:ext cx="54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'RW22L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1" name=""/>
          <p:cNvGrpSpPr/>
          <p:nvPr/>
        </p:nvGrpSpPr>
        <p:grpSpPr>
          <a:xfrm>
            <a:off x="1371600" y="6019920"/>
            <a:ext cx="479160" cy="200520"/>
            <a:chOff x="1371600" y="6019920"/>
            <a:chExt cx="479160" cy="200520"/>
          </a:xfrm>
        </p:grpSpPr>
        <p:sp>
          <p:nvSpPr>
            <p:cNvPr id="1022" name=""/>
            <p:cNvSpPr/>
            <p:nvPr/>
          </p:nvSpPr>
          <p:spPr>
            <a:xfrm>
              <a:off x="1371600" y="602604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3" name=""/>
            <p:cNvSpPr/>
            <p:nvPr/>
          </p:nvSpPr>
          <p:spPr>
            <a:xfrm>
              <a:off x="151308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4" name=""/>
          <p:cNvGrpSpPr/>
          <p:nvPr/>
        </p:nvGrpSpPr>
        <p:grpSpPr>
          <a:xfrm>
            <a:off x="3505320" y="800280"/>
            <a:ext cx="486360" cy="200520"/>
            <a:chOff x="3505320" y="800280"/>
            <a:chExt cx="486360" cy="200520"/>
          </a:xfrm>
        </p:grpSpPr>
        <p:sp>
          <p:nvSpPr>
            <p:cNvPr id="1025" name=""/>
            <p:cNvSpPr/>
            <p:nvPr/>
          </p:nvSpPr>
          <p:spPr>
            <a:xfrm>
              <a:off x="3505320" y="8064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6" name=""/>
            <p:cNvSpPr/>
            <p:nvPr/>
          </p:nvSpPr>
          <p:spPr>
            <a:xfrm>
              <a:off x="3654000" y="800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7" name=""/>
          <p:cNvGrpSpPr/>
          <p:nvPr/>
        </p:nvGrpSpPr>
        <p:grpSpPr>
          <a:xfrm>
            <a:off x="7772400" y="2895480"/>
            <a:ext cx="461880" cy="200520"/>
            <a:chOff x="7772400" y="2895480"/>
            <a:chExt cx="461880" cy="200520"/>
          </a:xfrm>
        </p:grpSpPr>
        <p:sp>
          <p:nvSpPr>
            <p:cNvPr id="1028" name=""/>
            <p:cNvSpPr/>
            <p:nvPr/>
          </p:nvSpPr>
          <p:spPr>
            <a:xfrm>
              <a:off x="7772400" y="2911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9" name=""/>
            <p:cNvSpPr/>
            <p:nvPr/>
          </p:nvSpPr>
          <p:spPr>
            <a:xfrm>
              <a:off x="789660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0" name=""/>
          <p:cNvGrpSpPr/>
          <p:nvPr/>
        </p:nvGrpSpPr>
        <p:grpSpPr>
          <a:xfrm>
            <a:off x="5791320" y="3429000"/>
            <a:ext cx="461520" cy="200520"/>
            <a:chOff x="5791320" y="3429000"/>
            <a:chExt cx="461520" cy="200520"/>
          </a:xfrm>
        </p:grpSpPr>
        <p:sp>
          <p:nvSpPr>
            <p:cNvPr id="1031" name=""/>
            <p:cNvSpPr/>
            <p:nvPr/>
          </p:nvSpPr>
          <p:spPr>
            <a:xfrm>
              <a:off x="5791320" y="34448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2" name=""/>
            <p:cNvSpPr/>
            <p:nvPr/>
          </p:nvSpPr>
          <p:spPr>
            <a:xfrm>
              <a:off x="591516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3" name=""/>
          <p:cNvGrpSpPr/>
          <p:nvPr/>
        </p:nvGrpSpPr>
        <p:grpSpPr>
          <a:xfrm>
            <a:off x="2743200" y="3200400"/>
            <a:ext cx="461880" cy="200520"/>
            <a:chOff x="2743200" y="3200400"/>
            <a:chExt cx="461880" cy="200520"/>
          </a:xfrm>
        </p:grpSpPr>
        <p:sp>
          <p:nvSpPr>
            <p:cNvPr id="1034" name=""/>
            <p:cNvSpPr/>
            <p:nvPr/>
          </p:nvSpPr>
          <p:spPr>
            <a:xfrm>
              <a:off x="274320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5" name=""/>
            <p:cNvSpPr/>
            <p:nvPr/>
          </p:nvSpPr>
          <p:spPr>
            <a:xfrm>
              <a:off x="286740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6" name=""/>
          <p:cNvGrpSpPr/>
          <p:nvPr/>
        </p:nvGrpSpPr>
        <p:grpSpPr>
          <a:xfrm>
            <a:off x="4572000" y="6324480"/>
            <a:ext cx="461520" cy="200520"/>
            <a:chOff x="4572000" y="6324480"/>
            <a:chExt cx="461520" cy="200520"/>
          </a:xfrm>
        </p:grpSpPr>
        <p:sp>
          <p:nvSpPr>
            <p:cNvPr id="1037" name=""/>
            <p:cNvSpPr/>
            <p:nvPr/>
          </p:nvSpPr>
          <p:spPr>
            <a:xfrm>
              <a:off x="4572000" y="6340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8" name=""/>
            <p:cNvSpPr/>
            <p:nvPr/>
          </p:nvSpPr>
          <p:spPr>
            <a:xfrm>
              <a:off x="469584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9" name=""/>
          <p:cNvGrpSpPr/>
          <p:nvPr/>
        </p:nvGrpSpPr>
        <p:grpSpPr>
          <a:xfrm>
            <a:off x="2895480" y="1752480"/>
            <a:ext cx="461520" cy="200520"/>
            <a:chOff x="2895480" y="1752480"/>
            <a:chExt cx="461520" cy="200520"/>
          </a:xfrm>
        </p:grpSpPr>
        <p:sp>
          <p:nvSpPr>
            <p:cNvPr id="1040" name=""/>
            <p:cNvSpPr/>
            <p:nvPr/>
          </p:nvSpPr>
          <p:spPr>
            <a:xfrm>
              <a:off x="2895480" y="17683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1" name=""/>
            <p:cNvSpPr/>
            <p:nvPr/>
          </p:nvSpPr>
          <p:spPr>
            <a:xfrm>
              <a:off x="301932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2" name=""/>
          <p:cNvGrpSpPr/>
          <p:nvPr/>
        </p:nvGrpSpPr>
        <p:grpSpPr>
          <a:xfrm>
            <a:off x="4861080" y="5232240"/>
            <a:ext cx="466920" cy="200520"/>
            <a:chOff x="4861080" y="5232240"/>
            <a:chExt cx="466920" cy="200520"/>
          </a:xfrm>
        </p:grpSpPr>
        <p:sp>
          <p:nvSpPr>
            <p:cNvPr id="1043" name=""/>
            <p:cNvSpPr/>
            <p:nvPr/>
          </p:nvSpPr>
          <p:spPr>
            <a:xfrm>
              <a:off x="4861080" y="5246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4" name=""/>
            <p:cNvSpPr/>
            <p:nvPr/>
          </p:nvSpPr>
          <p:spPr>
            <a:xfrm>
              <a:off x="4990320" y="5232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5" name=""/>
          <p:cNvGrpSpPr/>
          <p:nvPr/>
        </p:nvGrpSpPr>
        <p:grpSpPr>
          <a:xfrm>
            <a:off x="5638680" y="1219320"/>
            <a:ext cx="461520" cy="200520"/>
            <a:chOff x="5638680" y="1219320"/>
            <a:chExt cx="461520" cy="200520"/>
          </a:xfrm>
        </p:grpSpPr>
        <p:sp>
          <p:nvSpPr>
            <p:cNvPr id="1046" name=""/>
            <p:cNvSpPr/>
            <p:nvPr/>
          </p:nvSpPr>
          <p:spPr>
            <a:xfrm>
              <a:off x="5638680" y="1233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7" name=""/>
            <p:cNvSpPr/>
            <p:nvPr/>
          </p:nvSpPr>
          <p:spPr>
            <a:xfrm>
              <a:off x="576252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8" name=""/>
          <p:cNvGrpSpPr/>
          <p:nvPr/>
        </p:nvGrpSpPr>
        <p:grpSpPr>
          <a:xfrm>
            <a:off x="4724280" y="1295280"/>
            <a:ext cx="461880" cy="200520"/>
            <a:chOff x="4724280" y="1295280"/>
            <a:chExt cx="461880" cy="200520"/>
          </a:xfrm>
        </p:grpSpPr>
        <p:sp>
          <p:nvSpPr>
            <p:cNvPr id="1049" name=""/>
            <p:cNvSpPr/>
            <p:nvPr/>
          </p:nvSpPr>
          <p:spPr>
            <a:xfrm>
              <a:off x="4724280" y="1309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0" name=""/>
            <p:cNvSpPr/>
            <p:nvPr/>
          </p:nvSpPr>
          <p:spPr>
            <a:xfrm>
              <a:off x="484848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1" name=""/>
          <p:cNvGrpSpPr/>
          <p:nvPr/>
        </p:nvGrpSpPr>
        <p:grpSpPr>
          <a:xfrm>
            <a:off x="3489480" y="6114960"/>
            <a:ext cx="468720" cy="200520"/>
            <a:chOff x="3489480" y="6114960"/>
            <a:chExt cx="468720" cy="200520"/>
          </a:xfrm>
        </p:grpSpPr>
        <p:sp>
          <p:nvSpPr>
            <p:cNvPr id="1052" name=""/>
            <p:cNvSpPr/>
            <p:nvPr/>
          </p:nvSpPr>
          <p:spPr>
            <a:xfrm>
              <a:off x="3489480" y="6130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3" name=""/>
            <p:cNvSpPr/>
            <p:nvPr/>
          </p:nvSpPr>
          <p:spPr>
            <a:xfrm>
              <a:off x="3620520" y="6114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4" name=""/>
          <p:cNvGrpSpPr/>
          <p:nvPr/>
        </p:nvGrpSpPr>
        <p:grpSpPr>
          <a:xfrm>
            <a:off x="3960720" y="1376280"/>
            <a:ext cx="469080" cy="200520"/>
            <a:chOff x="3960720" y="1376280"/>
            <a:chExt cx="469080" cy="200520"/>
          </a:xfrm>
        </p:grpSpPr>
        <p:sp>
          <p:nvSpPr>
            <p:cNvPr id="1055" name=""/>
            <p:cNvSpPr/>
            <p:nvPr/>
          </p:nvSpPr>
          <p:spPr>
            <a:xfrm>
              <a:off x="3960720" y="1390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6" name=""/>
            <p:cNvSpPr/>
            <p:nvPr/>
          </p:nvSpPr>
          <p:spPr>
            <a:xfrm>
              <a:off x="4092120" y="1376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7" name=""/>
          <p:cNvGrpSpPr/>
          <p:nvPr/>
        </p:nvGrpSpPr>
        <p:grpSpPr>
          <a:xfrm>
            <a:off x="5072040" y="4052880"/>
            <a:ext cx="468720" cy="200520"/>
            <a:chOff x="5072040" y="4052880"/>
            <a:chExt cx="468720" cy="200520"/>
          </a:xfrm>
        </p:grpSpPr>
        <p:sp>
          <p:nvSpPr>
            <p:cNvPr id="1058" name=""/>
            <p:cNvSpPr/>
            <p:nvPr/>
          </p:nvSpPr>
          <p:spPr>
            <a:xfrm>
              <a:off x="5072040" y="406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9" name=""/>
            <p:cNvSpPr/>
            <p:nvPr/>
          </p:nvSpPr>
          <p:spPr>
            <a:xfrm>
              <a:off x="5203080" y="40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0" name=""/>
          <p:cNvGrpSpPr/>
          <p:nvPr/>
        </p:nvGrpSpPr>
        <p:grpSpPr>
          <a:xfrm>
            <a:off x="5867280" y="2590920"/>
            <a:ext cx="461880" cy="200520"/>
            <a:chOff x="5867280" y="2590920"/>
            <a:chExt cx="461880" cy="200520"/>
          </a:xfrm>
        </p:grpSpPr>
        <p:sp>
          <p:nvSpPr>
            <p:cNvPr id="1061" name=""/>
            <p:cNvSpPr/>
            <p:nvPr/>
          </p:nvSpPr>
          <p:spPr>
            <a:xfrm>
              <a:off x="5867280" y="26067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2" name=""/>
            <p:cNvSpPr/>
            <p:nvPr/>
          </p:nvSpPr>
          <p:spPr>
            <a:xfrm>
              <a:off x="59914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3" name=""/>
          <p:cNvGrpSpPr/>
          <p:nvPr/>
        </p:nvGrpSpPr>
        <p:grpSpPr>
          <a:xfrm>
            <a:off x="457200" y="2743200"/>
            <a:ext cx="461520" cy="200520"/>
            <a:chOff x="457200" y="2743200"/>
            <a:chExt cx="461520" cy="200520"/>
          </a:xfrm>
        </p:grpSpPr>
        <p:sp>
          <p:nvSpPr>
            <p:cNvPr id="1064" name=""/>
            <p:cNvSpPr/>
            <p:nvPr/>
          </p:nvSpPr>
          <p:spPr>
            <a:xfrm>
              <a:off x="457200" y="275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5" name=""/>
            <p:cNvSpPr/>
            <p:nvPr/>
          </p:nvSpPr>
          <p:spPr>
            <a:xfrm>
              <a:off x="58104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6" name=""/>
          <p:cNvGrpSpPr/>
          <p:nvPr/>
        </p:nvGrpSpPr>
        <p:grpSpPr>
          <a:xfrm>
            <a:off x="2971800" y="4800600"/>
            <a:ext cx="461520" cy="200520"/>
            <a:chOff x="2971800" y="4800600"/>
            <a:chExt cx="461520" cy="200520"/>
          </a:xfrm>
        </p:grpSpPr>
        <p:sp>
          <p:nvSpPr>
            <p:cNvPr id="1067" name=""/>
            <p:cNvSpPr/>
            <p:nvPr/>
          </p:nvSpPr>
          <p:spPr>
            <a:xfrm>
              <a:off x="2971800" y="48164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8" name=""/>
            <p:cNvSpPr/>
            <p:nvPr/>
          </p:nvSpPr>
          <p:spPr>
            <a:xfrm>
              <a:off x="3095640" y="480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9" name=""/>
          <p:cNvGrpSpPr/>
          <p:nvPr/>
        </p:nvGrpSpPr>
        <p:grpSpPr>
          <a:xfrm>
            <a:off x="5086440" y="5796000"/>
            <a:ext cx="468720" cy="200520"/>
            <a:chOff x="5086440" y="5796000"/>
            <a:chExt cx="468720" cy="200520"/>
          </a:xfrm>
        </p:grpSpPr>
        <p:sp>
          <p:nvSpPr>
            <p:cNvPr id="1070" name=""/>
            <p:cNvSpPr/>
            <p:nvPr/>
          </p:nvSpPr>
          <p:spPr>
            <a:xfrm>
              <a:off x="5086440" y="5810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1" name=""/>
            <p:cNvSpPr/>
            <p:nvPr/>
          </p:nvSpPr>
          <p:spPr>
            <a:xfrm>
              <a:off x="5217480" y="579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2" name=""/>
          <p:cNvGrpSpPr/>
          <p:nvPr/>
        </p:nvGrpSpPr>
        <p:grpSpPr>
          <a:xfrm>
            <a:off x="3619440" y="3870360"/>
            <a:ext cx="467280" cy="200520"/>
            <a:chOff x="3619440" y="3870360"/>
            <a:chExt cx="467280" cy="200520"/>
          </a:xfrm>
        </p:grpSpPr>
        <p:sp>
          <p:nvSpPr>
            <p:cNvPr id="1073" name=""/>
            <p:cNvSpPr/>
            <p:nvPr/>
          </p:nvSpPr>
          <p:spPr>
            <a:xfrm>
              <a:off x="3619440" y="3884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4" name=""/>
            <p:cNvSpPr/>
            <p:nvPr/>
          </p:nvSpPr>
          <p:spPr>
            <a:xfrm>
              <a:off x="3749040" y="3870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5" name=""/>
          <p:cNvGrpSpPr/>
          <p:nvPr/>
        </p:nvGrpSpPr>
        <p:grpSpPr>
          <a:xfrm>
            <a:off x="5405400" y="1752480"/>
            <a:ext cx="459720" cy="200520"/>
            <a:chOff x="5405400" y="1752480"/>
            <a:chExt cx="459720" cy="200520"/>
          </a:xfrm>
        </p:grpSpPr>
        <p:sp>
          <p:nvSpPr>
            <p:cNvPr id="1076" name=""/>
            <p:cNvSpPr/>
            <p:nvPr/>
          </p:nvSpPr>
          <p:spPr>
            <a:xfrm>
              <a:off x="5405400" y="1768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7" name=""/>
            <p:cNvSpPr/>
            <p:nvPr/>
          </p:nvSpPr>
          <p:spPr>
            <a:xfrm>
              <a:off x="552744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8" name=""/>
          <p:cNvGrpSpPr/>
          <p:nvPr/>
        </p:nvGrpSpPr>
        <p:grpSpPr>
          <a:xfrm>
            <a:off x="3716280" y="2554200"/>
            <a:ext cx="467280" cy="200520"/>
            <a:chOff x="3716280" y="2554200"/>
            <a:chExt cx="467280" cy="200520"/>
          </a:xfrm>
        </p:grpSpPr>
        <p:sp>
          <p:nvSpPr>
            <p:cNvPr id="1079" name=""/>
            <p:cNvSpPr/>
            <p:nvPr/>
          </p:nvSpPr>
          <p:spPr>
            <a:xfrm>
              <a:off x="3716280" y="2570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0" name=""/>
            <p:cNvSpPr/>
            <p:nvPr/>
          </p:nvSpPr>
          <p:spPr>
            <a:xfrm>
              <a:off x="3845880" y="2554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81" name="Rounded Rectangle 108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082" name="Oval 1081"/>
          <p:cNvSpPr/>
          <p:nvPr/>
        </p:nvSpPr>
        <p:spPr>
          <a:xfrm>
            <a:off x="1268662" y="59229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1308662" y="59629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084" name="Rounded Rectangle 1083"/>
          <p:cNvSpPr/>
          <p:nvPr/>
        </p:nvSpPr>
        <p:spPr>
          <a:xfrm>
            <a:off x="1578662" y="59829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085" name="Oval 1084"/>
          <p:cNvSpPr/>
          <p:nvPr/>
        </p:nvSpPr>
        <p:spPr>
          <a:xfrm>
            <a:off x="3402382" y="7036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3442382" y="7436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087" name="Rounded Rectangle 1086"/>
          <p:cNvSpPr/>
          <p:nvPr/>
        </p:nvSpPr>
        <p:spPr>
          <a:xfrm>
            <a:off x="3712382" y="7636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088" name="Oval 1087"/>
          <p:cNvSpPr/>
          <p:nvPr/>
        </p:nvSpPr>
        <p:spPr>
          <a:xfrm>
            <a:off x="7660821" y="2799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7700821" y="2839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090" name="Rounded Rectangle 1089"/>
          <p:cNvSpPr/>
          <p:nvPr/>
        </p:nvSpPr>
        <p:spPr>
          <a:xfrm>
            <a:off x="7970821" y="2859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091" name="Oval 1090"/>
          <p:cNvSpPr/>
          <p:nvPr/>
        </p:nvSpPr>
        <p:spPr>
          <a:xfrm>
            <a:off x="5679742" y="33321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5719742" y="33721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093" name="Rounded Rectangle 1092"/>
          <p:cNvSpPr/>
          <p:nvPr/>
        </p:nvSpPr>
        <p:spPr>
          <a:xfrm>
            <a:off x="5989742" y="33921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094" name="Oval 1093"/>
          <p:cNvSpPr/>
          <p:nvPr/>
        </p:nvSpPr>
        <p:spPr>
          <a:xfrm>
            <a:off x="2631624" y="31046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2671624" y="31446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096" name="Rounded Rectangle 1095"/>
          <p:cNvSpPr/>
          <p:nvPr/>
        </p:nvSpPr>
        <p:spPr>
          <a:xfrm>
            <a:off x="2941624" y="31646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097" name="Oval 1096"/>
          <p:cNvSpPr/>
          <p:nvPr/>
        </p:nvSpPr>
        <p:spPr>
          <a:xfrm>
            <a:off x="4460421" y="62291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4500421" y="62691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099" name="Rounded Rectangle 1098"/>
          <p:cNvSpPr/>
          <p:nvPr/>
        </p:nvSpPr>
        <p:spPr>
          <a:xfrm>
            <a:off x="4770421" y="62891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100" name="Oval 1099"/>
          <p:cNvSpPr/>
          <p:nvPr/>
        </p:nvSpPr>
        <p:spPr>
          <a:xfrm>
            <a:off x="2783905" y="16558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2823905" y="16958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102" name="Rounded Rectangle 1101"/>
          <p:cNvSpPr/>
          <p:nvPr/>
        </p:nvSpPr>
        <p:spPr>
          <a:xfrm>
            <a:off x="3093905" y="17158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103" name="Oval 1102"/>
          <p:cNvSpPr/>
          <p:nvPr/>
        </p:nvSpPr>
        <p:spPr>
          <a:xfrm>
            <a:off x="4748605" y="51350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4788605" y="51750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105" name="Rounded Rectangle 1104"/>
          <p:cNvSpPr/>
          <p:nvPr/>
        </p:nvSpPr>
        <p:spPr>
          <a:xfrm>
            <a:off x="5058605" y="51950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106" name="Oval 1105"/>
          <p:cNvSpPr/>
          <p:nvPr/>
        </p:nvSpPr>
        <p:spPr>
          <a:xfrm>
            <a:off x="5527101" y="11217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5567101" y="11617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108" name="Rounded Rectangle 1107"/>
          <p:cNvSpPr/>
          <p:nvPr/>
        </p:nvSpPr>
        <p:spPr>
          <a:xfrm>
            <a:off x="5837101" y="11817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109" name="Oval 1108"/>
          <p:cNvSpPr/>
          <p:nvPr/>
        </p:nvSpPr>
        <p:spPr>
          <a:xfrm>
            <a:off x="4612703" y="11981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4652703" y="12381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111" name="Rounded Rectangle 1110"/>
          <p:cNvSpPr/>
          <p:nvPr/>
        </p:nvSpPr>
        <p:spPr>
          <a:xfrm>
            <a:off x="4922703" y="12581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112" name="Oval 1111"/>
          <p:cNvSpPr/>
          <p:nvPr/>
        </p:nvSpPr>
        <p:spPr>
          <a:xfrm>
            <a:off x="3377904" y="60192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3417904" y="60592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114" name="Rounded Rectangle 1113"/>
          <p:cNvSpPr/>
          <p:nvPr/>
        </p:nvSpPr>
        <p:spPr>
          <a:xfrm>
            <a:off x="3687904" y="60792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115" name="Oval 1114"/>
          <p:cNvSpPr/>
          <p:nvPr/>
        </p:nvSpPr>
        <p:spPr>
          <a:xfrm>
            <a:off x="3849141" y="12790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3889141" y="13190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4159141" y="13390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118" name="Oval 1117"/>
          <p:cNvSpPr/>
          <p:nvPr/>
        </p:nvSpPr>
        <p:spPr>
          <a:xfrm>
            <a:off x="4960460" y="39571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5000460" y="39971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120" name="Rounded Rectangle 1119"/>
          <p:cNvSpPr/>
          <p:nvPr/>
        </p:nvSpPr>
        <p:spPr>
          <a:xfrm>
            <a:off x="5270460" y="40171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121" name="Oval 1120"/>
          <p:cNvSpPr/>
          <p:nvPr/>
        </p:nvSpPr>
        <p:spPr>
          <a:xfrm>
            <a:off x="5755703" y="2494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5795703" y="2534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123" name="Rounded Rectangle 1122"/>
          <p:cNvSpPr/>
          <p:nvPr/>
        </p:nvSpPr>
        <p:spPr>
          <a:xfrm>
            <a:off x="6065703" y="2554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124" name="Oval 1123"/>
          <p:cNvSpPr/>
          <p:nvPr/>
        </p:nvSpPr>
        <p:spPr>
          <a:xfrm>
            <a:off x="345623" y="2647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385623" y="2687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126" name="Rounded Rectangle 1125"/>
          <p:cNvSpPr/>
          <p:nvPr/>
        </p:nvSpPr>
        <p:spPr>
          <a:xfrm>
            <a:off x="655623" y="2707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127" name="Oval 1126"/>
          <p:cNvSpPr/>
          <p:nvPr/>
        </p:nvSpPr>
        <p:spPr>
          <a:xfrm>
            <a:off x="2860225" y="47039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2900225" y="47439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129" name="Rounded Rectangle 1128"/>
          <p:cNvSpPr/>
          <p:nvPr/>
        </p:nvSpPr>
        <p:spPr>
          <a:xfrm>
            <a:off x="3170225" y="47639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130" name="Oval 1129"/>
          <p:cNvSpPr/>
          <p:nvPr/>
        </p:nvSpPr>
        <p:spPr>
          <a:xfrm>
            <a:off x="4974861" y="56988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014861" y="57388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132" name="Rounded Rectangle 1131"/>
          <p:cNvSpPr/>
          <p:nvPr/>
        </p:nvSpPr>
        <p:spPr>
          <a:xfrm>
            <a:off x="5284861" y="57588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133" name="Oval 1132"/>
          <p:cNvSpPr/>
          <p:nvPr/>
        </p:nvSpPr>
        <p:spPr>
          <a:xfrm>
            <a:off x="3507144" y="37731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3547144" y="38131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135" name="Rounded Rectangle 1134"/>
          <p:cNvSpPr/>
          <p:nvPr/>
        </p:nvSpPr>
        <p:spPr>
          <a:xfrm>
            <a:off x="3817144" y="38331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136" name="Oval 1135"/>
          <p:cNvSpPr/>
          <p:nvPr/>
        </p:nvSpPr>
        <p:spPr>
          <a:xfrm>
            <a:off x="5292923" y="1656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5332923" y="1696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138" name="Rounded Rectangle 1137"/>
          <p:cNvSpPr/>
          <p:nvPr/>
        </p:nvSpPr>
        <p:spPr>
          <a:xfrm>
            <a:off x="5602923" y="1716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139" name="Oval 1138"/>
          <p:cNvSpPr/>
          <p:nvPr/>
        </p:nvSpPr>
        <p:spPr>
          <a:xfrm>
            <a:off x="3603985" y="24584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3643985" y="24984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141" name="Rounded Rectangle 1140"/>
          <p:cNvSpPr/>
          <p:nvPr/>
        </p:nvSpPr>
        <p:spPr>
          <a:xfrm>
            <a:off x="3913985" y="25184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"/>
          <p:cNvSpPr/>
          <p:nvPr/>
        </p:nvSpPr>
        <p:spPr>
          <a:xfrm>
            <a:off x="3142080" y="50760"/>
            <a:ext cx="28598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11: LIRF | RWY 16C | STAR LAT3A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"/>
          <p:cNvSpPr/>
          <p:nvPr/>
        </p:nvSpPr>
        <p:spPr>
          <a:xfrm flipH="1" flipV="1">
            <a:off x="4765680" y="3419280"/>
            <a:ext cx="1952640" cy="1950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 flipH="1" flipV="1">
            <a:off x="2985840" y="1639800"/>
            <a:ext cx="1779480" cy="1779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 flipH="1">
            <a:off x="2425320" y="1639800"/>
            <a:ext cx="560520" cy="181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2425680" y="1820880"/>
            <a:ext cx="131760" cy="401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2557440" y="2222640"/>
            <a:ext cx="165240" cy="482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>
            <a:off x="2722680" y="2705040"/>
            <a:ext cx="187200" cy="544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88" name=""/>
          <p:cNvGrpSpPr/>
          <p:nvPr/>
        </p:nvGrpSpPr>
        <p:grpSpPr>
          <a:xfrm>
            <a:off x="6654960" y="5307120"/>
            <a:ext cx="505800" cy="200520"/>
            <a:chOff x="6654960" y="5307120"/>
            <a:chExt cx="505800" cy="200520"/>
          </a:xfrm>
        </p:grpSpPr>
        <p:sp>
          <p:nvSpPr>
            <p:cNvPr id="1089" name=""/>
            <p:cNvSpPr/>
            <p:nvPr/>
          </p:nvSpPr>
          <p:spPr>
            <a:xfrm>
              <a:off x="6654960" y="5307120"/>
              <a:ext cx="12672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0" name=""/>
            <p:cNvSpPr/>
            <p:nvPr/>
          </p:nvSpPr>
          <p:spPr>
            <a:xfrm>
              <a:off x="6809400" y="5307120"/>
              <a:ext cx="351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LAT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1" name=""/>
          <p:cNvGrpSpPr/>
          <p:nvPr/>
        </p:nvGrpSpPr>
        <p:grpSpPr>
          <a:xfrm>
            <a:off x="4714920" y="3355920"/>
            <a:ext cx="498240" cy="200520"/>
            <a:chOff x="4714920" y="3355920"/>
            <a:chExt cx="498240" cy="200520"/>
          </a:xfrm>
        </p:grpSpPr>
        <p:sp>
          <p:nvSpPr>
            <p:cNvPr id="1092" name=""/>
            <p:cNvSpPr/>
            <p:nvPr/>
          </p:nvSpPr>
          <p:spPr>
            <a:xfrm>
              <a:off x="4714920" y="3368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3" name=""/>
            <p:cNvSpPr/>
            <p:nvPr/>
          </p:nvSpPr>
          <p:spPr>
            <a:xfrm>
              <a:off x="4826520" y="33559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4" name=""/>
          <p:cNvGrpSpPr/>
          <p:nvPr/>
        </p:nvGrpSpPr>
        <p:grpSpPr>
          <a:xfrm>
            <a:off x="2935440" y="1576440"/>
            <a:ext cx="497880" cy="200520"/>
            <a:chOff x="2935440" y="1576440"/>
            <a:chExt cx="497880" cy="200520"/>
          </a:xfrm>
        </p:grpSpPr>
        <p:sp>
          <p:nvSpPr>
            <p:cNvPr id="1095" name=""/>
            <p:cNvSpPr/>
            <p:nvPr/>
          </p:nvSpPr>
          <p:spPr>
            <a:xfrm>
              <a:off x="293544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6" name=""/>
            <p:cNvSpPr/>
            <p:nvPr/>
          </p:nvSpPr>
          <p:spPr>
            <a:xfrm>
              <a:off x="3046680" y="157644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7" name=""/>
          <p:cNvGrpSpPr/>
          <p:nvPr/>
        </p:nvGrpSpPr>
        <p:grpSpPr>
          <a:xfrm>
            <a:off x="2374920" y="1757520"/>
            <a:ext cx="562320" cy="200520"/>
            <a:chOff x="2374920" y="1757520"/>
            <a:chExt cx="562320" cy="200520"/>
          </a:xfrm>
        </p:grpSpPr>
        <p:sp>
          <p:nvSpPr>
            <p:cNvPr id="1098" name=""/>
            <p:cNvSpPr/>
            <p:nvPr/>
          </p:nvSpPr>
          <p:spPr>
            <a:xfrm>
              <a:off x="2374920" y="1770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9" name=""/>
            <p:cNvSpPr/>
            <p:nvPr/>
          </p:nvSpPr>
          <p:spPr>
            <a:xfrm>
              <a:off x="2473200" y="17575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MIKSO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0" name=""/>
          <p:cNvGrpSpPr/>
          <p:nvPr/>
        </p:nvGrpSpPr>
        <p:grpSpPr>
          <a:xfrm>
            <a:off x="2506680" y="2158920"/>
            <a:ext cx="545760" cy="200520"/>
            <a:chOff x="2506680" y="2158920"/>
            <a:chExt cx="545760" cy="200520"/>
          </a:xfrm>
        </p:grpSpPr>
        <p:sp>
          <p:nvSpPr>
            <p:cNvPr id="1101" name=""/>
            <p:cNvSpPr/>
            <p:nvPr/>
          </p:nvSpPr>
          <p:spPr>
            <a:xfrm>
              <a:off x="2506680" y="2171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2" name=""/>
            <p:cNvSpPr/>
            <p:nvPr/>
          </p:nvSpPr>
          <p:spPr>
            <a:xfrm>
              <a:off x="2621880" y="215892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CI16C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3" name=""/>
          <p:cNvGrpSpPr/>
          <p:nvPr/>
        </p:nvGrpSpPr>
        <p:grpSpPr>
          <a:xfrm>
            <a:off x="2682720" y="2641680"/>
            <a:ext cx="519840" cy="200520"/>
            <a:chOff x="2682720" y="2641680"/>
            <a:chExt cx="519840" cy="200520"/>
          </a:xfrm>
        </p:grpSpPr>
        <p:sp>
          <p:nvSpPr>
            <p:cNvPr id="1104" name=""/>
            <p:cNvSpPr/>
            <p:nvPr/>
          </p:nvSpPr>
          <p:spPr>
            <a:xfrm>
              <a:off x="2682720" y="266400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5" name=""/>
            <p:cNvSpPr/>
            <p:nvPr/>
          </p:nvSpPr>
          <p:spPr>
            <a:xfrm>
              <a:off x="2782440" y="264168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FI16C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6" name=""/>
          <p:cNvGrpSpPr/>
          <p:nvPr/>
        </p:nvGrpSpPr>
        <p:grpSpPr>
          <a:xfrm>
            <a:off x="2846520" y="3186000"/>
            <a:ext cx="600480" cy="200520"/>
            <a:chOff x="2846520" y="3186000"/>
            <a:chExt cx="600480" cy="200520"/>
          </a:xfrm>
        </p:grpSpPr>
        <p:sp>
          <p:nvSpPr>
            <p:cNvPr id="1107" name=""/>
            <p:cNvSpPr/>
            <p:nvPr/>
          </p:nvSpPr>
          <p:spPr>
            <a:xfrm>
              <a:off x="2846520" y="318600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8" name=""/>
            <p:cNvSpPr/>
            <p:nvPr/>
          </p:nvSpPr>
          <p:spPr>
            <a:xfrm>
              <a:off x="2957040" y="318600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RW16C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9" name=""/>
          <p:cNvGrpSpPr/>
          <p:nvPr/>
        </p:nvGrpSpPr>
        <p:grpSpPr>
          <a:xfrm>
            <a:off x="6553080" y="6400800"/>
            <a:ext cx="479160" cy="200520"/>
            <a:chOff x="6553080" y="6400800"/>
            <a:chExt cx="479160" cy="200520"/>
          </a:xfrm>
        </p:grpSpPr>
        <p:sp>
          <p:nvSpPr>
            <p:cNvPr id="1110" name=""/>
            <p:cNvSpPr/>
            <p:nvPr/>
          </p:nvSpPr>
          <p:spPr>
            <a:xfrm>
              <a:off x="6553080" y="640692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1" name=""/>
            <p:cNvSpPr/>
            <p:nvPr/>
          </p:nvSpPr>
          <p:spPr>
            <a:xfrm>
              <a:off x="669456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2" name=""/>
          <p:cNvGrpSpPr/>
          <p:nvPr/>
        </p:nvGrpSpPr>
        <p:grpSpPr>
          <a:xfrm>
            <a:off x="3809880" y="3657600"/>
            <a:ext cx="479160" cy="200520"/>
            <a:chOff x="3809880" y="3657600"/>
            <a:chExt cx="479160" cy="200520"/>
          </a:xfrm>
        </p:grpSpPr>
        <p:sp>
          <p:nvSpPr>
            <p:cNvPr id="1113" name=""/>
            <p:cNvSpPr/>
            <p:nvPr/>
          </p:nvSpPr>
          <p:spPr>
            <a:xfrm>
              <a:off x="3809880" y="366372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4" name=""/>
            <p:cNvSpPr/>
            <p:nvPr/>
          </p:nvSpPr>
          <p:spPr>
            <a:xfrm>
              <a:off x="395136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5" name=""/>
          <p:cNvGrpSpPr/>
          <p:nvPr/>
        </p:nvGrpSpPr>
        <p:grpSpPr>
          <a:xfrm>
            <a:off x="1981080" y="1676520"/>
            <a:ext cx="461520" cy="200520"/>
            <a:chOff x="1981080" y="1676520"/>
            <a:chExt cx="461520" cy="200520"/>
          </a:xfrm>
        </p:grpSpPr>
        <p:sp>
          <p:nvSpPr>
            <p:cNvPr id="1116" name=""/>
            <p:cNvSpPr/>
            <p:nvPr/>
          </p:nvSpPr>
          <p:spPr>
            <a:xfrm>
              <a:off x="1981080" y="1692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7" name=""/>
            <p:cNvSpPr/>
            <p:nvPr/>
          </p:nvSpPr>
          <p:spPr>
            <a:xfrm>
              <a:off x="210492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8" name=""/>
          <p:cNvGrpSpPr/>
          <p:nvPr/>
        </p:nvGrpSpPr>
        <p:grpSpPr>
          <a:xfrm>
            <a:off x="8229600" y="3200400"/>
            <a:ext cx="460080" cy="200520"/>
            <a:chOff x="8229600" y="3200400"/>
            <a:chExt cx="460080" cy="200520"/>
          </a:xfrm>
        </p:grpSpPr>
        <p:sp>
          <p:nvSpPr>
            <p:cNvPr id="1119" name=""/>
            <p:cNvSpPr/>
            <p:nvPr/>
          </p:nvSpPr>
          <p:spPr>
            <a:xfrm>
              <a:off x="8229600" y="321624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0" name=""/>
            <p:cNvSpPr/>
            <p:nvPr/>
          </p:nvSpPr>
          <p:spPr>
            <a:xfrm>
              <a:off x="835200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1" name=""/>
          <p:cNvGrpSpPr/>
          <p:nvPr/>
        </p:nvGrpSpPr>
        <p:grpSpPr>
          <a:xfrm>
            <a:off x="457200" y="5562720"/>
            <a:ext cx="461520" cy="200520"/>
            <a:chOff x="457200" y="5562720"/>
            <a:chExt cx="461520" cy="200520"/>
          </a:xfrm>
        </p:grpSpPr>
        <p:sp>
          <p:nvSpPr>
            <p:cNvPr id="1122" name=""/>
            <p:cNvSpPr/>
            <p:nvPr/>
          </p:nvSpPr>
          <p:spPr>
            <a:xfrm>
              <a:off x="457200" y="55785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3" name=""/>
            <p:cNvSpPr/>
            <p:nvPr/>
          </p:nvSpPr>
          <p:spPr>
            <a:xfrm>
              <a:off x="58104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4" name=""/>
          <p:cNvGrpSpPr/>
          <p:nvPr/>
        </p:nvGrpSpPr>
        <p:grpSpPr>
          <a:xfrm>
            <a:off x="2209680" y="4038480"/>
            <a:ext cx="461520" cy="200520"/>
            <a:chOff x="2209680" y="4038480"/>
            <a:chExt cx="461520" cy="200520"/>
          </a:xfrm>
        </p:grpSpPr>
        <p:sp>
          <p:nvSpPr>
            <p:cNvPr id="1125" name=""/>
            <p:cNvSpPr/>
            <p:nvPr/>
          </p:nvSpPr>
          <p:spPr>
            <a:xfrm>
              <a:off x="2209680" y="4054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6" name=""/>
            <p:cNvSpPr/>
            <p:nvPr/>
          </p:nvSpPr>
          <p:spPr>
            <a:xfrm>
              <a:off x="23335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27" name=""/>
          <p:cNvGrpSpPr/>
          <p:nvPr/>
        </p:nvGrpSpPr>
        <p:grpSpPr>
          <a:xfrm>
            <a:off x="2801880" y="5178600"/>
            <a:ext cx="468720" cy="200520"/>
            <a:chOff x="2801880" y="5178600"/>
            <a:chExt cx="468720" cy="200520"/>
          </a:xfrm>
        </p:grpSpPr>
        <p:sp>
          <p:nvSpPr>
            <p:cNvPr id="1128" name=""/>
            <p:cNvSpPr/>
            <p:nvPr/>
          </p:nvSpPr>
          <p:spPr>
            <a:xfrm>
              <a:off x="2801880" y="5192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9" name=""/>
            <p:cNvSpPr/>
            <p:nvPr/>
          </p:nvSpPr>
          <p:spPr>
            <a:xfrm>
              <a:off x="2932920" y="5178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0" name=""/>
          <p:cNvGrpSpPr/>
          <p:nvPr/>
        </p:nvGrpSpPr>
        <p:grpSpPr>
          <a:xfrm>
            <a:off x="1295280" y="1828800"/>
            <a:ext cx="461880" cy="200520"/>
            <a:chOff x="1295280" y="1828800"/>
            <a:chExt cx="461880" cy="200520"/>
          </a:xfrm>
        </p:grpSpPr>
        <p:sp>
          <p:nvSpPr>
            <p:cNvPr id="1131" name=""/>
            <p:cNvSpPr/>
            <p:nvPr/>
          </p:nvSpPr>
          <p:spPr>
            <a:xfrm>
              <a:off x="1295280" y="1842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2" name=""/>
            <p:cNvSpPr/>
            <p:nvPr/>
          </p:nvSpPr>
          <p:spPr>
            <a:xfrm>
              <a:off x="141948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3" name=""/>
          <p:cNvGrpSpPr/>
          <p:nvPr/>
        </p:nvGrpSpPr>
        <p:grpSpPr>
          <a:xfrm>
            <a:off x="6245280" y="3859200"/>
            <a:ext cx="468720" cy="200520"/>
            <a:chOff x="6245280" y="3859200"/>
            <a:chExt cx="468720" cy="200520"/>
          </a:xfrm>
        </p:grpSpPr>
        <p:sp>
          <p:nvSpPr>
            <p:cNvPr id="1134" name=""/>
            <p:cNvSpPr/>
            <p:nvPr/>
          </p:nvSpPr>
          <p:spPr>
            <a:xfrm>
              <a:off x="6245280" y="3873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5" name=""/>
            <p:cNvSpPr/>
            <p:nvPr/>
          </p:nvSpPr>
          <p:spPr>
            <a:xfrm>
              <a:off x="6376320" y="385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6" name=""/>
          <p:cNvGrpSpPr/>
          <p:nvPr/>
        </p:nvGrpSpPr>
        <p:grpSpPr>
          <a:xfrm>
            <a:off x="4510080" y="4719600"/>
            <a:ext cx="468720" cy="200520"/>
            <a:chOff x="4510080" y="4719600"/>
            <a:chExt cx="468720" cy="200520"/>
          </a:xfrm>
        </p:grpSpPr>
        <p:sp>
          <p:nvSpPr>
            <p:cNvPr id="1137" name=""/>
            <p:cNvSpPr/>
            <p:nvPr/>
          </p:nvSpPr>
          <p:spPr>
            <a:xfrm>
              <a:off x="4510080" y="47354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8" name=""/>
            <p:cNvSpPr/>
            <p:nvPr/>
          </p:nvSpPr>
          <p:spPr>
            <a:xfrm>
              <a:off x="4641120" y="4719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9" name=""/>
          <p:cNvGrpSpPr/>
          <p:nvPr/>
        </p:nvGrpSpPr>
        <p:grpSpPr>
          <a:xfrm>
            <a:off x="5396040" y="6029280"/>
            <a:ext cx="468720" cy="200520"/>
            <a:chOff x="5396040" y="6029280"/>
            <a:chExt cx="468720" cy="200520"/>
          </a:xfrm>
        </p:grpSpPr>
        <p:sp>
          <p:nvSpPr>
            <p:cNvPr id="1140" name=""/>
            <p:cNvSpPr/>
            <p:nvPr/>
          </p:nvSpPr>
          <p:spPr>
            <a:xfrm>
              <a:off x="5396040" y="6045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1" name=""/>
            <p:cNvSpPr/>
            <p:nvPr/>
          </p:nvSpPr>
          <p:spPr>
            <a:xfrm>
              <a:off x="5527080" y="6029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2" name=""/>
          <p:cNvGrpSpPr/>
          <p:nvPr/>
        </p:nvGrpSpPr>
        <p:grpSpPr>
          <a:xfrm>
            <a:off x="4081320" y="880920"/>
            <a:ext cx="467280" cy="200520"/>
            <a:chOff x="4081320" y="880920"/>
            <a:chExt cx="467280" cy="200520"/>
          </a:xfrm>
        </p:grpSpPr>
        <p:sp>
          <p:nvSpPr>
            <p:cNvPr id="1143" name=""/>
            <p:cNvSpPr/>
            <p:nvPr/>
          </p:nvSpPr>
          <p:spPr>
            <a:xfrm>
              <a:off x="4081320" y="89676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4" name=""/>
            <p:cNvSpPr/>
            <p:nvPr/>
          </p:nvSpPr>
          <p:spPr>
            <a:xfrm>
              <a:off x="4210920" y="88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5" name=""/>
          <p:cNvGrpSpPr/>
          <p:nvPr/>
        </p:nvGrpSpPr>
        <p:grpSpPr>
          <a:xfrm>
            <a:off x="2666880" y="1447920"/>
            <a:ext cx="461880" cy="200520"/>
            <a:chOff x="2666880" y="1447920"/>
            <a:chExt cx="461880" cy="200520"/>
          </a:xfrm>
        </p:grpSpPr>
        <p:sp>
          <p:nvSpPr>
            <p:cNvPr id="1146" name=""/>
            <p:cNvSpPr/>
            <p:nvPr/>
          </p:nvSpPr>
          <p:spPr>
            <a:xfrm>
              <a:off x="2666880" y="146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7" name=""/>
            <p:cNvSpPr/>
            <p:nvPr/>
          </p:nvSpPr>
          <p:spPr>
            <a:xfrm>
              <a:off x="279108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48" name=""/>
          <p:cNvGrpSpPr/>
          <p:nvPr/>
        </p:nvGrpSpPr>
        <p:grpSpPr>
          <a:xfrm>
            <a:off x="2590920" y="762120"/>
            <a:ext cx="461160" cy="200520"/>
            <a:chOff x="2590920" y="762120"/>
            <a:chExt cx="461160" cy="200520"/>
          </a:xfrm>
        </p:grpSpPr>
        <p:sp>
          <p:nvSpPr>
            <p:cNvPr id="1149" name=""/>
            <p:cNvSpPr/>
            <p:nvPr/>
          </p:nvSpPr>
          <p:spPr>
            <a:xfrm>
              <a:off x="2590920" y="77796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0" name=""/>
            <p:cNvSpPr/>
            <p:nvPr/>
          </p:nvSpPr>
          <p:spPr>
            <a:xfrm>
              <a:off x="271440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1" name=""/>
          <p:cNvGrpSpPr/>
          <p:nvPr/>
        </p:nvGrpSpPr>
        <p:grpSpPr>
          <a:xfrm>
            <a:off x="1487520" y="3043080"/>
            <a:ext cx="468720" cy="200520"/>
            <a:chOff x="1487520" y="3043080"/>
            <a:chExt cx="468720" cy="200520"/>
          </a:xfrm>
        </p:grpSpPr>
        <p:sp>
          <p:nvSpPr>
            <p:cNvPr id="1152" name=""/>
            <p:cNvSpPr/>
            <p:nvPr/>
          </p:nvSpPr>
          <p:spPr>
            <a:xfrm>
              <a:off x="1487520" y="3059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3" name=""/>
            <p:cNvSpPr/>
            <p:nvPr/>
          </p:nvSpPr>
          <p:spPr>
            <a:xfrm>
              <a:off x="1618560" y="3043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4" name=""/>
          <p:cNvGrpSpPr/>
          <p:nvPr/>
        </p:nvGrpSpPr>
        <p:grpSpPr>
          <a:xfrm>
            <a:off x="5778360" y="2567160"/>
            <a:ext cx="469080" cy="200520"/>
            <a:chOff x="5778360" y="2567160"/>
            <a:chExt cx="469080" cy="200520"/>
          </a:xfrm>
        </p:grpSpPr>
        <p:sp>
          <p:nvSpPr>
            <p:cNvPr id="1155" name=""/>
            <p:cNvSpPr/>
            <p:nvPr/>
          </p:nvSpPr>
          <p:spPr>
            <a:xfrm>
              <a:off x="5778360" y="2581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6" name=""/>
            <p:cNvSpPr/>
            <p:nvPr/>
          </p:nvSpPr>
          <p:spPr>
            <a:xfrm>
              <a:off x="5909760" y="2567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57" name=""/>
          <p:cNvGrpSpPr/>
          <p:nvPr/>
        </p:nvGrpSpPr>
        <p:grpSpPr>
          <a:xfrm>
            <a:off x="8153280" y="5715000"/>
            <a:ext cx="461520" cy="200520"/>
            <a:chOff x="8153280" y="5715000"/>
            <a:chExt cx="461520" cy="200520"/>
          </a:xfrm>
        </p:grpSpPr>
        <p:sp>
          <p:nvSpPr>
            <p:cNvPr id="1158" name=""/>
            <p:cNvSpPr/>
            <p:nvPr/>
          </p:nvSpPr>
          <p:spPr>
            <a:xfrm>
              <a:off x="8153280" y="5729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9" name=""/>
            <p:cNvSpPr/>
            <p:nvPr/>
          </p:nvSpPr>
          <p:spPr>
            <a:xfrm>
              <a:off x="82771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0" name=""/>
          <p:cNvGrpSpPr/>
          <p:nvPr/>
        </p:nvGrpSpPr>
        <p:grpSpPr>
          <a:xfrm>
            <a:off x="4170240" y="2157480"/>
            <a:ext cx="469080" cy="200520"/>
            <a:chOff x="4170240" y="2157480"/>
            <a:chExt cx="469080" cy="200520"/>
          </a:xfrm>
        </p:grpSpPr>
        <p:sp>
          <p:nvSpPr>
            <p:cNvPr id="1161" name=""/>
            <p:cNvSpPr/>
            <p:nvPr/>
          </p:nvSpPr>
          <p:spPr>
            <a:xfrm>
              <a:off x="4170240" y="2173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2" name=""/>
            <p:cNvSpPr/>
            <p:nvPr/>
          </p:nvSpPr>
          <p:spPr>
            <a:xfrm>
              <a:off x="4301640" y="2157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3" name=""/>
          <p:cNvGrpSpPr/>
          <p:nvPr/>
        </p:nvGrpSpPr>
        <p:grpSpPr>
          <a:xfrm>
            <a:off x="2392200" y="6029280"/>
            <a:ext cx="469080" cy="200520"/>
            <a:chOff x="2392200" y="6029280"/>
            <a:chExt cx="469080" cy="200520"/>
          </a:xfrm>
        </p:grpSpPr>
        <p:sp>
          <p:nvSpPr>
            <p:cNvPr id="1164" name=""/>
            <p:cNvSpPr/>
            <p:nvPr/>
          </p:nvSpPr>
          <p:spPr>
            <a:xfrm>
              <a:off x="2392200" y="6045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5" name=""/>
            <p:cNvSpPr/>
            <p:nvPr/>
          </p:nvSpPr>
          <p:spPr>
            <a:xfrm>
              <a:off x="2523600" y="6029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66" name=""/>
          <p:cNvGrpSpPr/>
          <p:nvPr/>
        </p:nvGrpSpPr>
        <p:grpSpPr>
          <a:xfrm>
            <a:off x="6629400" y="944640"/>
            <a:ext cx="461880" cy="200520"/>
            <a:chOff x="6629400" y="944640"/>
            <a:chExt cx="461880" cy="200520"/>
          </a:xfrm>
        </p:grpSpPr>
        <p:sp>
          <p:nvSpPr>
            <p:cNvPr id="1167" name=""/>
            <p:cNvSpPr/>
            <p:nvPr/>
          </p:nvSpPr>
          <p:spPr>
            <a:xfrm>
              <a:off x="6629400" y="960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8" name=""/>
            <p:cNvSpPr/>
            <p:nvPr/>
          </p:nvSpPr>
          <p:spPr>
            <a:xfrm>
              <a:off x="6753600" y="944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69" name="Rounded Rectangle 116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170" name="Oval 1169"/>
          <p:cNvSpPr/>
          <p:nvPr/>
        </p:nvSpPr>
        <p:spPr>
          <a:xfrm>
            <a:off x="6450129" y="630416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6490129" y="634416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172" name="Rounded Rectangle 1171"/>
          <p:cNvSpPr/>
          <p:nvPr/>
        </p:nvSpPr>
        <p:spPr>
          <a:xfrm>
            <a:off x="6760129" y="636416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173" name="Oval 1172"/>
          <p:cNvSpPr/>
          <p:nvPr/>
        </p:nvSpPr>
        <p:spPr>
          <a:xfrm>
            <a:off x="3706930" y="356096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3746930" y="360096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175" name="Rounded Rectangle 1174"/>
          <p:cNvSpPr/>
          <p:nvPr/>
        </p:nvSpPr>
        <p:spPr>
          <a:xfrm>
            <a:off x="4016930" y="362096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176" name="Oval 1175"/>
          <p:cNvSpPr/>
          <p:nvPr/>
        </p:nvSpPr>
        <p:spPr>
          <a:xfrm>
            <a:off x="1869495" y="15807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1909495" y="16207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178" name="Rounded Rectangle 1177"/>
          <p:cNvSpPr/>
          <p:nvPr/>
        </p:nvSpPr>
        <p:spPr>
          <a:xfrm>
            <a:off x="2179495" y="16407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179" name="Oval 1178"/>
          <p:cNvSpPr/>
          <p:nvPr/>
        </p:nvSpPr>
        <p:spPr>
          <a:xfrm>
            <a:off x="8117119" y="310448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8157119" y="314448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181" name="Rounded Rectangle 1180"/>
          <p:cNvSpPr/>
          <p:nvPr/>
        </p:nvSpPr>
        <p:spPr>
          <a:xfrm>
            <a:off x="8427119" y="316448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182" name="Oval 1181"/>
          <p:cNvSpPr/>
          <p:nvPr/>
        </p:nvSpPr>
        <p:spPr>
          <a:xfrm>
            <a:off x="345612" y="54662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385612" y="55062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184" name="Rounded Rectangle 1183"/>
          <p:cNvSpPr/>
          <p:nvPr/>
        </p:nvSpPr>
        <p:spPr>
          <a:xfrm>
            <a:off x="655612" y="55262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185" name="Oval 1184"/>
          <p:cNvSpPr/>
          <p:nvPr/>
        </p:nvSpPr>
        <p:spPr>
          <a:xfrm>
            <a:off x="2098099" y="394274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2138099" y="398274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187" name="Rounded Rectangle 1186"/>
          <p:cNvSpPr/>
          <p:nvPr/>
        </p:nvSpPr>
        <p:spPr>
          <a:xfrm>
            <a:off x="2408099" y="400274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188" name="Oval 1187"/>
          <p:cNvSpPr/>
          <p:nvPr/>
        </p:nvSpPr>
        <p:spPr>
          <a:xfrm>
            <a:off x="2690288" y="508106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2730288" y="512106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190" name="Rounded Rectangle 1189"/>
          <p:cNvSpPr/>
          <p:nvPr/>
        </p:nvSpPr>
        <p:spPr>
          <a:xfrm>
            <a:off x="3000288" y="514106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191" name="Oval 1190"/>
          <p:cNvSpPr/>
          <p:nvPr/>
        </p:nvSpPr>
        <p:spPr>
          <a:xfrm>
            <a:off x="1183695" y="173108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1223695" y="177108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193" name="Rounded Rectangle 1192"/>
          <p:cNvSpPr/>
          <p:nvPr/>
        </p:nvSpPr>
        <p:spPr>
          <a:xfrm>
            <a:off x="1493695" y="179108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194" name="Oval 1193"/>
          <p:cNvSpPr/>
          <p:nvPr/>
        </p:nvSpPr>
        <p:spPr>
          <a:xfrm>
            <a:off x="6133689" y="376203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6173689" y="380203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196" name="Rounded Rectangle 1195"/>
          <p:cNvSpPr/>
          <p:nvPr/>
        </p:nvSpPr>
        <p:spPr>
          <a:xfrm>
            <a:off x="6443689" y="382203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197" name="Oval 1196"/>
          <p:cNvSpPr/>
          <p:nvPr/>
        </p:nvSpPr>
        <p:spPr>
          <a:xfrm>
            <a:off x="4398493" y="46231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4438493" y="46631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199" name="Rounded Rectangle 1198"/>
          <p:cNvSpPr/>
          <p:nvPr/>
        </p:nvSpPr>
        <p:spPr>
          <a:xfrm>
            <a:off x="4708493" y="46831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200" name="Oval 1199"/>
          <p:cNvSpPr/>
          <p:nvPr/>
        </p:nvSpPr>
        <p:spPr>
          <a:xfrm>
            <a:off x="5284449" y="59335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5324449" y="59735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202" name="Rounded Rectangle 1201"/>
          <p:cNvSpPr/>
          <p:nvPr/>
        </p:nvSpPr>
        <p:spPr>
          <a:xfrm>
            <a:off x="5594449" y="59935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203" name="Oval 1202"/>
          <p:cNvSpPr/>
          <p:nvPr/>
        </p:nvSpPr>
        <p:spPr>
          <a:xfrm>
            <a:off x="3969017" y="78446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4009017" y="82446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205" name="Rounded Rectangle 1204"/>
          <p:cNvSpPr/>
          <p:nvPr/>
        </p:nvSpPr>
        <p:spPr>
          <a:xfrm>
            <a:off x="4279017" y="84446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206" name="Oval 1205"/>
          <p:cNvSpPr/>
          <p:nvPr/>
        </p:nvSpPr>
        <p:spPr>
          <a:xfrm>
            <a:off x="2555295" y="135219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2595295" y="139219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208" name="Rounded Rectangle 1207"/>
          <p:cNvSpPr/>
          <p:nvPr/>
        </p:nvSpPr>
        <p:spPr>
          <a:xfrm>
            <a:off x="2865295" y="141219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209" name="Oval 1208"/>
          <p:cNvSpPr/>
          <p:nvPr/>
        </p:nvSpPr>
        <p:spPr>
          <a:xfrm>
            <a:off x="2479153" y="6654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2519153" y="7054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211" name="Rounded Rectangle 1210"/>
          <p:cNvSpPr/>
          <p:nvPr/>
        </p:nvSpPr>
        <p:spPr>
          <a:xfrm>
            <a:off x="2789153" y="7254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212" name="Oval 1211"/>
          <p:cNvSpPr/>
          <p:nvPr/>
        </p:nvSpPr>
        <p:spPr>
          <a:xfrm>
            <a:off x="1375929" y="29477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1415929" y="29877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214" name="Rounded Rectangle 1213"/>
          <p:cNvSpPr/>
          <p:nvPr/>
        </p:nvSpPr>
        <p:spPr>
          <a:xfrm>
            <a:off x="1685929" y="30077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215" name="Oval 1214"/>
          <p:cNvSpPr/>
          <p:nvPr/>
        </p:nvSpPr>
        <p:spPr>
          <a:xfrm>
            <a:off x="5666768" y="246962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5706768" y="250962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217" name="Rounded Rectangle 1216"/>
          <p:cNvSpPr/>
          <p:nvPr/>
        </p:nvSpPr>
        <p:spPr>
          <a:xfrm>
            <a:off x="5976768" y="252962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218" name="Oval 1217"/>
          <p:cNvSpPr/>
          <p:nvPr/>
        </p:nvSpPr>
        <p:spPr>
          <a:xfrm>
            <a:off x="8041693" y="561782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8081693" y="565782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220" name="Rounded Rectangle 1219"/>
          <p:cNvSpPr/>
          <p:nvPr/>
        </p:nvSpPr>
        <p:spPr>
          <a:xfrm>
            <a:off x="8351693" y="567782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221" name="Oval 1220"/>
          <p:cNvSpPr/>
          <p:nvPr/>
        </p:nvSpPr>
        <p:spPr>
          <a:xfrm>
            <a:off x="4058654" y="206174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4098654" y="210174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223" name="Rounded Rectangle 1222"/>
          <p:cNvSpPr/>
          <p:nvPr/>
        </p:nvSpPr>
        <p:spPr>
          <a:xfrm>
            <a:off x="4368654" y="212174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224" name="Oval 1223"/>
          <p:cNvSpPr/>
          <p:nvPr/>
        </p:nvSpPr>
        <p:spPr>
          <a:xfrm>
            <a:off x="2280620" y="59335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2320620" y="59735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226" name="Rounded Rectangle 1225"/>
          <p:cNvSpPr/>
          <p:nvPr/>
        </p:nvSpPr>
        <p:spPr>
          <a:xfrm>
            <a:off x="2590620" y="59935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227" name="Oval 1226"/>
          <p:cNvSpPr/>
          <p:nvPr/>
        </p:nvSpPr>
        <p:spPr>
          <a:xfrm>
            <a:off x="6517810" y="8488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6557810" y="8888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229" name="Rounded Rectangle 1228"/>
          <p:cNvSpPr/>
          <p:nvPr/>
        </p:nvSpPr>
        <p:spPr>
          <a:xfrm>
            <a:off x="6827810" y="9088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"/>
          <p:cNvSpPr/>
          <p:nvPr/>
        </p:nvSpPr>
        <p:spPr>
          <a:xfrm>
            <a:off x="3137400" y="50760"/>
            <a:ext cx="2869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12: LIRF | RWY 25 | STAR ELKA3A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1901880" y="1874880"/>
            <a:ext cx="1716120" cy="990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"/>
          <p:cNvSpPr/>
          <p:nvPr/>
        </p:nvSpPr>
        <p:spPr>
          <a:xfrm>
            <a:off x="3618000" y="2865600"/>
            <a:ext cx="1369800" cy="790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"/>
          <p:cNvSpPr/>
          <p:nvPr/>
        </p:nvSpPr>
        <p:spPr>
          <a:xfrm>
            <a:off x="4987800" y="3656160"/>
            <a:ext cx="1816200" cy="287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"/>
          <p:cNvSpPr/>
          <p:nvPr/>
        </p:nvSpPr>
        <p:spPr>
          <a:xfrm>
            <a:off x="6804000" y="3943440"/>
            <a:ext cx="324000" cy="663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"/>
          <p:cNvSpPr/>
          <p:nvPr/>
        </p:nvSpPr>
        <p:spPr>
          <a:xfrm>
            <a:off x="7128000" y="4606920"/>
            <a:ext cx="114120" cy="236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 flipH="1">
            <a:off x="7189560" y="4843440"/>
            <a:ext cx="52200" cy="2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6280" bIns="-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 flipH="1">
            <a:off x="7074000" y="4863960"/>
            <a:ext cx="115920" cy="4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"/>
          <p:cNvSpPr/>
          <p:nvPr/>
        </p:nvSpPr>
        <p:spPr>
          <a:xfrm flipH="1">
            <a:off x="6518160" y="4911840"/>
            <a:ext cx="555840" cy="223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8" name=""/>
          <p:cNvGrpSpPr/>
          <p:nvPr/>
        </p:nvGrpSpPr>
        <p:grpSpPr>
          <a:xfrm>
            <a:off x="1838160" y="1811160"/>
            <a:ext cx="595800" cy="200520"/>
            <a:chOff x="1838160" y="1811160"/>
            <a:chExt cx="595800" cy="200520"/>
          </a:xfrm>
        </p:grpSpPr>
        <p:sp>
          <p:nvSpPr>
            <p:cNvPr id="1179" name=""/>
            <p:cNvSpPr/>
            <p:nvPr/>
          </p:nvSpPr>
          <p:spPr>
            <a:xfrm>
              <a:off x="1838160" y="181116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0" name=""/>
            <p:cNvSpPr/>
            <p:nvPr/>
          </p:nvSpPr>
          <p:spPr>
            <a:xfrm>
              <a:off x="1954440" y="181116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ELKAP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1" name=""/>
          <p:cNvGrpSpPr/>
          <p:nvPr/>
        </p:nvGrpSpPr>
        <p:grpSpPr>
          <a:xfrm>
            <a:off x="3567240" y="2801880"/>
            <a:ext cx="550080" cy="200520"/>
            <a:chOff x="3567240" y="2801880"/>
            <a:chExt cx="550080" cy="200520"/>
          </a:xfrm>
        </p:grpSpPr>
        <p:sp>
          <p:nvSpPr>
            <p:cNvPr id="1182" name=""/>
            <p:cNvSpPr/>
            <p:nvPr/>
          </p:nvSpPr>
          <p:spPr>
            <a:xfrm>
              <a:off x="3567240" y="28144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3" name=""/>
            <p:cNvSpPr/>
            <p:nvPr/>
          </p:nvSpPr>
          <p:spPr>
            <a:xfrm>
              <a:off x="3677400" y="280188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BIBEK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4" name=""/>
          <p:cNvGrpSpPr/>
          <p:nvPr/>
        </p:nvGrpSpPr>
        <p:grpSpPr>
          <a:xfrm>
            <a:off x="4937040" y="3592440"/>
            <a:ext cx="486000" cy="200520"/>
            <a:chOff x="4937040" y="3592440"/>
            <a:chExt cx="486000" cy="200520"/>
          </a:xfrm>
        </p:grpSpPr>
        <p:sp>
          <p:nvSpPr>
            <p:cNvPr id="1185" name=""/>
            <p:cNvSpPr/>
            <p:nvPr/>
          </p:nvSpPr>
          <p:spPr>
            <a:xfrm>
              <a:off x="4937040" y="3605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6" name=""/>
            <p:cNvSpPr/>
            <p:nvPr/>
          </p:nvSpPr>
          <p:spPr>
            <a:xfrm>
              <a:off x="5060880" y="3592440"/>
              <a:ext cx="362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TAQ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87" name=""/>
          <p:cNvGrpSpPr/>
          <p:nvPr/>
        </p:nvGrpSpPr>
        <p:grpSpPr>
          <a:xfrm>
            <a:off x="6753240" y="3879720"/>
            <a:ext cx="492840" cy="200520"/>
            <a:chOff x="6753240" y="3879720"/>
            <a:chExt cx="492840" cy="200520"/>
          </a:xfrm>
        </p:grpSpPr>
        <p:sp>
          <p:nvSpPr>
            <p:cNvPr id="1188" name=""/>
            <p:cNvSpPr/>
            <p:nvPr/>
          </p:nvSpPr>
          <p:spPr>
            <a:xfrm>
              <a:off x="6753240" y="3892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9" name=""/>
            <p:cNvSpPr/>
            <p:nvPr/>
          </p:nvSpPr>
          <p:spPr>
            <a:xfrm>
              <a:off x="6870240" y="3879720"/>
              <a:ext cx="375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CMP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0" name=""/>
          <p:cNvGrpSpPr/>
          <p:nvPr/>
        </p:nvGrpSpPr>
        <p:grpSpPr>
          <a:xfrm>
            <a:off x="7086600" y="4543560"/>
            <a:ext cx="554400" cy="200520"/>
            <a:chOff x="7086600" y="4543560"/>
            <a:chExt cx="554400" cy="200520"/>
          </a:xfrm>
        </p:grpSpPr>
        <p:sp>
          <p:nvSpPr>
            <p:cNvPr id="1191" name=""/>
            <p:cNvSpPr/>
            <p:nvPr/>
          </p:nvSpPr>
          <p:spPr>
            <a:xfrm>
              <a:off x="7086600" y="45673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2" name=""/>
            <p:cNvSpPr/>
            <p:nvPr/>
          </p:nvSpPr>
          <p:spPr>
            <a:xfrm>
              <a:off x="7151040" y="45435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URBNB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3" name=""/>
          <p:cNvGrpSpPr/>
          <p:nvPr/>
        </p:nvGrpSpPr>
        <p:grpSpPr>
          <a:xfrm>
            <a:off x="7191360" y="4780080"/>
            <a:ext cx="498240" cy="200520"/>
            <a:chOff x="7191360" y="4780080"/>
            <a:chExt cx="498240" cy="200520"/>
          </a:xfrm>
        </p:grpSpPr>
        <p:sp>
          <p:nvSpPr>
            <p:cNvPr id="1194" name=""/>
            <p:cNvSpPr/>
            <p:nvPr/>
          </p:nvSpPr>
          <p:spPr>
            <a:xfrm>
              <a:off x="7191360" y="4792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5" name=""/>
            <p:cNvSpPr/>
            <p:nvPr/>
          </p:nvSpPr>
          <p:spPr>
            <a:xfrm>
              <a:off x="7302960" y="478008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6" name=""/>
          <p:cNvGrpSpPr/>
          <p:nvPr/>
        </p:nvGrpSpPr>
        <p:grpSpPr>
          <a:xfrm>
            <a:off x="7149960" y="4800600"/>
            <a:ext cx="482400" cy="200520"/>
            <a:chOff x="7149960" y="4800600"/>
            <a:chExt cx="482400" cy="200520"/>
          </a:xfrm>
        </p:grpSpPr>
        <p:sp>
          <p:nvSpPr>
            <p:cNvPr id="1197" name=""/>
            <p:cNvSpPr/>
            <p:nvPr/>
          </p:nvSpPr>
          <p:spPr>
            <a:xfrm>
              <a:off x="7149960" y="48229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8" name=""/>
            <p:cNvSpPr/>
            <p:nvPr/>
          </p:nvSpPr>
          <p:spPr>
            <a:xfrm>
              <a:off x="7236720" y="480060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99" name=""/>
          <p:cNvGrpSpPr/>
          <p:nvPr/>
        </p:nvGrpSpPr>
        <p:grpSpPr>
          <a:xfrm>
            <a:off x="7034040" y="4848120"/>
            <a:ext cx="477720" cy="200520"/>
            <a:chOff x="7034040" y="4848120"/>
            <a:chExt cx="477720" cy="200520"/>
          </a:xfrm>
        </p:grpSpPr>
        <p:sp>
          <p:nvSpPr>
            <p:cNvPr id="1200" name=""/>
            <p:cNvSpPr/>
            <p:nvPr/>
          </p:nvSpPr>
          <p:spPr>
            <a:xfrm>
              <a:off x="7034040" y="4870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1" name=""/>
            <p:cNvSpPr/>
            <p:nvPr/>
          </p:nvSpPr>
          <p:spPr>
            <a:xfrm>
              <a:off x="7125120" y="48481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2" name=""/>
          <p:cNvGrpSpPr/>
          <p:nvPr/>
        </p:nvGrpSpPr>
        <p:grpSpPr>
          <a:xfrm>
            <a:off x="6454800" y="5072040"/>
            <a:ext cx="543240" cy="200520"/>
            <a:chOff x="6454800" y="5072040"/>
            <a:chExt cx="543240" cy="200520"/>
          </a:xfrm>
        </p:grpSpPr>
        <p:sp>
          <p:nvSpPr>
            <p:cNvPr id="1203" name=""/>
            <p:cNvSpPr/>
            <p:nvPr/>
          </p:nvSpPr>
          <p:spPr>
            <a:xfrm>
              <a:off x="6454800" y="5072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4" name=""/>
            <p:cNvSpPr/>
            <p:nvPr/>
          </p:nvSpPr>
          <p:spPr>
            <a:xfrm>
              <a:off x="6571800" y="5072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5" name=""/>
          <p:cNvGrpSpPr/>
          <p:nvPr/>
        </p:nvGrpSpPr>
        <p:grpSpPr>
          <a:xfrm>
            <a:off x="838080" y="6095880"/>
            <a:ext cx="479160" cy="200520"/>
            <a:chOff x="838080" y="6095880"/>
            <a:chExt cx="479160" cy="200520"/>
          </a:xfrm>
        </p:grpSpPr>
        <p:sp>
          <p:nvSpPr>
            <p:cNvPr id="1206" name=""/>
            <p:cNvSpPr/>
            <p:nvPr/>
          </p:nvSpPr>
          <p:spPr>
            <a:xfrm>
              <a:off x="838080" y="610236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7" name=""/>
            <p:cNvSpPr/>
            <p:nvPr/>
          </p:nvSpPr>
          <p:spPr>
            <a:xfrm>
              <a:off x="97956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8" name=""/>
          <p:cNvGrpSpPr/>
          <p:nvPr/>
        </p:nvGrpSpPr>
        <p:grpSpPr>
          <a:xfrm>
            <a:off x="6172200" y="6248520"/>
            <a:ext cx="479160" cy="200520"/>
            <a:chOff x="6172200" y="6248520"/>
            <a:chExt cx="479160" cy="200520"/>
          </a:xfrm>
        </p:grpSpPr>
        <p:sp>
          <p:nvSpPr>
            <p:cNvPr id="1209" name=""/>
            <p:cNvSpPr/>
            <p:nvPr/>
          </p:nvSpPr>
          <p:spPr>
            <a:xfrm>
              <a:off x="6172200" y="6255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0" name=""/>
            <p:cNvSpPr/>
            <p:nvPr/>
          </p:nvSpPr>
          <p:spPr>
            <a:xfrm>
              <a:off x="63136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1" name=""/>
          <p:cNvGrpSpPr/>
          <p:nvPr/>
        </p:nvGrpSpPr>
        <p:grpSpPr>
          <a:xfrm>
            <a:off x="5791320" y="4495680"/>
            <a:ext cx="459720" cy="200520"/>
            <a:chOff x="5791320" y="4495680"/>
            <a:chExt cx="459720" cy="200520"/>
          </a:xfrm>
        </p:grpSpPr>
        <p:sp>
          <p:nvSpPr>
            <p:cNvPr id="1212" name=""/>
            <p:cNvSpPr/>
            <p:nvPr/>
          </p:nvSpPr>
          <p:spPr>
            <a:xfrm>
              <a:off x="5791320" y="4510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3" name=""/>
            <p:cNvSpPr/>
            <p:nvPr/>
          </p:nvSpPr>
          <p:spPr>
            <a:xfrm>
              <a:off x="59133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4" name=""/>
          <p:cNvGrpSpPr/>
          <p:nvPr/>
        </p:nvGrpSpPr>
        <p:grpSpPr>
          <a:xfrm>
            <a:off x="5562720" y="1371600"/>
            <a:ext cx="460080" cy="200520"/>
            <a:chOff x="5562720" y="1371600"/>
            <a:chExt cx="460080" cy="200520"/>
          </a:xfrm>
        </p:grpSpPr>
        <p:sp>
          <p:nvSpPr>
            <p:cNvPr id="1215" name=""/>
            <p:cNvSpPr/>
            <p:nvPr/>
          </p:nvSpPr>
          <p:spPr>
            <a:xfrm>
              <a:off x="5562720" y="1387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6" name=""/>
            <p:cNvSpPr/>
            <p:nvPr/>
          </p:nvSpPr>
          <p:spPr>
            <a:xfrm>
              <a:off x="568512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7" name=""/>
          <p:cNvGrpSpPr/>
          <p:nvPr/>
        </p:nvGrpSpPr>
        <p:grpSpPr>
          <a:xfrm>
            <a:off x="2133720" y="3352680"/>
            <a:ext cx="461520" cy="200520"/>
            <a:chOff x="2133720" y="3352680"/>
            <a:chExt cx="461520" cy="200520"/>
          </a:xfrm>
        </p:grpSpPr>
        <p:sp>
          <p:nvSpPr>
            <p:cNvPr id="1218" name=""/>
            <p:cNvSpPr/>
            <p:nvPr/>
          </p:nvSpPr>
          <p:spPr>
            <a:xfrm>
              <a:off x="2133720" y="336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9" name=""/>
            <p:cNvSpPr/>
            <p:nvPr/>
          </p:nvSpPr>
          <p:spPr>
            <a:xfrm>
              <a:off x="225756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0" name=""/>
          <p:cNvGrpSpPr/>
          <p:nvPr/>
        </p:nvGrpSpPr>
        <p:grpSpPr>
          <a:xfrm>
            <a:off x="7924680" y="3352680"/>
            <a:ext cx="460080" cy="200520"/>
            <a:chOff x="7924680" y="3352680"/>
            <a:chExt cx="460080" cy="200520"/>
          </a:xfrm>
        </p:grpSpPr>
        <p:sp>
          <p:nvSpPr>
            <p:cNvPr id="1221" name=""/>
            <p:cNvSpPr/>
            <p:nvPr/>
          </p:nvSpPr>
          <p:spPr>
            <a:xfrm>
              <a:off x="7924680" y="33670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2" name=""/>
            <p:cNvSpPr/>
            <p:nvPr/>
          </p:nvSpPr>
          <p:spPr>
            <a:xfrm>
              <a:off x="804708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3" name=""/>
          <p:cNvGrpSpPr/>
          <p:nvPr/>
        </p:nvGrpSpPr>
        <p:grpSpPr>
          <a:xfrm>
            <a:off x="6400800" y="2666880"/>
            <a:ext cx="459720" cy="200520"/>
            <a:chOff x="6400800" y="2666880"/>
            <a:chExt cx="459720" cy="200520"/>
          </a:xfrm>
        </p:grpSpPr>
        <p:sp>
          <p:nvSpPr>
            <p:cNvPr id="1224" name=""/>
            <p:cNvSpPr/>
            <p:nvPr/>
          </p:nvSpPr>
          <p:spPr>
            <a:xfrm>
              <a:off x="6400800" y="2683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5" name=""/>
            <p:cNvSpPr/>
            <p:nvPr/>
          </p:nvSpPr>
          <p:spPr>
            <a:xfrm>
              <a:off x="652284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6" name=""/>
          <p:cNvGrpSpPr/>
          <p:nvPr/>
        </p:nvGrpSpPr>
        <p:grpSpPr>
          <a:xfrm>
            <a:off x="3276720" y="1752480"/>
            <a:ext cx="461520" cy="200520"/>
            <a:chOff x="3276720" y="1752480"/>
            <a:chExt cx="461520" cy="200520"/>
          </a:xfrm>
        </p:grpSpPr>
        <p:sp>
          <p:nvSpPr>
            <p:cNvPr id="1227" name=""/>
            <p:cNvSpPr/>
            <p:nvPr/>
          </p:nvSpPr>
          <p:spPr>
            <a:xfrm>
              <a:off x="3276720" y="1768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8" name=""/>
            <p:cNvSpPr/>
            <p:nvPr/>
          </p:nvSpPr>
          <p:spPr>
            <a:xfrm>
              <a:off x="340056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9" name=""/>
          <p:cNvGrpSpPr/>
          <p:nvPr/>
        </p:nvGrpSpPr>
        <p:grpSpPr>
          <a:xfrm>
            <a:off x="3048120" y="5638680"/>
            <a:ext cx="459720" cy="200520"/>
            <a:chOff x="3048120" y="5638680"/>
            <a:chExt cx="459720" cy="200520"/>
          </a:xfrm>
        </p:grpSpPr>
        <p:sp>
          <p:nvSpPr>
            <p:cNvPr id="1230" name=""/>
            <p:cNvSpPr/>
            <p:nvPr/>
          </p:nvSpPr>
          <p:spPr>
            <a:xfrm>
              <a:off x="3048120" y="5653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1" name=""/>
            <p:cNvSpPr/>
            <p:nvPr/>
          </p:nvSpPr>
          <p:spPr>
            <a:xfrm>
              <a:off x="317016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2" name=""/>
          <p:cNvGrpSpPr/>
          <p:nvPr/>
        </p:nvGrpSpPr>
        <p:grpSpPr>
          <a:xfrm>
            <a:off x="7848720" y="5867280"/>
            <a:ext cx="459720" cy="200520"/>
            <a:chOff x="7848720" y="5867280"/>
            <a:chExt cx="459720" cy="200520"/>
          </a:xfrm>
        </p:grpSpPr>
        <p:sp>
          <p:nvSpPr>
            <p:cNvPr id="1233" name=""/>
            <p:cNvSpPr/>
            <p:nvPr/>
          </p:nvSpPr>
          <p:spPr>
            <a:xfrm>
              <a:off x="7848720" y="58816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4" name=""/>
            <p:cNvSpPr/>
            <p:nvPr/>
          </p:nvSpPr>
          <p:spPr>
            <a:xfrm>
              <a:off x="7970760" y="5867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5" name=""/>
          <p:cNvGrpSpPr/>
          <p:nvPr/>
        </p:nvGrpSpPr>
        <p:grpSpPr>
          <a:xfrm>
            <a:off x="4722840" y="5254560"/>
            <a:ext cx="468720" cy="200520"/>
            <a:chOff x="4722840" y="5254560"/>
            <a:chExt cx="468720" cy="200520"/>
          </a:xfrm>
        </p:grpSpPr>
        <p:sp>
          <p:nvSpPr>
            <p:cNvPr id="1236" name=""/>
            <p:cNvSpPr/>
            <p:nvPr/>
          </p:nvSpPr>
          <p:spPr>
            <a:xfrm>
              <a:off x="4722840" y="5268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7" name=""/>
            <p:cNvSpPr/>
            <p:nvPr/>
          </p:nvSpPr>
          <p:spPr>
            <a:xfrm>
              <a:off x="4853880" y="525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8" name=""/>
          <p:cNvGrpSpPr/>
          <p:nvPr/>
        </p:nvGrpSpPr>
        <p:grpSpPr>
          <a:xfrm>
            <a:off x="708120" y="2585880"/>
            <a:ext cx="467280" cy="200520"/>
            <a:chOff x="708120" y="2585880"/>
            <a:chExt cx="467280" cy="200520"/>
          </a:xfrm>
        </p:grpSpPr>
        <p:sp>
          <p:nvSpPr>
            <p:cNvPr id="1239" name=""/>
            <p:cNvSpPr/>
            <p:nvPr/>
          </p:nvSpPr>
          <p:spPr>
            <a:xfrm>
              <a:off x="708120" y="26002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0" name=""/>
            <p:cNvSpPr/>
            <p:nvPr/>
          </p:nvSpPr>
          <p:spPr>
            <a:xfrm>
              <a:off x="837720" y="258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1" name=""/>
          <p:cNvGrpSpPr/>
          <p:nvPr/>
        </p:nvGrpSpPr>
        <p:grpSpPr>
          <a:xfrm>
            <a:off x="3406680" y="4363920"/>
            <a:ext cx="467280" cy="200520"/>
            <a:chOff x="3406680" y="4363920"/>
            <a:chExt cx="467280" cy="200520"/>
          </a:xfrm>
        </p:grpSpPr>
        <p:sp>
          <p:nvSpPr>
            <p:cNvPr id="1242" name=""/>
            <p:cNvSpPr/>
            <p:nvPr/>
          </p:nvSpPr>
          <p:spPr>
            <a:xfrm>
              <a:off x="3406680" y="4379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3" name=""/>
            <p:cNvSpPr/>
            <p:nvPr/>
          </p:nvSpPr>
          <p:spPr>
            <a:xfrm>
              <a:off x="3536280" y="436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4" name=""/>
          <p:cNvGrpSpPr/>
          <p:nvPr/>
        </p:nvGrpSpPr>
        <p:grpSpPr>
          <a:xfrm>
            <a:off x="727200" y="1203480"/>
            <a:ext cx="467280" cy="200520"/>
            <a:chOff x="727200" y="1203480"/>
            <a:chExt cx="467280" cy="200520"/>
          </a:xfrm>
        </p:grpSpPr>
        <p:sp>
          <p:nvSpPr>
            <p:cNvPr id="1245" name=""/>
            <p:cNvSpPr/>
            <p:nvPr/>
          </p:nvSpPr>
          <p:spPr>
            <a:xfrm>
              <a:off x="727200" y="12193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6" name=""/>
            <p:cNvSpPr/>
            <p:nvPr/>
          </p:nvSpPr>
          <p:spPr>
            <a:xfrm>
              <a:off x="856800" y="1203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7" name=""/>
          <p:cNvGrpSpPr/>
          <p:nvPr/>
        </p:nvGrpSpPr>
        <p:grpSpPr>
          <a:xfrm>
            <a:off x="4800600" y="2438280"/>
            <a:ext cx="461520" cy="200520"/>
            <a:chOff x="4800600" y="2438280"/>
            <a:chExt cx="461520" cy="200520"/>
          </a:xfrm>
        </p:grpSpPr>
        <p:sp>
          <p:nvSpPr>
            <p:cNvPr id="1248" name=""/>
            <p:cNvSpPr/>
            <p:nvPr/>
          </p:nvSpPr>
          <p:spPr>
            <a:xfrm>
              <a:off x="4800600" y="2452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9" name=""/>
            <p:cNvSpPr/>
            <p:nvPr/>
          </p:nvSpPr>
          <p:spPr>
            <a:xfrm>
              <a:off x="492444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0" name=""/>
          <p:cNvGrpSpPr/>
          <p:nvPr/>
        </p:nvGrpSpPr>
        <p:grpSpPr>
          <a:xfrm>
            <a:off x="8331120" y="4307040"/>
            <a:ext cx="467280" cy="200520"/>
            <a:chOff x="8331120" y="4307040"/>
            <a:chExt cx="467280" cy="200520"/>
          </a:xfrm>
        </p:grpSpPr>
        <p:sp>
          <p:nvSpPr>
            <p:cNvPr id="1251" name=""/>
            <p:cNvSpPr/>
            <p:nvPr/>
          </p:nvSpPr>
          <p:spPr>
            <a:xfrm>
              <a:off x="8331120" y="43228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2" name=""/>
            <p:cNvSpPr/>
            <p:nvPr/>
          </p:nvSpPr>
          <p:spPr>
            <a:xfrm>
              <a:off x="8460720" y="4307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3" name=""/>
          <p:cNvGrpSpPr/>
          <p:nvPr/>
        </p:nvGrpSpPr>
        <p:grpSpPr>
          <a:xfrm>
            <a:off x="7772400" y="5029200"/>
            <a:ext cx="460080" cy="200520"/>
            <a:chOff x="7772400" y="5029200"/>
            <a:chExt cx="460080" cy="200520"/>
          </a:xfrm>
        </p:grpSpPr>
        <p:sp>
          <p:nvSpPr>
            <p:cNvPr id="1254" name=""/>
            <p:cNvSpPr/>
            <p:nvPr/>
          </p:nvSpPr>
          <p:spPr>
            <a:xfrm>
              <a:off x="7772400" y="50450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5" name=""/>
            <p:cNvSpPr/>
            <p:nvPr/>
          </p:nvSpPr>
          <p:spPr>
            <a:xfrm>
              <a:off x="78948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6" name=""/>
          <p:cNvGrpSpPr/>
          <p:nvPr/>
        </p:nvGrpSpPr>
        <p:grpSpPr>
          <a:xfrm>
            <a:off x="7924680" y="457200"/>
            <a:ext cx="461880" cy="200520"/>
            <a:chOff x="7924680" y="457200"/>
            <a:chExt cx="461880" cy="200520"/>
          </a:xfrm>
        </p:grpSpPr>
        <p:sp>
          <p:nvSpPr>
            <p:cNvPr id="1257" name=""/>
            <p:cNvSpPr/>
            <p:nvPr/>
          </p:nvSpPr>
          <p:spPr>
            <a:xfrm>
              <a:off x="7924680" y="4730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8" name=""/>
            <p:cNvSpPr/>
            <p:nvPr/>
          </p:nvSpPr>
          <p:spPr>
            <a:xfrm>
              <a:off x="80488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9" name=""/>
          <p:cNvGrpSpPr/>
          <p:nvPr/>
        </p:nvGrpSpPr>
        <p:grpSpPr>
          <a:xfrm>
            <a:off x="2743200" y="533520"/>
            <a:ext cx="461880" cy="200520"/>
            <a:chOff x="2743200" y="533520"/>
            <a:chExt cx="461880" cy="200520"/>
          </a:xfrm>
        </p:grpSpPr>
        <p:sp>
          <p:nvSpPr>
            <p:cNvPr id="1260" name=""/>
            <p:cNvSpPr/>
            <p:nvPr/>
          </p:nvSpPr>
          <p:spPr>
            <a:xfrm>
              <a:off x="2743200" y="549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1" name=""/>
            <p:cNvSpPr/>
            <p:nvPr/>
          </p:nvSpPr>
          <p:spPr>
            <a:xfrm>
              <a:off x="28674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2" name=""/>
          <p:cNvGrpSpPr/>
          <p:nvPr/>
        </p:nvGrpSpPr>
        <p:grpSpPr>
          <a:xfrm>
            <a:off x="7467480" y="4343400"/>
            <a:ext cx="460440" cy="200520"/>
            <a:chOff x="7467480" y="4343400"/>
            <a:chExt cx="460440" cy="200520"/>
          </a:xfrm>
        </p:grpSpPr>
        <p:sp>
          <p:nvSpPr>
            <p:cNvPr id="1263" name=""/>
            <p:cNvSpPr/>
            <p:nvPr/>
          </p:nvSpPr>
          <p:spPr>
            <a:xfrm>
              <a:off x="7467480" y="4359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4" name=""/>
            <p:cNvSpPr/>
            <p:nvPr/>
          </p:nvSpPr>
          <p:spPr>
            <a:xfrm>
              <a:off x="759024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65" name="Rounded Rectangle 1264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266" name="Oval 1265"/>
          <p:cNvSpPr/>
          <p:nvPr/>
        </p:nvSpPr>
        <p:spPr>
          <a:xfrm>
            <a:off x="735316" y="59994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775316" y="60394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268" name="Rounded Rectangle 1267"/>
          <p:cNvSpPr/>
          <p:nvPr/>
        </p:nvSpPr>
        <p:spPr>
          <a:xfrm>
            <a:off x="1045316" y="60594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269" name="Oval 1268"/>
          <p:cNvSpPr/>
          <p:nvPr/>
        </p:nvSpPr>
        <p:spPr>
          <a:xfrm>
            <a:off x="6069258" y="61520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6109258" y="61920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271" name="Rounded Rectangle 1270"/>
          <p:cNvSpPr/>
          <p:nvPr/>
        </p:nvSpPr>
        <p:spPr>
          <a:xfrm>
            <a:off x="6379258" y="62120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272" name="Oval 1271"/>
          <p:cNvSpPr/>
          <p:nvPr/>
        </p:nvSpPr>
        <p:spPr>
          <a:xfrm>
            <a:off x="5678836" y="43985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5718836" y="44385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274" name="Rounded Rectangle 1273"/>
          <p:cNvSpPr/>
          <p:nvPr/>
        </p:nvSpPr>
        <p:spPr>
          <a:xfrm>
            <a:off x="5988836" y="44585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275" name="Oval 1274"/>
          <p:cNvSpPr/>
          <p:nvPr/>
        </p:nvSpPr>
        <p:spPr>
          <a:xfrm>
            <a:off x="5450238" y="12758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5490238" y="13158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277" name="Rounded Rectangle 1276"/>
          <p:cNvSpPr/>
          <p:nvPr/>
        </p:nvSpPr>
        <p:spPr>
          <a:xfrm>
            <a:off x="5760238" y="13358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278" name="Oval 1277"/>
          <p:cNvSpPr/>
          <p:nvPr/>
        </p:nvSpPr>
        <p:spPr>
          <a:xfrm>
            <a:off x="2022140" y="32569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2062140" y="32969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280" name="Rounded Rectangle 1279"/>
          <p:cNvSpPr/>
          <p:nvPr/>
        </p:nvSpPr>
        <p:spPr>
          <a:xfrm>
            <a:off x="2332140" y="33169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281" name="Oval 1280"/>
          <p:cNvSpPr/>
          <p:nvPr/>
        </p:nvSpPr>
        <p:spPr>
          <a:xfrm>
            <a:off x="7812377" y="32554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7852377" y="32954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283" name="Rounded Rectangle 1282"/>
          <p:cNvSpPr/>
          <p:nvPr/>
        </p:nvSpPr>
        <p:spPr>
          <a:xfrm>
            <a:off x="8122377" y="33154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284" name="Oval 1283"/>
          <p:cNvSpPr/>
          <p:nvPr/>
        </p:nvSpPr>
        <p:spPr>
          <a:xfrm>
            <a:off x="6288320" y="25715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6328320" y="26115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286" name="Rounded Rectangle 1285"/>
          <p:cNvSpPr/>
          <p:nvPr/>
        </p:nvSpPr>
        <p:spPr>
          <a:xfrm>
            <a:off x="6598320" y="26315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287" name="Oval 1286"/>
          <p:cNvSpPr/>
          <p:nvPr/>
        </p:nvSpPr>
        <p:spPr>
          <a:xfrm>
            <a:off x="3165135" y="1656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3205135" y="1696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289" name="Rounded Rectangle 1288"/>
          <p:cNvSpPr/>
          <p:nvPr/>
        </p:nvSpPr>
        <p:spPr>
          <a:xfrm>
            <a:off x="3475135" y="1716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290" name="Oval 1289"/>
          <p:cNvSpPr/>
          <p:nvPr/>
        </p:nvSpPr>
        <p:spPr>
          <a:xfrm>
            <a:off x="2935637" y="55414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2975637" y="55814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292" name="Rounded Rectangle 1291"/>
          <p:cNvSpPr/>
          <p:nvPr/>
        </p:nvSpPr>
        <p:spPr>
          <a:xfrm>
            <a:off x="3245637" y="56014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293" name="Oval 1292"/>
          <p:cNvSpPr/>
          <p:nvPr/>
        </p:nvSpPr>
        <p:spPr>
          <a:xfrm>
            <a:off x="7736236" y="57701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7776236" y="58101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295" name="Rounded Rectangle 1294"/>
          <p:cNvSpPr/>
          <p:nvPr/>
        </p:nvSpPr>
        <p:spPr>
          <a:xfrm>
            <a:off x="8046236" y="58301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296" name="Oval 1295"/>
          <p:cNvSpPr/>
          <p:nvPr/>
        </p:nvSpPr>
        <p:spPr>
          <a:xfrm>
            <a:off x="4611256" y="51573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4651256" y="51973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298" name="Rounded Rectangle 1297"/>
          <p:cNvSpPr/>
          <p:nvPr/>
        </p:nvSpPr>
        <p:spPr>
          <a:xfrm>
            <a:off x="4921256" y="52173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299" name="Oval 1298"/>
          <p:cNvSpPr/>
          <p:nvPr/>
        </p:nvSpPr>
        <p:spPr>
          <a:xfrm>
            <a:off x="595640" y="24887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635640" y="25287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301" name="Rounded Rectangle 1300"/>
          <p:cNvSpPr/>
          <p:nvPr/>
        </p:nvSpPr>
        <p:spPr>
          <a:xfrm>
            <a:off x="905640" y="25487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302" name="Oval 1301"/>
          <p:cNvSpPr/>
          <p:nvPr/>
        </p:nvSpPr>
        <p:spPr>
          <a:xfrm>
            <a:off x="3294375" y="42681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3334375" y="43081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304" name="Rounded Rectangle 1303"/>
          <p:cNvSpPr/>
          <p:nvPr/>
        </p:nvSpPr>
        <p:spPr>
          <a:xfrm>
            <a:off x="3604375" y="43281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305" name="Oval 1304"/>
          <p:cNvSpPr/>
          <p:nvPr/>
        </p:nvSpPr>
        <p:spPr>
          <a:xfrm>
            <a:off x="614717" y="1107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654717" y="1147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307" name="Rounded Rectangle 1306"/>
          <p:cNvSpPr/>
          <p:nvPr/>
        </p:nvSpPr>
        <p:spPr>
          <a:xfrm>
            <a:off x="924717" y="1167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308" name="Oval 1307"/>
          <p:cNvSpPr/>
          <p:nvPr/>
        </p:nvSpPr>
        <p:spPr>
          <a:xfrm>
            <a:off x="4689017" y="23407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4729017" y="23807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310" name="Rounded Rectangle 1309"/>
          <p:cNvSpPr/>
          <p:nvPr/>
        </p:nvSpPr>
        <p:spPr>
          <a:xfrm>
            <a:off x="4999017" y="24007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311" name="Oval 1310"/>
          <p:cNvSpPr/>
          <p:nvPr/>
        </p:nvSpPr>
        <p:spPr>
          <a:xfrm>
            <a:off x="8218818" y="42112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8258818" y="42512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313" name="Rounded Rectangle 1312"/>
          <p:cNvSpPr/>
          <p:nvPr/>
        </p:nvSpPr>
        <p:spPr>
          <a:xfrm>
            <a:off x="8528818" y="42712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314" name="Oval 1313"/>
          <p:cNvSpPr/>
          <p:nvPr/>
        </p:nvSpPr>
        <p:spPr>
          <a:xfrm>
            <a:off x="7659920" y="49334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7699920" y="49734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316" name="Rounded Rectangle 1315"/>
          <p:cNvSpPr/>
          <p:nvPr/>
        </p:nvSpPr>
        <p:spPr>
          <a:xfrm>
            <a:off x="7969920" y="49934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317" name="Oval 1316"/>
          <p:cNvSpPr/>
          <p:nvPr/>
        </p:nvSpPr>
        <p:spPr>
          <a:xfrm>
            <a:off x="7813096" y="3612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7853096" y="4012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319" name="Rounded Rectangle 1318"/>
          <p:cNvSpPr/>
          <p:nvPr/>
        </p:nvSpPr>
        <p:spPr>
          <a:xfrm>
            <a:off x="8123096" y="4212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320" name="Oval 1319"/>
          <p:cNvSpPr/>
          <p:nvPr/>
        </p:nvSpPr>
        <p:spPr>
          <a:xfrm>
            <a:off x="2631617" y="4377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2671617" y="4777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322" name="Rounded Rectangle 1321"/>
          <p:cNvSpPr/>
          <p:nvPr/>
        </p:nvSpPr>
        <p:spPr>
          <a:xfrm>
            <a:off x="2941617" y="4977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323" name="Oval 1322"/>
          <p:cNvSpPr/>
          <p:nvPr/>
        </p:nvSpPr>
        <p:spPr>
          <a:xfrm>
            <a:off x="7355175" y="42476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7395175" y="42876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325" name="Rounded Rectangle 1324"/>
          <p:cNvSpPr/>
          <p:nvPr/>
        </p:nvSpPr>
        <p:spPr>
          <a:xfrm>
            <a:off x="7665175" y="43076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"/>
          <p:cNvSpPr/>
          <p:nvPr/>
        </p:nvSpPr>
        <p:spPr>
          <a:xfrm>
            <a:off x="3098520" y="50760"/>
            <a:ext cx="2946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13: LSZH | RWY 14 | STAR NEGR1A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"/>
          <p:cNvSpPr/>
          <p:nvPr/>
        </p:nvSpPr>
        <p:spPr>
          <a:xfrm flipH="1">
            <a:off x="4683240" y="1639800"/>
            <a:ext cx="885600" cy="770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4683240" y="2409840"/>
            <a:ext cx="228600" cy="566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"/>
          <p:cNvSpPr/>
          <p:nvPr/>
        </p:nvSpPr>
        <p:spPr>
          <a:xfrm>
            <a:off x="4911840" y="2976480"/>
            <a:ext cx="60120" cy="858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"/>
          <p:cNvSpPr/>
          <p:nvPr/>
        </p:nvSpPr>
        <p:spPr>
          <a:xfrm flipH="1">
            <a:off x="4863960" y="3835440"/>
            <a:ext cx="108000" cy="611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"/>
          <p:cNvSpPr/>
          <p:nvPr/>
        </p:nvSpPr>
        <p:spPr>
          <a:xfrm flipH="1" flipV="1">
            <a:off x="3965400" y="4119120"/>
            <a:ext cx="898560" cy="327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 flipH="1">
            <a:off x="3575160" y="4119480"/>
            <a:ext cx="390240" cy="365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"/>
          <p:cNvSpPr/>
          <p:nvPr/>
        </p:nvSpPr>
        <p:spPr>
          <a:xfrm>
            <a:off x="3575160" y="4484520"/>
            <a:ext cx="185760" cy="192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"/>
          <p:cNvSpPr/>
          <p:nvPr/>
        </p:nvSpPr>
        <p:spPr>
          <a:xfrm>
            <a:off x="3760920" y="4676760"/>
            <a:ext cx="13176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"/>
          <p:cNvSpPr/>
          <p:nvPr/>
        </p:nvSpPr>
        <p:spPr>
          <a:xfrm>
            <a:off x="3892680" y="4815000"/>
            <a:ext cx="538200" cy="555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5" name=""/>
          <p:cNvGrpSpPr/>
          <p:nvPr/>
        </p:nvGrpSpPr>
        <p:grpSpPr>
          <a:xfrm>
            <a:off x="5505480" y="1576440"/>
            <a:ext cx="605160" cy="200520"/>
            <a:chOff x="5505480" y="1576440"/>
            <a:chExt cx="605160" cy="200520"/>
          </a:xfrm>
        </p:grpSpPr>
        <p:sp>
          <p:nvSpPr>
            <p:cNvPr id="1276" name=""/>
            <p:cNvSpPr/>
            <p:nvPr/>
          </p:nvSpPr>
          <p:spPr>
            <a:xfrm>
              <a:off x="550548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7" name=""/>
            <p:cNvSpPr/>
            <p:nvPr/>
          </p:nvSpPr>
          <p:spPr>
            <a:xfrm>
              <a:off x="5611320" y="157644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NEGRA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78" name=""/>
          <p:cNvGrpSpPr/>
          <p:nvPr/>
        </p:nvGrpSpPr>
        <p:grpSpPr>
          <a:xfrm>
            <a:off x="4632480" y="2346480"/>
            <a:ext cx="555120" cy="200520"/>
            <a:chOff x="4632480" y="2346480"/>
            <a:chExt cx="555120" cy="200520"/>
          </a:xfrm>
        </p:grpSpPr>
        <p:sp>
          <p:nvSpPr>
            <p:cNvPr id="1279" name=""/>
            <p:cNvSpPr/>
            <p:nvPr/>
          </p:nvSpPr>
          <p:spPr>
            <a:xfrm>
              <a:off x="4632480" y="2359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0" name=""/>
            <p:cNvSpPr/>
            <p:nvPr/>
          </p:nvSpPr>
          <p:spPr>
            <a:xfrm>
              <a:off x="4737240" y="23464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MATIV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1" name=""/>
          <p:cNvGrpSpPr/>
          <p:nvPr/>
        </p:nvGrpSpPr>
        <p:grpSpPr>
          <a:xfrm>
            <a:off x="4861080" y="2913120"/>
            <a:ext cx="540000" cy="200520"/>
            <a:chOff x="4861080" y="2913120"/>
            <a:chExt cx="540000" cy="200520"/>
          </a:xfrm>
        </p:grpSpPr>
        <p:sp>
          <p:nvSpPr>
            <p:cNvPr id="1282" name=""/>
            <p:cNvSpPr/>
            <p:nvPr/>
          </p:nvSpPr>
          <p:spPr>
            <a:xfrm>
              <a:off x="4861080" y="2925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3" name=""/>
            <p:cNvSpPr/>
            <p:nvPr/>
          </p:nvSpPr>
          <p:spPr>
            <a:xfrm>
              <a:off x="4980960" y="291312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AMIKI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4" name=""/>
          <p:cNvGrpSpPr/>
          <p:nvPr/>
        </p:nvGrpSpPr>
        <p:grpSpPr>
          <a:xfrm>
            <a:off x="4921200" y="3772080"/>
            <a:ext cx="483840" cy="200520"/>
            <a:chOff x="4921200" y="3772080"/>
            <a:chExt cx="483840" cy="200520"/>
          </a:xfrm>
        </p:grpSpPr>
        <p:sp>
          <p:nvSpPr>
            <p:cNvPr id="1285" name=""/>
            <p:cNvSpPr/>
            <p:nvPr/>
          </p:nvSpPr>
          <p:spPr>
            <a:xfrm>
              <a:off x="4921200" y="3784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6" name=""/>
            <p:cNvSpPr/>
            <p:nvPr/>
          </p:nvSpPr>
          <p:spPr>
            <a:xfrm>
              <a:off x="5047560" y="377208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ZUE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7" name=""/>
          <p:cNvGrpSpPr/>
          <p:nvPr/>
        </p:nvGrpSpPr>
        <p:grpSpPr>
          <a:xfrm>
            <a:off x="4813200" y="4383000"/>
            <a:ext cx="553320" cy="200520"/>
            <a:chOff x="4813200" y="4383000"/>
            <a:chExt cx="553320" cy="200520"/>
          </a:xfrm>
        </p:grpSpPr>
        <p:sp>
          <p:nvSpPr>
            <p:cNvPr id="1288" name=""/>
            <p:cNvSpPr/>
            <p:nvPr/>
          </p:nvSpPr>
          <p:spPr>
            <a:xfrm>
              <a:off x="4813200" y="43959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9" name=""/>
            <p:cNvSpPr/>
            <p:nvPr/>
          </p:nvSpPr>
          <p:spPr>
            <a:xfrm>
              <a:off x="4920480" y="438300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ZH701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0" name=""/>
          <p:cNvGrpSpPr/>
          <p:nvPr/>
        </p:nvGrpSpPr>
        <p:grpSpPr>
          <a:xfrm>
            <a:off x="3925800" y="4056120"/>
            <a:ext cx="462960" cy="200520"/>
            <a:chOff x="3925800" y="4056120"/>
            <a:chExt cx="462960" cy="200520"/>
          </a:xfrm>
        </p:grpSpPr>
        <p:sp>
          <p:nvSpPr>
            <p:cNvPr id="1291" name=""/>
            <p:cNvSpPr/>
            <p:nvPr/>
          </p:nvSpPr>
          <p:spPr>
            <a:xfrm>
              <a:off x="3925800" y="4079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2" name=""/>
            <p:cNvSpPr/>
            <p:nvPr/>
          </p:nvSpPr>
          <p:spPr>
            <a:xfrm>
              <a:off x="4031280" y="40561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TRA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3" name=""/>
          <p:cNvGrpSpPr/>
          <p:nvPr/>
        </p:nvGrpSpPr>
        <p:grpSpPr>
          <a:xfrm>
            <a:off x="3524400" y="4421160"/>
            <a:ext cx="497880" cy="200520"/>
            <a:chOff x="3524400" y="4421160"/>
            <a:chExt cx="497880" cy="200520"/>
          </a:xfrm>
        </p:grpSpPr>
        <p:sp>
          <p:nvSpPr>
            <p:cNvPr id="1294" name=""/>
            <p:cNvSpPr/>
            <p:nvPr/>
          </p:nvSpPr>
          <p:spPr>
            <a:xfrm>
              <a:off x="3524400" y="44337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5" name=""/>
            <p:cNvSpPr/>
            <p:nvPr/>
          </p:nvSpPr>
          <p:spPr>
            <a:xfrm>
              <a:off x="3635640" y="442116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6" name=""/>
          <p:cNvGrpSpPr/>
          <p:nvPr/>
        </p:nvGrpSpPr>
        <p:grpSpPr>
          <a:xfrm>
            <a:off x="3719520" y="4613400"/>
            <a:ext cx="482040" cy="200520"/>
            <a:chOff x="3719520" y="4613400"/>
            <a:chExt cx="482040" cy="200520"/>
          </a:xfrm>
        </p:grpSpPr>
        <p:sp>
          <p:nvSpPr>
            <p:cNvPr id="1297" name=""/>
            <p:cNvSpPr/>
            <p:nvPr/>
          </p:nvSpPr>
          <p:spPr>
            <a:xfrm>
              <a:off x="3719520" y="4637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8" name=""/>
            <p:cNvSpPr/>
            <p:nvPr/>
          </p:nvSpPr>
          <p:spPr>
            <a:xfrm>
              <a:off x="3805920" y="461340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CF14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99" name=""/>
          <p:cNvGrpSpPr/>
          <p:nvPr/>
        </p:nvGrpSpPr>
        <p:grpSpPr>
          <a:xfrm>
            <a:off x="3852720" y="4751280"/>
            <a:ext cx="561600" cy="200520"/>
            <a:chOff x="3852720" y="4751280"/>
            <a:chExt cx="561600" cy="200520"/>
          </a:xfrm>
        </p:grpSpPr>
        <p:sp>
          <p:nvSpPr>
            <p:cNvPr id="1300" name=""/>
            <p:cNvSpPr/>
            <p:nvPr/>
          </p:nvSpPr>
          <p:spPr>
            <a:xfrm>
              <a:off x="3852720" y="47736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1" name=""/>
            <p:cNvSpPr/>
            <p:nvPr/>
          </p:nvSpPr>
          <p:spPr>
            <a:xfrm>
              <a:off x="3910680" y="475128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OSNEM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2" name=""/>
          <p:cNvGrpSpPr/>
          <p:nvPr/>
        </p:nvGrpSpPr>
        <p:grpSpPr>
          <a:xfrm>
            <a:off x="4367160" y="5307120"/>
            <a:ext cx="543240" cy="200520"/>
            <a:chOff x="4367160" y="5307120"/>
            <a:chExt cx="543240" cy="200520"/>
          </a:xfrm>
        </p:grpSpPr>
        <p:sp>
          <p:nvSpPr>
            <p:cNvPr id="1303" name=""/>
            <p:cNvSpPr/>
            <p:nvPr/>
          </p:nvSpPr>
          <p:spPr>
            <a:xfrm>
              <a:off x="4367160" y="530712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4" name=""/>
            <p:cNvSpPr/>
            <p:nvPr/>
          </p:nvSpPr>
          <p:spPr>
            <a:xfrm>
              <a:off x="4484160" y="53071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5" name=""/>
          <p:cNvGrpSpPr/>
          <p:nvPr/>
        </p:nvGrpSpPr>
        <p:grpSpPr>
          <a:xfrm>
            <a:off x="7924680" y="2971800"/>
            <a:ext cx="479160" cy="200520"/>
            <a:chOff x="7924680" y="2971800"/>
            <a:chExt cx="479160" cy="200520"/>
          </a:xfrm>
        </p:grpSpPr>
        <p:sp>
          <p:nvSpPr>
            <p:cNvPr id="1306" name=""/>
            <p:cNvSpPr/>
            <p:nvPr/>
          </p:nvSpPr>
          <p:spPr>
            <a:xfrm>
              <a:off x="7924680" y="29782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7" name=""/>
            <p:cNvSpPr/>
            <p:nvPr/>
          </p:nvSpPr>
          <p:spPr>
            <a:xfrm>
              <a:off x="806616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8" name=""/>
          <p:cNvGrpSpPr/>
          <p:nvPr/>
        </p:nvGrpSpPr>
        <p:grpSpPr>
          <a:xfrm>
            <a:off x="6705720" y="4952880"/>
            <a:ext cx="461160" cy="200520"/>
            <a:chOff x="6705720" y="4952880"/>
            <a:chExt cx="461160" cy="200520"/>
          </a:xfrm>
        </p:grpSpPr>
        <p:sp>
          <p:nvSpPr>
            <p:cNvPr id="1309" name=""/>
            <p:cNvSpPr/>
            <p:nvPr/>
          </p:nvSpPr>
          <p:spPr>
            <a:xfrm>
              <a:off x="6705720" y="49672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0" name=""/>
            <p:cNvSpPr/>
            <p:nvPr/>
          </p:nvSpPr>
          <p:spPr>
            <a:xfrm>
              <a:off x="682920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1" name=""/>
          <p:cNvGrpSpPr/>
          <p:nvPr/>
        </p:nvGrpSpPr>
        <p:grpSpPr>
          <a:xfrm>
            <a:off x="3809880" y="2819520"/>
            <a:ext cx="461880" cy="200520"/>
            <a:chOff x="3809880" y="2819520"/>
            <a:chExt cx="461880" cy="200520"/>
          </a:xfrm>
        </p:grpSpPr>
        <p:sp>
          <p:nvSpPr>
            <p:cNvPr id="1312" name=""/>
            <p:cNvSpPr/>
            <p:nvPr/>
          </p:nvSpPr>
          <p:spPr>
            <a:xfrm>
              <a:off x="3809880" y="28350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3" name=""/>
            <p:cNvSpPr/>
            <p:nvPr/>
          </p:nvSpPr>
          <p:spPr>
            <a:xfrm>
              <a:off x="393408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4" name=""/>
          <p:cNvGrpSpPr/>
          <p:nvPr/>
        </p:nvGrpSpPr>
        <p:grpSpPr>
          <a:xfrm>
            <a:off x="3048120" y="5486400"/>
            <a:ext cx="461160" cy="200520"/>
            <a:chOff x="3048120" y="5486400"/>
            <a:chExt cx="461160" cy="200520"/>
          </a:xfrm>
        </p:grpSpPr>
        <p:sp>
          <p:nvSpPr>
            <p:cNvPr id="1315" name=""/>
            <p:cNvSpPr/>
            <p:nvPr/>
          </p:nvSpPr>
          <p:spPr>
            <a:xfrm>
              <a:off x="3048120" y="550224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6" name=""/>
            <p:cNvSpPr/>
            <p:nvPr/>
          </p:nvSpPr>
          <p:spPr>
            <a:xfrm>
              <a:off x="317160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7" name=""/>
          <p:cNvGrpSpPr/>
          <p:nvPr/>
        </p:nvGrpSpPr>
        <p:grpSpPr>
          <a:xfrm>
            <a:off x="4952880" y="457200"/>
            <a:ext cx="461520" cy="200520"/>
            <a:chOff x="4952880" y="457200"/>
            <a:chExt cx="461520" cy="200520"/>
          </a:xfrm>
        </p:grpSpPr>
        <p:sp>
          <p:nvSpPr>
            <p:cNvPr id="1318" name=""/>
            <p:cNvSpPr/>
            <p:nvPr/>
          </p:nvSpPr>
          <p:spPr>
            <a:xfrm>
              <a:off x="4952880" y="471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9" name=""/>
            <p:cNvSpPr/>
            <p:nvPr/>
          </p:nvSpPr>
          <p:spPr>
            <a:xfrm>
              <a:off x="507672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0" name=""/>
          <p:cNvGrpSpPr/>
          <p:nvPr/>
        </p:nvGrpSpPr>
        <p:grpSpPr>
          <a:xfrm>
            <a:off x="5867280" y="4114800"/>
            <a:ext cx="461880" cy="200520"/>
            <a:chOff x="5867280" y="4114800"/>
            <a:chExt cx="461880" cy="200520"/>
          </a:xfrm>
        </p:grpSpPr>
        <p:sp>
          <p:nvSpPr>
            <p:cNvPr id="1321" name=""/>
            <p:cNvSpPr/>
            <p:nvPr/>
          </p:nvSpPr>
          <p:spPr>
            <a:xfrm>
              <a:off x="5867280" y="41306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2" name=""/>
            <p:cNvSpPr/>
            <p:nvPr/>
          </p:nvSpPr>
          <p:spPr>
            <a:xfrm>
              <a:off x="599148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3" name=""/>
          <p:cNvGrpSpPr/>
          <p:nvPr/>
        </p:nvGrpSpPr>
        <p:grpSpPr>
          <a:xfrm>
            <a:off x="2438280" y="914400"/>
            <a:ext cx="461520" cy="200520"/>
            <a:chOff x="2438280" y="914400"/>
            <a:chExt cx="461520" cy="200520"/>
          </a:xfrm>
        </p:grpSpPr>
        <p:sp>
          <p:nvSpPr>
            <p:cNvPr id="1324" name=""/>
            <p:cNvSpPr/>
            <p:nvPr/>
          </p:nvSpPr>
          <p:spPr>
            <a:xfrm>
              <a:off x="2438280" y="928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5" name=""/>
            <p:cNvSpPr/>
            <p:nvPr/>
          </p:nvSpPr>
          <p:spPr>
            <a:xfrm>
              <a:off x="256212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6" name=""/>
          <p:cNvGrpSpPr/>
          <p:nvPr/>
        </p:nvGrpSpPr>
        <p:grpSpPr>
          <a:xfrm>
            <a:off x="6019920" y="2286000"/>
            <a:ext cx="460080" cy="200520"/>
            <a:chOff x="6019920" y="2286000"/>
            <a:chExt cx="460080" cy="200520"/>
          </a:xfrm>
        </p:grpSpPr>
        <p:sp>
          <p:nvSpPr>
            <p:cNvPr id="1327" name=""/>
            <p:cNvSpPr/>
            <p:nvPr/>
          </p:nvSpPr>
          <p:spPr>
            <a:xfrm>
              <a:off x="6019920" y="230184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8" name=""/>
            <p:cNvSpPr/>
            <p:nvPr/>
          </p:nvSpPr>
          <p:spPr>
            <a:xfrm>
              <a:off x="614232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9" name=""/>
          <p:cNvGrpSpPr/>
          <p:nvPr/>
        </p:nvGrpSpPr>
        <p:grpSpPr>
          <a:xfrm>
            <a:off x="5867280" y="3200400"/>
            <a:ext cx="461880" cy="200520"/>
            <a:chOff x="5867280" y="3200400"/>
            <a:chExt cx="461880" cy="200520"/>
          </a:xfrm>
        </p:grpSpPr>
        <p:sp>
          <p:nvSpPr>
            <p:cNvPr id="1330" name=""/>
            <p:cNvSpPr/>
            <p:nvPr/>
          </p:nvSpPr>
          <p:spPr>
            <a:xfrm>
              <a:off x="5867280" y="3214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1" name=""/>
            <p:cNvSpPr/>
            <p:nvPr/>
          </p:nvSpPr>
          <p:spPr>
            <a:xfrm>
              <a:off x="599148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2" name=""/>
          <p:cNvGrpSpPr/>
          <p:nvPr/>
        </p:nvGrpSpPr>
        <p:grpSpPr>
          <a:xfrm>
            <a:off x="4267080" y="3657600"/>
            <a:ext cx="461880" cy="200520"/>
            <a:chOff x="4267080" y="3657600"/>
            <a:chExt cx="461880" cy="200520"/>
          </a:xfrm>
        </p:grpSpPr>
        <p:sp>
          <p:nvSpPr>
            <p:cNvPr id="1333" name=""/>
            <p:cNvSpPr/>
            <p:nvPr/>
          </p:nvSpPr>
          <p:spPr>
            <a:xfrm>
              <a:off x="4267080" y="3673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4" name=""/>
            <p:cNvSpPr/>
            <p:nvPr/>
          </p:nvSpPr>
          <p:spPr>
            <a:xfrm>
              <a:off x="439128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5" name=""/>
          <p:cNvGrpSpPr/>
          <p:nvPr/>
        </p:nvGrpSpPr>
        <p:grpSpPr>
          <a:xfrm>
            <a:off x="5486400" y="6172200"/>
            <a:ext cx="461880" cy="200520"/>
            <a:chOff x="5486400" y="6172200"/>
            <a:chExt cx="461880" cy="200520"/>
          </a:xfrm>
        </p:grpSpPr>
        <p:sp>
          <p:nvSpPr>
            <p:cNvPr id="1336" name=""/>
            <p:cNvSpPr/>
            <p:nvPr/>
          </p:nvSpPr>
          <p:spPr>
            <a:xfrm>
              <a:off x="5486400" y="6188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7" name=""/>
            <p:cNvSpPr/>
            <p:nvPr/>
          </p:nvSpPr>
          <p:spPr>
            <a:xfrm>
              <a:off x="56106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8" name=""/>
          <p:cNvGrpSpPr/>
          <p:nvPr/>
        </p:nvGrpSpPr>
        <p:grpSpPr>
          <a:xfrm>
            <a:off x="5486400" y="5029200"/>
            <a:ext cx="461880" cy="200520"/>
            <a:chOff x="5486400" y="5029200"/>
            <a:chExt cx="461880" cy="200520"/>
          </a:xfrm>
        </p:grpSpPr>
        <p:sp>
          <p:nvSpPr>
            <p:cNvPr id="1339" name=""/>
            <p:cNvSpPr/>
            <p:nvPr/>
          </p:nvSpPr>
          <p:spPr>
            <a:xfrm>
              <a:off x="5486400" y="5043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0" name=""/>
            <p:cNvSpPr/>
            <p:nvPr/>
          </p:nvSpPr>
          <p:spPr>
            <a:xfrm>
              <a:off x="56106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1" name=""/>
          <p:cNvGrpSpPr/>
          <p:nvPr/>
        </p:nvGrpSpPr>
        <p:grpSpPr>
          <a:xfrm>
            <a:off x="6172200" y="838080"/>
            <a:ext cx="460080" cy="200520"/>
            <a:chOff x="6172200" y="838080"/>
            <a:chExt cx="460080" cy="200520"/>
          </a:xfrm>
        </p:grpSpPr>
        <p:sp>
          <p:nvSpPr>
            <p:cNvPr id="1342" name=""/>
            <p:cNvSpPr/>
            <p:nvPr/>
          </p:nvSpPr>
          <p:spPr>
            <a:xfrm>
              <a:off x="6172200" y="853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3" name=""/>
            <p:cNvSpPr/>
            <p:nvPr/>
          </p:nvSpPr>
          <p:spPr>
            <a:xfrm>
              <a:off x="629460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4" name=""/>
          <p:cNvGrpSpPr/>
          <p:nvPr/>
        </p:nvGrpSpPr>
        <p:grpSpPr>
          <a:xfrm>
            <a:off x="3983040" y="6094440"/>
            <a:ext cx="468720" cy="200520"/>
            <a:chOff x="3983040" y="6094440"/>
            <a:chExt cx="468720" cy="200520"/>
          </a:xfrm>
        </p:grpSpPr>
        <p:sp>
          <p:nvSpPr>
            <p:cNvPr id="1345" name=""/>
            <p:cNvSpPr/>
            <p:nvPr/>
          </p:nvSpPr>
          <p:spPr>
            <a:xfrm>
              <a:off x="3983040" y="610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6" name=""/>
            <p:cNvSpPr/>
            <p:nvPr/>
          </p:nvSpPr>
          <p:spPr>
            <a:xfrm>
              <a:off x="4114080" y="609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7" name=""/>
          <p:cNvGrpSpPr/>
          <p:nvPr/>
        </p:nvGrpSpPr>
        <p:grpSpPr>
          <a:xfrm>
            <a:off x="3198960" y="3681360"/>
            <a:ext cx="468720" cy="200520"/>
            <a:chOff x="3198960" y="3681360"/>
            <a:chExt cx="468720" cy="200520"/>
          </a:xfrm>
        </p:grpSpPr>
        <p:sp>
          <p:nvSpPr>
            <p:cNvPr id="1348" name=""/>
            <p:cNvSpPr/>
            <p:nvPr/>
          </p:nvSpPr>
          <p:spPr>
            <a:xfrm>
              <a:off x="3198960" y="36972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9" name=""/>
            <p:cNvSpPr/>
            <p:nvPr/>
          </p:nvSpPr>
          <p:spPr>
            <a:xfrm>
              <a:off x="3330000" y="3681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0" name=""/>
          <p:cNvGrpSpPr/>
          <p:nvPr/>
        </p:nvGrpSpPr>
        <p:grpSpPr>
          <a:xfrm>
            <a:off x="990720" y="2743200"/>
            <a:ext cx="461160" cy="200520"/>
            <a:chOff x="990720" y="2743200"/>
            <a:chExt cx="461160" cy="200520"/>
          </a:xfrm>
        </p:grpSpPr>
        <p:sp>
          <p:nvSpPr>
            <p:cNvPr id="1351" name=""/>
            <p:cNvSpPr/>
            <p:nvPr/>
          </p:nvSpPr>
          <p:spPr>
            <a:xfrm>
              <a:off x="990720" y="275904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2" name=""/>
            <p:cNvSpPr/>
            <p:nvPr/>
          </p:nvSpPr>
          <p:spPr>
            <a:xfrm>
              <a:off x="111420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3" name=""/>
          <p:cNvGrpSpPr/>
          <p:nvPr/>
        </p:nvGrpSpPr>
        <p:grpSpPr>
          <a:xfrm>
            <a:off x="2819520" y="4648320"/>
            <a:ext cx="461160" cy="200520"/>
            <a:chOff x="2819520" y="4648320"/>
            <a:chExt cx="461160" cy="200520"/>
          </a:xfrm>
        </p:grpSpPr>
        <p:sp>
          <p:nvSpPr>
            <p:cNvPr id="1354" name=""/>
            <p:cNvSpPr/>
            <p:nvPr/>
          </p:nvSpPr>
          <p:spPr>
            <a:xfrm>
              <a:off x="2819520" y="4662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5" name=""/>
            <p:cNvSpPr/>
            <p:nvPr/>
          </p:nvSpPr>
          <p:spPr>
            <a:xfrm>
              <a:off x="294300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6" name=""/>
          <p:cNvGrpSpPr/>
          <p:nvPr/>
        </p:nvGrpSpPr>
        <p:grpSpPr>
          <a:xfrm>
            <a:off x="3962520" y="1828800"/>
            <a:ext cx="461520" cy="200520"/>
            <a:chOff x="3962520" y="1828800"/>
            <a:chExt cx="461520" cy="200520"/>
          </a:xfrm>
        </p:grpSpPr>
        <p:sp>
          <p:nvSpPr>
            <p:cNvPr id="1357" name=""/>
            <p:cNvSpPr/>
            <p:nvPr/>
          </p:nvSpPr>
          <p:spPr>
            <a:xfrm>
              <a:off x="3962520" y="1844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8" name=""/>
            <p:cNvSpPr/>
            <p:nvPr/>
          </p:nvSpPr>
          <p:spPr>
            <a:xfrm>
              <a:off x="408636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59" name=""/>
          <p:cNvGrpSpPr/>
          <p:nvPr/>
        </p:nvGrpSpPr>
        <p:grpSpPr>
          <a:xfrm>
            <a:off x="3886200" y="4191120"/>
            <a:ext cx="460080" cy="200520"/>
            <a:chOff x="3886200" y="4191120"/>
            <a:chExt cx="460080" cy="200520"/>
          </a:xfrm>
        </p:grpSpPr>
        <p:sp>
          <p:nvSpPr>
            <p:cNvPr id="1360" name=""/>
            <p:cNvSpPr/>
            <p:nvPr/>
          </p:nvSpPr>
          <p:spPr>
            <a:xfrm>
              <a:off x="3886200" y="4206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1" name=""/>
            <p:cNvSpPr/>
            <p:nvPr/>
          </p:nvSpPr>
          <p:spPr>
            <a:xfrm>
              <a:off x="400860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2" name=""/>
          <p:cNvGrpSpPr/>
          <p:nvPr/>
        </p:nvGrpSpPr>
        <p:grpSpPr>
          <a:xfrm>
            <a:off x="4800600" y="1295280"/>
            <a:ext cx="461880" cy="200520"/>
            <a:chOff x="4800600" y="1295280"/>
            <a:chExt cx="461880" cy="200520"/>
          </a:xfrm>
        </p:grpSpPr>
        <p:sp>
          <p:nvSpPr>
            <p:cNvPr id="1363" name=""/>
            <p:cNvSpPr/>
            <p:nvPr/>
          </p:nvSpPr>
          <p:spPr>
            <a:xfrm>
              <a:off x="4800600" y="13111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4" name=""/>
            <p:cNvSpPr/>
            <p:nvPr/>
          </p:nvSpPr>
          <p:spPr>
            <a:xfrm>
              <a:off x="492480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65" name="Rounded Rectangle 1364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366" name="Oval 1365"/>
          <p:cNvSpPr/>
          <p:nvPr/>
        </p:nvSpPr>
        <p:spPr>
          <a:xfrm>
            <a:off x="7821738" y="28753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7861738" y="29153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368" name="Rounded Rectangle 1367"/>
          <p:cNvSpPr/>
          <p:nvPr/>
        </p:nvSpPr>
        <p:spPr>
          <a:xfrm>
            <a:off x="8131738" y="29353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369" name="Oval 1368"/>
          <p:cNvSpPr/>
          <p:nvPr/>
        </p:nvSpPr>
        <p:spPr>
          <a:xfrm>
            <a:off x="6593955" y="485570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6633955" y="489570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371" name="Rounded Rectangle 1370"/>
          <p:cNvSpPr/>
          <p:nvPr/>
        </p:nvSpPr>
        <p:spPr>
          <a:xfrm>
            <a:off x="6903955" y="491570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372" name="Oval 1371"/>
          <p:cNvSpPr/>
          <p:nvPr/>
        </p:nvSpPr>
        <p:spPr>
          <a:xfrm>
            <a:off x="3698298" y="27232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3738298" y="27632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374" name="Rounded Rectangle 1373"/>
          <p:cNvSpPr/>
          <p:nvPr/>
        </p:nvSpPr>
        <p:spPr>
          <a:xfrm>
            <a:off x="4008298" y="27832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375" name="Oval 1374"/>
          <p:cNvSpPr/>
          <p:nvPr/>
        </p:nvSpPr>
        <p:spPr>
          <a:xfrm>
            <a:off x="2936352" y="538976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2976352" y="542976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377" name="Rounded Rectangle 1376"/>
          <p:cNvSpPr/>
          <p:nvPr/>
        </p:nvSpPr>
        <p:spPr>
          <a:xfrm>
            <a:off x="3246352" y="544976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378" name="Oval 1377"/>
          <p:cNvSpPr/>
          <p:nvPr/>
        </p:nvSpPr>
        <p:spPr>
          <a:xfrm>
            <a:off x="4841295" y="3596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4881295" y="3996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380" name="Rounded Rectangle 1379"/>
          <p:cNvSpPr/>
          <p:nvPr/>
        </p:nvSpPr>
        <p:spPr>
          <a:xfrm>
            <a:off x="5151295" y="4196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381" name="Oval 1380"/>
          <p:cNvSpPr/>
          <p:nvPr/>
        </p:nvSpPr>
        <p:spPr>
          <a:xfrm>
            <a:off x="5755695" y="401834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5795695" y="405834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383" name="Rounded Rectangle 1382"/>
          <p:cNvSpPr/>
          <p:nvPr/>
        </p:nvSpPr>
        <p:spPr>
          <a:xfrm>
            <a:off x="6065695" y="407834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384" name="Oval 1383"/>
          <p:cNvSpPr/>
          <p:nvPr/>
        </p:nvSpPr>
        <p:spPr>
          <a:xfrm>
            <a:off x="2326697" y="81722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2366697" y="85722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386" name="Rounded Rectangle 1385"/>
          <p:cNvSpPr/>
          <p:nvPr/>
        </p:nvSpPr>
        <p:spPr>
          <a:xfrm>
            <a:off x="2636697" y="87722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387" name="Oval 1386"/>
          <p:cNvSpPr/>
          <p:nvPr/>
        </p:nvSpPr>
        <p:spPr>
          <a:xfrm>
            <a:off x="5907433" y="21893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5947433" y="22293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389" name="Rounded Rectangle 1388"/>
          <p:cNvSpPr/>
          <p:nvPr/>
        </p:nvSpPr>
        <p:spPr>
          <a:xfrm>
            <a:off x="6217433" y="22493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390" name="Oval 1389"/>
          <p:cNvSpPr/>
          <p:nvPr/>
        </p:nvSpPr>
        <p:spPr>
          <a:xfrm>
            <a:off x="5755695" y="31032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5795695" y="31432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392" name="Rounded Rectangle 1391"/>
          <p:cNvSpPr/>
          <p:nvPr/>
        </p:nvSpPr>
        <p:spPr>
          <a:xfrm>
            <a:off x="6065695" y="31632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393" name="Oval 1392"/>
          <p:cNvSpPr/>
          <p:nvPr/>
        </p:nvSpPr>
        <p:spPr>
          <a:xfrm>
            <a:off x="4155499" y="35618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4195499" y="36018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395" name="Rounded Rectangle 1394"/>
          <p:cNvSpPr/>
          <p:nvPr/>
        </p:nvSpPr>
        <p:spPr>
          <a:xfrm>
            <a:off x="4465499" y="36218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396" name="Oval 1395"/>
          <p:cNvSpPr/>
          <p:nvPr/>
        </p:nvSpPr>
        <p:spPr>
          <a:xfrm>
            <a:off x="5374818" y="6076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5414818" y="6116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398" name="Rounded Rectangle 1397"/>
          <p:cNvSpPr/>
          <p:nvPr/>
        </p:nvSpPr>
        <p:spPr>
          <a:xfrm>
            <a:off x="5684818" y="6136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399" name="Oval 1398"/>
          <p:cNvSpPr/>
          <p:nvPr/>
        </p:nvSpPr>
        <p:spPr>
          <a:xfrm>
            <a:off x="5374818" y="49320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5414818" y="49720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401" name="Rounded Rectangle 1400"/>
          <p:cNvSpPr/>
          <p:nvPr/>
        </p:nvSpPr>
        <p:spPr>
          <a:xfrm>
            <a:off x="5684818" y="49920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402" name="Oval 1401"/>
          <p:cNvSpPr/>
          <p:nvPr/>
        </p:nvSpPr>
        <p:spPr>
          <a:xfrm>
            <a:off x="6059897" y="74234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6099897" y="78234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404" name="Rounded Rectangle 1403"/>
          <p:cNvSpPr/>
          <p:nvPr/>
        </p:nvSpPr>
        <p:spPr>
          <a:xfrm>
            <a:off x="6369897" y="80234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405" name="Oval 1404"/>
          <p:cNvSpPr/>
          <p:nvPr/>
        </p:nvSpPr>
        <p:spPr>
          <a:xfrm>
            <a:off x="3871455" y="59972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3911455" y="60372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407" name="Rounded Rectangle 1406"/>
          <p:cNvSpPr/>
          <p:nvPr/>
        </p:nvSpPr>
        <p:spPr>
          <a:xfrm>
            <a:off x="4181455" y="60572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408" name="Oval 1407"/>
          <p:cNvSpPr/>
          <p:nvPr/>
        </p:nvSpPr>
        <p:spPr>
          <a:xfrm>
            <a:off x="3087373" y="35849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3127373" y="36249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410" name="Rounded Rectangle 1409"/>
          <p:cNvSpPr/>
          <p:nvPr/>
        </p:nvSpPr>
        <p:spPr>
          <a:xfrm>
            <a:off x="3397373" y="36449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411" name="Oval 1410"/>
          <p:cNvSpPr/>
          <p:nvPr/>
        </p:nvSpPr>
        <p:spPr>
          <a:xfrm>
            <a:off x="878955" y="26465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918955" y="26865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413" name="Rounded Rectangle 1412"/>
          <p:cNvSpPr/>
          <p:nvPr/>
        </p:nvSpPr>
        <p:spPr>
          <a:xfrm>
            <a:off x="1188955" y="27065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414" name="Oval 1413"/>
          <p:cNvSpPr/>
          <p:nvPr/>
        </p:nvSpPr>
        <p:spPr>
          <a:xfrm>
            <a:off x="2707756" y="45507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2747756" y="45907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416" name="Rounded Rectangle 1415"/>
          <p:cNvSpPr/>
          <p:nvPr/>
        </p:nvSpPr>
        <p:spPr>
          <a:xfrm>
            <a:off x="3017756" y="46107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417" name="Oval 1416"/>
          <p:cNvSpPr/>
          <p:nvPr/>
        </p:nvSpPr>
        <p:spPr>
          <a:xfrm>
            <a:off x="3850934" y="17328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3890934" y="17728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419" name="Rounded Rectangle 1418"/>
          <p:cNvSpPr/>
          <p:nvPr/>
        </p:nvSpPr>
        <p:spPr>
          <a:xfrm>
            <a:off x="4160934" y="17928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420" name="Oval 1419"/>
          <p:cNvSpPr/>
          <p:nvPr/>
        </p:nvSpPr>
        <p:spPr>
          <a:xfrm>
            <a:off x="3773713" y="409538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3813713" y="413538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422" name="Rounded Rectangle 1421"/>
          <p:cNvSpPr/>
          <p:nvPr/>
        </p:nvSpPr>
        <p:spPr>
          <a:xfrm>
            <a:off x="4083713" y="415538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423" name="Oval 1422"/>
          <p:cNvSpPr/>
          <p:nvPr/>
        </p:nvSpPr>
        <p:spPr>
          <a:xfrm>
            <a:off x="4689012" y="119882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4729012" y="123882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425" name="Rounded Rectangle 1424"/>
          <p:cNvSpPr/>
          <p:nvPr/>
        </p:nvSpPr>
        <p:spPr>
          <a:xfrm>
            <a:off x="4999012" y="125882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"/>
          <p:cNvSpPr/>
          <p:nvPr/>
        </p:nvSpPr>
        <p:spPr>
          <a:xfrm>
            <a:off x="3145680" y="50760"/>
            <a:ext cx="285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14: LSZH | RWY 34 | STAR BLM2G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"/>
          <p:cNvSpPr/>
          <p:nvPr/>
        </p:nvSpPr>
        <p:spPr>
          <a:xfrm>
            <a:off x="1901880" y="2382840"/>
            <a:ext cx="982440" cy="320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"/>
          <p:cNvSpPr/>
          <p:nvPr/>
        </p:nvSpPr>
        <p:spPr>
          <a:xfrm>
            <a:off x="2884320" y="2703600"/>
            <a:ext cx="1254240" cy="406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"/>
          <p:cNvSpPr/>
          <p:nvPr/>
        </p:nvSpPr>
        <p:spPr>
          <a:xfrm>
            <a:off x="4138560" y="3110040"/>
            <a:ext cx="2082960" cy="255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"/>
          <p:cNvSpPr/>
          <p:nvPr/>
        </p:nvSpPr>
        <p:spPr>
          <a:xfrm>
            <a:off x="6221520" y="3365640"/>
            <a:ext cx="1020600" cy="1261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"/>
          <p:cNvSpPr/>
          <p:nvPr/>
        </p:nvSpPr>
        <p:spPr>
          <a:xfrm flipH="1" flipV="1">
            <a:off x="6700680" y="3981600"/>
            <a:ext cx="541440" cy="645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"/>
          <p:cNvSpPr/>
          <p:nvPr/>
        </p:nvSpPr>
        <p:spPr>
          <a:xfrm flipH="1" flipV="1">
            <a:off x="6571800" y="3718080"/>
            <a:ext cx="128520" cy="263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"/>
          <p:cNvSpPr/>
          <p:nvPr/>
        </p:nvSpPr>
        <p:spPr>
          <a:xfrm flipH="1" flipV="1">
            <a:off x="6119280" y="2789280"/>
            <a:ext cx="452520" cy="928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73" name=""/>
          <p:cNvGrpSpPr/>
          <p:nvPr/>
        </p:nvGrpSpPr>
        <p:grpSpPr>
          <a:xfrm>
            <a:off x="1838160" y="2319480"/>
            <a:ext cx="516240" cy="200520"/>
            <a:chOff x="1838160" y="2319480"/>
            <a:chExt cx="516240" cy="200520"/>
          </a:xfrm>
        </p:grpSpPr>
        <p:sp>
          <p:nvSpPr>
            <p:cNvPr id="1374" name=""/>
            <p:cNvSpPr/>
            <p:nvPr/>
          </p:nvSpPr>
          <p:spPr>
            <a:xfrm>
              <a:off x="1838160" y="231948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5" name=""/>
            <p:cNvSpPr/>
            <p:nvPr/>
          </p:nvSpPr>
          <p:spPr>
            <a:xfrm>
              <a:off x="1983240" y="231948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BLM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6" name=""/>
          <p:cNvGrpSpPr/>
          <p:nvPr/>
        </p:nvGrpSpPr>
        <p:grpSpPr>
          <a:xfrm>
            <a:off x="2833560" y="2639880"/>
            <a:ext cx="553320" cy="200520"/>
            <a:chOff x="2833560" y="2639880"/>
            <a:chExt cx="553320" cy="200520"/>
          </a:xfrm>
        </p:grpSpPr>
        <p:sp>
          <p:nvSpPr>
            <p:cNvPr id="1377" name=""/>
            <p:cNvSpPr/>
            <p:nvPr/>
          </p:nvSpPr>
          <p:spPr>
            <a:xfrm>
              <a:off x="2833560" y="26528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8" name=""/>
            <p:cNvSpPr/>
            <p:nvPr/>
          </p:nvSpPr>
          <p:spPr>
            <a:xfrm>
              <a:off x="2940840" y="263988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ZH677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9" name=""/>
          <p:cNvGrpSpPr/>
          <p:nvPr/>
        </p:nvGrpSpPr>
        <p:grpSpPr>
          <a:xfrm>
            <a:off x="4087800" y="3046320"/>
            <a:ext cx="555480" cy="200520"/>
            <a:chOff x="4087800" y="3046320"/>
            <a:chExt cx="555480" cy="200520"/>
          </a:xfrm>
        </p:grpSpPr>
        <p:sp>
          <p:nvSpPr>
            <p:cNvPr id="1380" name=""/>
            <p:cNvSpPr/>
            <p:nvPr/>
          </p:nvSpPr>
          <p:spPr>
            <a:xfrm>
              <a:off x="4087800" y="3059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1" name=""/>
            <p:cNvSpPr/>
            <p:nvPr/>
          </p:nvSpPr>
          <p:spPr>
            <a:xfrm>
              <a:off x="4192920" y="304632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GIPOL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2" name=""/>
          <p:cNvGrpSpPr/>
          <p:nvPr/>
        </p:nvGrpSpPr>
        <p:grpSpPr>
          <a:xfrm>
            <a:off x="6170760" y="3301920"/>
            <a:ext cx="483480" cy="200520"/>
            <a:chOff x="6170760" y="3301920"/>
            <a:chExt cx="483480" cy="200520"/>
          </a:xfrm>
        </p:grpSpPr>
        <p:sp>
          <p:nvSpPr>
            <p:cNvPr id="1383" name=""/>
            <p:cNvSpPr/>
            <p:nvPr/>
          </p:nvSpPr>
          <p:spPr>
            <a:xfrm>
              <a:off x="6170760" y="3314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4" name=""/>
            <p:cNvSpPr/>
            <p:nvPr/>
          </p:nvSpPr>
          <p:spPr>
            <a:xfrm>
              <a:off x="6296760" y="33019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5" name=""/>
          <p:cNvGrpSpPr/>
          <p:nvPr/>
        </p:nvGrpSpPr>
        <p:grpSpPr>
          <a:xfrm>
            <a:off x="7191360" y="4564080"/>
            <a:ext cx="553320" cy="200520"/>
            <a:chOff x="7191360" y="4564080"/>
            <a:chExt cx="553320" cy="200520"/>
          </a:xfrm>
        </p:grpSpPr>
        <p:sp>
          <p:nvSpPr>
            <p:cNvPr id="1386" name=""/>
            <p:cNvSpPr/>
            <p:nvPr/>
          </p:nvSpPr>
          <p:spPr>
            <a:xfrm>
              <a:off x="7191360" y="4576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7" name=""/>
            <p:cNvSpPr/>
            <p:nvPr/>
          </p:nvSpPr>
          <p:spPr>
            <a:xfrm>
              <a:off x="7298640" y="456408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ZH726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8" name=""/>
          <p:cNvGrpSpPr/>
          <p:nvPr/>
        </p:nvGrpSpPr>
        <p:grpSpPr>
          <a:xfrm>
            <a:off x="6661080" y="3917880"/>
            <a:ext cx="534960" cy="200520"/>
            <a:chOff x="6661080" y="3917880"/>
            <a:chExt cx="534960" cy="200520"/>
          </a:xfrm>
        </p:grpSpPr>
        <p:sp>
          <p:nvSpPr>
            <p:cNvPr id="1389" name=""/>
            <p:cNvSpPr/>
            <p:nvPr/>
          </p:nvSpPr>
          <p:spPr>
            <a:xfrm>
              <a:off x="6661080" y="39416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0" name=""/>
            <p:cNvSpPr/>
            <p:nvPr/>
          </p:nvSpPr>
          <p:spPr>
            <a:xfrm>
              <a:off x="6745680" y="3917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UTIXO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1" name=""/>
          <p:cNvGrpSpPr/>
          <p:nvPr/>
        </p:nvGrpSpPr>
        <p:grpSpPr>
          <a:xfrm>
            <a:off x="6532560" y="3654360"/>
            <a:ext cx="517320" cy="200520"/>
            <a:chOff x="6532560" y="3654360"/>
            <a:chExt cx="517320" cy="200520"/>
          </a:xfrm>
        </p:grpSpPr>
        <p:sp>
          <p:nvSpPr>
            <p:cNvPr id="1392" name=""/>
            <p:cNvSpPr/>
            <p:nvPr/>
          </p:nvSpPr>
          <p:spPr>
            <a:xfrm>
              <a:off x="6532560" y="367668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3" name=""/>
            <p:cNvSpPr/>
            <p:nvPr/>
          </p:nvSpPr>
          <p:spPr>
            <a:xfrm>
              <a:off x="6634440" y="365436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MILNI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4" name=""/>
          <p:cNvGrpSpPr/>
          <p:nvPr/>
        </p:nvGrpSpPr>
        <p:grpSpPr>
          <a:xfrm>
            <a:off x="6056280" y="2725560"/>
            <a:ext cx="543240" cy="200520"/>
            <a:chOff x="6056280" y="2725560"/>
            <a:chExt cx="543240" cy="200520"/>
          </a:xfrm>
        </p:grpSpPr>
        <p:sp>
          <p:nvSpPr>
            <p:cNvPr id="1395" name=""/>
            <p:cNvSpPr/>
            <p:nvPr/>
          </p:nvSpPr>
          <p:spPr>
            <a:xfrm>
              <a:off x="6056280" y="27255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6" name=""/>
            <p:cNvSpPr/>
            <p:nvPr/>
          </p:nvSpPr>
          <p:spPr>
            <a:xfrm>
              <a:off x="6173280" y="27255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7" name=""/>
          <p:cNvGrpSpPr/>
          <p:nvPr/>
        </p:nvGrpSpPr>
        <p:grpSpPr>
          <a:xfrm>
            <a:off x="2209680" y="3429000"/>
            <a:ext cx="479160" cy="200520"/>
            <a:chOff x="2209680" y="3429000"/>
            <a:chExt cx="479160" cy="200520"/>
          </a:xfrm>
        </p:grpSpPr>
        <p:sp>
          <p:nvSpPr>
            <p:cNvPr id="1398" name=""/>
            <p:cNvSpPr/>
            <p:nvPr/>
          </p:nvSpPr>
          <p:spPr>
            <a:xfrm>
              <a:off x="2209680" y="34351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9" name=""/>
            <p:cNvSpPr/>
            <p:nvPr/>
          </p:nvSpPr>
          <p:spPr>
            <a:xfrm>
              <a:off x="235116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0" name=""/>
          <p:cNvGrpSpPr/>
          <p:nvPr/>
        </p:nvGrpSpPr>
        <p:grpSpPr>
          <a:xfrm>
            <a:off x="8534520" y="457200"/>
            <a:ext cx="479160" cy="200520"/>
            <a:chOff x="8534520" y="457200"/>
            <a:chExt cx="479160" cy="200520"/>
          </a:xfrm>
        </p:grpSpPr>
        <p:sp>
          <p:nvSpPr>
            <p:cNvPr id="1401" name=""/>
            <p:cNvSpPr/>
            <p:nvPr/>
          </p:nvSpPr>
          <p:spPr>
            <a:xfrm>
              <a:off x="8534520" y="4636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2" name=""/>
            <p:cNvSpPr/>
            <p:nvPr/>
          </p:nvSpPr>
          <p:spPr>
            <a:xfrm>
              <a:off x="867600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3" name=""/>
          <p:cNvGrpSpPr/>
          <p:nvPr/>
        </p:nvGrpSpPr>
        <p:grpSpPr>
          <a:xfrm>
            <a:off x="2968560" y="4950000"/>
            <a:ext cx="486360" cy="200520"/>
            <a:chOff x="2968560" y="4950000"/>
            <a:chExt cx="486360" cy="200520"/>
          </a:xfrm>
        </p:grpSpPr>
        <p:sp>
          <p:nvSpPr>
            <p:cNvPr id="1404" name=""/>
            <p:cNvSpPr/>
            <p:nvPr/>
          </p:nvSpPr>
          <p:spPr>
            <a:xfrm>
              <a:off x="2968560" y="49561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5" name=""/>
            <p:cNvSpPr/>
            <p:nvPr/>
          </p:nvSpPr>
          <p:spPr>
            <a:xfrm>
              <a:off x="3117240" y="4950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6" name=""/>
          <p:cNvGrpSpPr/>
          <p:nvPr/>
        </p:nvGrpSpPr>
        <p:grpSpPr>
          <a:xfrm>
            <a:off x="4876920" y="5486400"/>
            <a:ext cx="461520" cy="200520"/>
            <a:chOff x="4876920" y="5486400"/>
            <a:chExt cx="461520" cy="200520"/>
          </a:xfrm>
        </p:grpSpPr>
        <p:sp>
          <p:nvSpPr>
            <p:cNvPr id="1407" name=""/>
            <p:cNvSpPr/>
            <p:nvPr/>
          </p:nvSpPr>
          <p:spPr>
            <a:xfrm>
              <a:off x="487692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8" name=""/>
            <p:cNvSpPr/>
            <p:nvPr/>
          </p:nvSpPr>
          <p:spPr>
            <a:xfrm>
              <a:off x="500076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9" name=""/>
          <p:cNvGrpSpPr/>
          <p:nvPr/>
        </p:nvGrpSpPr>
        <p:grpSpPr>
          <a:xfrm>
            <a:off x="8458200" y="2514600"/>
            <a:ext cx="460080" cy="200520"/>
            <a:chOff x="8458200" y="2514600"/>
            <a:chExt cx="460080" cy="200520"/>
          </a:xfrm>
        </p:grpSpPr>
        <p:sp>
          <p:nvSpPr>
            <p:cNvPr id="1410" name=""/>
            <p:cNvSpPr/>
            <p:nvPr/>
          </p:nvSpPr>
          <p:spPr>
            <a:xfrm>
              <a:off x="8458200" y="2530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1" name=""/>
            <p:cNvSpPr/>
            <p:nvPr/>
          </p:nvSpPr>
          <p:spPr>
            <a:xfrm>
              <a:off x="858060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2" name=""/>
          <p:cNvGrpSpPr/>
          <p:nvPr/>
        </p:nvGrpSpPr>
        <p:grpSpPr>
          <a:xfrm>
            <a:off x="720720" y="3454560"/>
            <a:ext cx="468720" cy="200520"/>
            <a:chOff x="720720" y="3454560"/>
            <a:chExt cx="468720" cy="200520"/>
          </a:xfrm>
        </p:grpSpPr>
        <p:sp>
          <p:nvSpPr>
            <p:cNvPr id="1413" name=""/>
            <p:cNvSpPr/>
            <p:nvPr/>
          </p:nvSpPr>
          <p:spPr>
            <a:xfrm>
              <a:off x="720720" y="3468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4" name=""/>
            <p:cNvSpPr/>
            <p:nvPr/>
          </p:nvSpPr>
          <p:spPr>
            <a:xfrm>
              <a:off x="851760" y="345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5" name=""/>
          <p:cNvGrpSpPr/>
          <p:nvPr/>
        </p:nvGrpSpPr>
        <p:grpSpPr>
          <a:xfrm>
            <a:off x="4572000" y="609480"/>
            <a:ext cx="461880" cy="200520"/>
            <a:chOff x="4572000" y="609480"/>
            <a:chExt cx="461880" cy="200520"/>
          </a:xfrm>
        </p:grpSpPr>
        <p:sp>
          <p:nvSpPr>
            <p:cNvPr id="1416" name=""/>
            <p:cNvSpPr/>
            <p:nvPr/>
          </p:nvSpPr>
          <p:spPr>
            <a:xfrm>
              <a:off x="4572000" y="623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7" name=""/>
            <p:cNvSpPr/>
            <p:nvPr/>
          </p:nvSpPr>
          <p:spPr>
            <a:xfrm>
              <a:off x="46962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8" name=""/>
          <p:cNvGrpSpPr/>
          <p:nvPr/>
        </p:nvGrpSpPr>
        <p:grpSpPr>
          <a:xfrm>
            <a:off x="4925880" y="1949400"/>
            <a:ext cx="469080" cy="200520"/>
            <a:chOff x="4925880" y="1949400"/>
            <a:chExt cx="469080" cy="200520"/>
          </a:xfrm>
        </p:grpSpPr>
        <p:sp>
          <p:nvSpPr>
            <p:cNvPr id="1419" name=""/>
            <p:cNvSpPr/>
            <p:nvPr/>
          </p:nvSpPr>
          <p:spPr>
            <a:xfrm>
              <a:off x="4925880" y="1965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0" name=""/>
            <p:cNvSpPr/>
            <p:nvPr/>
          </p:nvSpPr>
          <p:spPr>
            <a:xfrm>
              <a:off x="5057280" y="1949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1" name=""/>
          <p:cNvGrpSpPr/>
          <p:nvPr/>
        </p:nvGrpSpPr>
        <p:grpSpPr>
          <a:xfrm>
            <a:off x="704880" y="1941480"/>
            <a:ext cx="468720" cy="200520"/>
            <a:chOff x="704880" y="1941480"/>
            <a:chExt cx="468720" cy="200520"/>
          </a:xfrm>
        </p:grpSpPr>
        <p:sp>
          <p:nvSpPr>
            <p:cNvPr id="1422" name=""/>
            <p:cNvSpPr/>
            <p:nvPr/>
          </p:nvSpPr>
          <p:spPr>
            <a:xfrm>
              <a:off x="704880" y="1957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3" name=""/>
            <p:cNvSpPr/>
            <p:nvPr/>
          </p:nvSpPr>
          <p:spPr>
            <a:xfrm>
              <a:off x="835920" y="194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4" name=""/>
          <p:cNvGrpSpPr/>
          <p:nvPr/>
        </p:nvGrpSpPr>
        <p:grpSpPr>
          <a:xfrm>
            <a:off x="7165800" y="1933560"/>
            <a:ext cx="467280" cy="200520"/>
            <a:chOff x="7165800" y="1933560"/>
            <a:chExt cx="467280" cy="200520"/>
          </a:xfrm>
        </p:grpSpPr>
        <p:sp>
          <p:nvSpPr>
            <p:cNvPr id="1425" name=""/>
            <p:cNvSpPr/>
            <p:nvPr/>
          </p:nvSpPr>
          <p:spPr>
            <a:xfrm>
              <a:off x="7165800" y="19494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6" name=""/>
            <p:cNvSpPr/>
            <p:nvPr/>
          </p:nvSpPr>
          <p:spPr>
            <a:xfrm>
              <a:off x="7295400" y="1933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7" name=""/>
          <p:cNvGrpSpPr/>
          <p:nvPr/>
        </p:nvGrpSpPr>
        <p:grpSpPr>
          <a:xfrm>
            <a:off x="8318520" y="4950000"/>
            <a:ext cx="468720" cy="200520"/>
            <a:chOff x="8318520" y="4950000"/>
            <a:chExt cx="468720" cy="200520"/>
          </a:xfrm>
        </p:grpSpPr>
        <p:sp>
          <p:nvSpPr>
            <p:cNvPr id="1428" name=""/>
            <p:cNvSpPr/>
            <p:nvPr/>
          </p:nvSpPr>
          <p:spPr>
            <a:xfrm>
              <a:off x="8318520" y="4964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9" name=""/>
            <p:cNvSpPr/>
            <p:nvPr/>
          </p:nvSpPr>
          <p:spPr>
            <a:xfrm>
              <a:off x="8449560" y="4950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0" name=""/>
          <p:cNvGrpSpPr/>
          <p:nvPr/>
        </p:nvGrpSpPr>
        <p:grpSpPr>
          <a:xfrm>
            <a:off x="6095880" y="4419720"/>
            <a:ext cx="461880" cy="200520"/>
            <a:chOff x="6095880" y="4419720"/>
            <a:chExt cx="461880" cy="200520"/>
          </a:xfrm>
        </p:grpSpPr>
        <p:sp>
          <p:nvSpPr>
            <p:cNvPr id="1431" name=""/>
            <p:cNvSpPr/>
            <p:nvPr/>
          </p:nvSpPr>
          <p:spPr>
            <a:xfrm>
              <a:off x="6095880" y="443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2" name=""/>
            <p:cNvSpPr/>
            <p:nvPr/>
          </p:nvSpPr>
          <p:spPr>
            <a:xfrm>
              <a:off x="622008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3" name=""/>
          <p:cNvGrpSpPr/>
          <p:nvPr/>
        </p:nvGrpSpPr>
        <p:grpSpPr>
          <a:xfrm>
            <a:off x="3773520" y="4168800"/>
            <a:ext cx="468720" cy="200520"/>
            <a:chOff x="3773520" y="4168800"/>
            <a:chExt cx="468720" cy="200520"/>
          </a:xfrm>
        </p:grpSpPr>
        <p:sp>
          <p:nvSpPr>
            <p:cNvPr id="1434" name=""/>
            <p:cNvSpPr/>
            <p:nvPr/>
          </p:nvSpPr>
          <p:spPr>
            <a:xfrm>
              <a:off x="3773520" y="4184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5" name=""/>
            <p:cNvSpPr/>
            <p:nvPr/>
          </p:nvSpPr>
          <p:spPr>
            <a:xfrm>
              <a:off x="3904560" y="416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6" name=""/>
          <p:cNvGrpSpPr/>
          <p:nvPr/>
        </p:nvGrpSpPr>
        <p:grpSpPr>
          <a:xfrm>
            <a:off x="3747960" y="1959120"/>
            <a:ext cx="469080" cy="200520"/>
            <a:chOff x="3747960" y="1959120"/>
            <a:chExt cx="469080" cy="200520"/>
          </a:xfrm>
        </p:grpSpPr>
        <p:sp>
          <p:nvSpPr>
            <p:cNvPr id="1437" name=""/>
            <p:cNvSpPr/>
            <p:nvPr/>
          </p:nvSpPr>
          <p:spPr>
            <a:xfrm>
              <a:off x="3747960" y="1973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8" name=""/>
            <p:cNvSpPr/>
            <p:nvPr/>
          </p:nvSpPr>
          <p:spPr>
            <a:xfrm>
              <a:off x="3879360" y="1959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9" name=""/>
          <p:cNvGrpSpPr/>
          <p:nvPr/>
        </p:nvGrpSpPr>
        <p:grpSpPr>
          <a:xfrm>
            <a:off x="5095800" y="3741840"/>
            <a:ext cx="467280" cy="200520"/>
            <a:chOff x="5095800" y="3741840"/>
            <a:chExt cx="467280" cy="200520"/>
          </a:xfrm>
        </p:grpSpPr>
        <p:sp>
          <p:nvSpPr>
            <p:cNvPr id="1440" name=""/>
            <p:cNvSpPr/>
            <p:nvPr/>
          </p:nvSpPr>
          <p:spPr>
            <a:xfrm>
              <a:off x="5095800" y="3757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1" name=""/>
            <p:cNvSpPr/>
            <p:nvPr/>
          </p:nvSpPr>
          <p:spPr>
            <a:xfrm>
              <a:off x="5225400" y="3741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2" name=""/>
          <p:cNvGrpSpPr/>
          <p:nvPr/>
        </p:nvGrpSpPr>
        <p:grpSpPr>
          <a:xfrm>
            <a:off x="1484280" y="4941720"/>
            <a:ext cx="468720" cy="200520"/>
            <a:chOff x="1484280" y="4941720"/>
            <a:chExt cx="468720" cy="200520"/>
          </a:xfrm>
        </p:grpSpPr>
        <p:sp>
          <p:nvSpPr>
            <p:cNvPr id="1443" name=""/>
            <p:cNvSpPr/>
            <p:nvPr/>
          </p:nvSpPr>
          <p:spPr>
            <a:xfrm>
              <a:off x="1484280" y="4956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4" name=""/>
            <p:cNvSpPr/>
            <p:nvPr/>
          </p:nvSpPr>
          <p:spPr>
            <a:xfrm>
              <a:off x="1615320" y="4941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5" name=""/>
          <p:cNvGrpSpPr/>
          <p:nvPr/>
        </p:nvGrpSpPr>
        <p:grpSpPr>
          <a:xfrm>
            <a:off x="2209680" y="1295280"/>
            <a:ext cx="461520" cy="200520"/>
            <a:chOff x="2209680" y="1295280"/>
            <a:chExt cx="461520" cy="200520"/>
          </a:xfrm>
        </p:grpSpPr>
        <p:sp>
          <p:nvSpPr>
            <p:cNvPr id="1446" name=""/>
            <p:cNvSpPr/>
            <p:nvPr/>
          </p:nvSpPr>
          <p:spPr>
            <a:xfrm>
              <a:off x="2209680" y="131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7" name=""/>
            <p:cNvSpPr/>
            <p:nvPr/>
          </p:nvSpPr>
          <p:spPr>
            <a:xfrm>
              <a:off x="233352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8" name=""/>
          <p:cNvGrpSpPr/>
          <p:nvPr/>
        </p:nvGrpSpPr>
        <p:grpSpPr>
          <a:xfrm>
            <a:off x="3733920" y="6172200"/>
            <a:ext cx="461160" cy="200520"/>
            <a:chOff x="3733920" y="6172200"/>
            <a:chExt cx="461160" cy="200520"/>
          </a:xfrm>
        </p:grpSpPr>
        <p:sp>
          <p:nvSpPr>
            <p:cNvPr id="1449" name=""/>
            <p:cNvSpPr/>
            <p:nvPr/>
          </p:nvSpPr>
          <p:spPr>
            <a:xfrm>
              <a:off x="3733920" y="61862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0" name=""/>
            <p:cNvSpPr/>
            <p:nvPr/>
          </p:nvSpPr>
          <p:spPr>
            <a:xfrm>
              <a:off x="38574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1" name=""/>
          <p:cNvGrpSpPr/>
          <p:nvPr/>
        </p:nvGrpSpPr>
        <p:grpSpPr>
          <a:xfrm>
            <a:off x="7467480" y="3809880"/>
            <a:ext cx="461520" cy="200520"/>
            <a:chOff x="7467480" y="3809880"/>
            <a:chExt cx="461520" cy="200520"/>
          </a:xfrm>
        </p:grpSpPr>
        <p:sp>
          <p:nvSpPr>
            <p:cNvPr id="1452" name=""/>
            <p:cNvSpPr/>
            <p:nvPr/>
          </p:nvSpPr>
          <p:spPr>
            <a:xfrm>
              <a:off x="7467480" y="382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3" name=""/>
            <p:cNvSpPr/>
            <p:nvPr/>
          </p:nvSpPr>
          <p:spPr>
            <a:xfrm>
              <a:off x="759132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4" name=""/>
          <p:cNvGrpSpPr/>
          <p:nvPr/>
        </p:nvGrpSpPr>
        <p:grpSpPr>
          <a:xfrm>
            <a:off x="6248520" y="1371600"/>
            <a:ext cx="461160" cy="200520"/>
            <a:chOff x="6248520" y="1371600"/>
            <a:chExt cx="461160" cy="200520"/>
          </a:xfrm>
        </p:grpSpPr>
        <p:sp>
          <p:nvSpPr>
            <p:cNvPr id="1455" name=""/>
            <p:cNvSpPr/>
            <p:nvPr/>
          </p:nvSpPr>
          <p:spPr>
            <a:xfrm>
              <a:off x="6248520" y="13874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6" name=""/>
            <p:cNvSpPr/>
            <p:nvPr/>
          </p:nvSpPr>
          <p:spPr>
            <a:xfrm>
              <a:off x="637200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7" name="Rounded Rectangle 1456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458" name="Oval 1457"/>
          <p:cNvSpPr/>
          <p:nvPr/>
        </p:nvSpPr>
        <p:spPr>
          <a:xfrm>
            <a:off x="2106917" y="33323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2146917" y="33723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460" name="Rounded Rectangle 1459"/>
          <p:cNvSpPr/>
          <p:nvPr/>
        </p:nvSpPr>
        <p:spPr>
          <a:xfrm>
            <a:off x="2416917" y="33923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461" name="Oval 1460"/>
          <p:cNvSpPr/>
          <p:nvPr/>
        </p:nvSpPr>
        <p:spPr>
          <a:xfrm>
            <a:off x="8431754" y="360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8471754" y="400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463" name="Rounded Rectangle 1462"/>
          <p:cNvSpPr/>
          <p:nvPr/>
        </p:nvSpPr>
        <p:spPr>
          <a:xfrm>
            <a:off x="8021754" y="420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464" name="Oval 1463"/>
          <p:cNvSpPr/>
          <p:nvPr/>
        </p:nvSpPr>
        <p:spPr>
          <a:xfrm>
            <a:off x="2865791" y="48533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2905791" y="48933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466" name="Rounded Rectangle 1465"/>
          <p:cNvSpPr/>
          <p:nvPr/>
        </p:nvSpPr>
        <p:spPr>
          <a:xfrm>
            <a:off x="3175791" y="49133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467" name="Oval 1466"/>
          <p:cNvSpPr/>
          <p:nvPr/>
        </p:nvSpPr>
        <p:spPr>
          <a:xfrm>
            <a:off x="4765339" y="53906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4805339" y="54306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469" name="Rounded Rectangle 1468"/>
          <p:cNvSpPr/>
          <p:nvPr/>
        </p:nvSpPr>
        <p:spPr>
          <a:xfrm>
            <a:off x="5075339" y="54506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470" name="Oval 1469"/>
          <p:cNvSpPr/>
          <p:nvPr/>
        </p:nvSpPr>
        <p:spPr>
          <a:xfrm>
            <a:off x="8345714" y="241886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8385714" y="245886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472" name="Rounded Rectangle 1471"/>
          <p:cNvSpPr/>
          <p:nvPr/>
        </p:nvSpPr>
        <p:spPr>
          <a:xfrm>
            <a:off x="8655714" y="247886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473" name="Oval 1472"/>
          <p:cNvSpPr/>
          <p:nvPr/>
        </p:nvSpPr>
        <p:spPr>
          <a:xfrm>
            <a:off x="609133" y="33570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649133" y="33970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475" name="Rounded Rectangle 1474"/>
          <p:cNvSpPr/>
          <p:nvPr/>
        </p:nvSpPr>
        <p:spPr>
          <a:xfrm>
            <a:off x="919133" y="34170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476" name="Oval 1475"/>
          <p:cNvSpPr/>
          <p:nvPr/>
        </p:nvSpPr>
        <p:spPr>
          <a:xfrm>
            <a:off x="4460415" y="51194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4500415" y="55194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478" name="Rounded Rectangle 1477"/>
          <p:cNvSpPr/>
          <p:nvPr/>
        </p:nvSpPr>
        <p:spPr>
          <a:xfrm>
            <a:off x="4770415" y="57194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479" name="Oval 1478"/>
          <p:cNvSpPr/>
          <p:nvPr/>
        </p:nvSpPr>
        <p:spPr>
          <a:xfrm>
            <a:off x="4814301" y="18536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4854301" y="18936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481" name="Rounded Rectangle 1480"/>
          <p:cNvSpPr/>
          <p:nvPr/>
        </p:nvSpPr>
        <p:spPr>
          <a:xfrm>
            <a:off x="5124301" y="19136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482" name="Oval 1481"/>
          <p:cNvSpPr/>
          <p:nvPr/>
        </p:nvSpPr>
        <p:spPr>
          <a:xfrm>
            <a:off x="593296" y="18457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633296" y="18857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484" name="Rounded Rectangle 1483"/>
          <p:cNvSpPr/>
          <p:nvPr/>
        </p:nvSpPr>
        <p:spPr>
          <a:xfrm>
            <a:off x="903296" y="19057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485" name="Oval 1484"/>
          <p:cNvSpPr/>
          <p:nvPr/>
        </p:nvSpPr>
        <p:spPr>
          <a:xfrm>
            <a:off x="7053500" y="18378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7093500" y="18778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487" name="Rounded Rectangle 1486"/>
          <p:cNvSpPr/>
          <p:nvPr/>
        </p:nvSpPr>
        <p:spPr>
          <a:xfrm>
            <a:off x="7363500" y="18978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488" name="Oval 1487"/>
          <p:cNvSpPr/>
          <p:nvPr/>
        </p:nvSpPr>
        <p:spPr>
          <a:xfrm>
            <a:off x="8206939" y="4852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8246939" y="4892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490" name="Rounded Rectangle 1489"/>
          <p:cNvSpPr/>
          <p:nvPr/>
        </p:nvSpPr>
        <p:spPr>
          <a:xfrm>
            <a:off x="8516939" y="4912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491" name="Oval 1490"/>
          <p:cNvSpPr/>
          <p:nvPr/>
        </p:nvSpPr>
        <p:spPr>
          <a:xfrm>
            <a:off x="5984297" y="43221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6024297" y="43621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493" name="Rounded Rectangle 1492"/>
          <p:cNvSpPr/>
          <p:nvPr/>
        </p:nvSpPr>
        <p:spPr>
          <a:xfrm>
            <a:off x="6294297" y="43821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494" name="Oval 1493"/>
          <p:cNvSpPr/>
          <p:nvPr/>
        </p:nvSpPr>
        <p:spPr>
          <a:xfrm>
            <a:off x="3661937" y="407306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3701937" y="411306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496" name="Rounded Rectangle 1495"/>
          <p:cNvSpPr/>
          <p:nvPr/>
        </p:nvSpPr>
        <p:spPr>
          <a:xfrm>
            <a:off x="3971937" y="413306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497" name="Oval 1496"/>
          <p:cNvSpPr/>
          <p:nvPr/>
        </p:nvSpPr>
        <p:spPr>
          <a:xfrm>
            <a:off x="3636376" y="186158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3676376" y="190158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499" name="Rounded Rectangle 1498"/>
          <p:cNvSpPr/>
          <p:nvPr/>
        </p:nvSpPr>
        <p:spPr>
          <a:xfrm>
            <a:off x="3946376" y="192158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500" name="Oval 1499"/>
          <p:cNvSpPr/>
          <p:nvPr/>
        </p:nvSpPr>
        <p:spPr>
          <a:xfrm>
            <a:off x="4983493" y="36461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5023493" y="36861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502" name="Rounded Rectangle 1501"/>
          <p:cNvSpPr/>
          <p:nvPr/>
        </p:nvSpPr>
        <p:spPr>
          <a:xfrm>
            <a:off x="5293493" y="37061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503" name="Oval 1502"/>
          <p:cNvSpPr/>
          <p:nvPr/>
        </p:nvSpPr>
        <p:spPr>
          <a:xfrm>
            <a:off x="1372701" y="48445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1412701" y="48845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505" name="Rounded Rectangle 1504"/>
          <p:cNvSpPr/>
          <p:nvPr/>
        </p:nvSpPr>
        <p:spPr>
          <a:xfrm>
            <a:off x="1682701" y="49045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506" name="Oval 1505"/>
          <p:cNvSpPr/>
          <p:nvPr/>
        </p:nvSpPr>
        <p:spPr>
          <a:xfrm>
            <a:off x="2098096" y="11995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2138096" y="12395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508" name="Rounded Rectangle 1507"/>
          <p:cNvSpPr/>
          <p:nvPr/>
        </p:nvSpPr>
        <p:spPr>
          <a:xfrm>
            <a:off x="2408096" y="12595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509" name="Oval 1508"/>
          <p:cNvSpPr/>
          <p:nvPr/>
        </p:nvSpPr>
        <p:spPr>
          <a:xfrm>
            <a:off x="3622161" y="60746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3662161" y="61146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511" name="Rounded Rectangle 1510"/>
          <p:cNvSpPr/>
          <p:nvPr/>
        </p:nvSpPr>
        <p:spPr>
          <a:xfrm>
            <a:off x="3932161" y="61346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512" name="Oval 1511"/>
          <p:cNvSpPr/>
          <p:nvPr/>
        </p:nvSpPr>
        <p:spPr>
          <a:xfrm>
            <a:off x="7355900" y="37123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7395900" y="37523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514" name="Rounded Rectangle 1513"/>
          <p:cNvSpPr/>
          <p:nvPr/>
        </p:nvSpPr>
        <p:spPr>
          <a:xfrm>
            <a:off x="7665900" y="37723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515" name="Oval 1514"/>
          <p:cNvSpPr/>
          <p:nvPr/>
        </p:nvSpPr>
        <p:spPr>
          <a:xfrm>
            <a:off x="6136760" y="12758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6176760" y="13158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517" name="Rounded Rectangle 1516"/>
          <p:cNvSpPr/>
          <p:nvPr/>
        </p:nvSpPr>
        <p:spPr>
          <a:xfrm>
            <a:off x="6446760" y="13358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"/>
          <p:cNvSpPr/>
          <p:nvPr/>
        </p:nvSpPr>
        <p:spPr>
          <a:xfrm>
            <a:off x="3145680" y="50760"/>
            <a:ext cx="285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15: LEBL | RWY 02 | STAR VERDB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"/>
          <p:cNvSpPr/>
          <p:nvPr/>
        </p:nvSpPr>
        <p:spPr>
          <a:xfrm flipH="1">
            <a:off x="5200200" y="3537000"/>
            <a:ext cx="2041560" cy="250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"/>
          <p:cNvSpPr/>
          <p:nvPr/>
        </p:nvSpPr>
        <p:spPr>
          <a:xfrm flipH="1">
            <a:off x="2971440" y="3787920"/>
            <a:ext cx="2228760" cy="274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"/>
          <p:cNvSpPr/>
          <p:nvPr/>
        </p:nvSpPr>
        <p:spPr>
          <a:xfrm flipH="1" flipV="1">
            <a:off x="2516040" y="3828960"/>
            <a:ext cx="455760" cy="233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"/>
          <p:cNvSpPr/>
          <p:nvPr/>
        </p:nvSpPr>
        <p:spPr>
          <a:xfrm flipH="1">
            <a:off x="2219400" y="3828960"/>
            <a:ext cx="296640" cy="58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"/>
          <p:cNvSpPr/>
          <p:nvPr/>
        </p:nvSpPr>
        <p:spPr>
          <a:xfrm flipH="1" flipV="1">
            <a:off x="1901880" y="3673080"/>
            <a:ext cx="317520" cy="214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"/>
          <p:cNvSpPr/>
          <p:nvPr/>
        </p:nvSpPr>
        <p:spPr>
          <a:xfrm flipV="1">
            <a:off x="1901880" y="3336480"/>
            <a:ext cx="115920" cy="336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"/>
          <p:cNvSpPr/>
          <p:nvPr/>
        </p:nvSpPr>
        <p:spPr>
          <a:xfrm flipV="1">
            <a:off x="2017800" y="2948040"/>
            <a:ext cx="133200" cy="388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5" name=""/>
          <p:cNvGrpSpPr/>
          <p:nvPr/>
        </p:nvGrpSpPr>
        <p:grpSpPr>
          <a:xfrm>
            <a:off x="7178760" y="3473280"/>
            <a:ext cx="600480" cy="200520"/>
            <a:chOff x="7178760" y="3473280"/>
            <a:chExt cx="600480" cy="200520"/>
          </a:xfrm>
        </p:grpSpPr>
        <p:sp>
          <p:nvSpPr>
            <p:cNvPr id="1466" name=""/>
            <p:cNvSpPr/>
            <p:nvPr/>
          </p:nvSpPr>
          <p:spPr>
            <a:xfrm>
              <a:off x="7178760" y="347328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7" name=""/>
            <p:cNvSpPr/>
            <p:nvPr/>
          </p:nvSpPr>
          <p:spPr>
            <a:xfrm>
              <a:off x="7289280" y="34732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VERSO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8" name=""/>
          <p:cNvGrpSpPr/>
          <p:nvPr/>
        </p:nvGrpSpPr>
        <p:grpSpPr>
          <a:xfrm>
            <a:off x="5149800" y="3724200"/>
            <a:ext cx="547920" cy="200520"/>
            <a:chOff x="5149800" y="3724200"/>
            <a:chExt cx="547920" cy="200520"/>
          </a:xfrm>
        </p:grpSpPr>
        <p:sp>
          <p:nvSpPr>
            <p:cNvPr id="1469" name=""/>
            <p:cNvSpPr/>
            <p:nvPr/>
          </p:nvSpPr>
          <p:spPr>
            <a:xfrm>
              <a:off x="5149800" y="37368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0" name=""/>
            <p:cNvSpPr/>
            <p:nvPr/>
          </p:nvSpPr>
          <p:spPr>
            <a:xfrm>
              <a:off x="5262480" y="37242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BL038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1" name=""/>
          <p:cNvGrpSpPr/>
          <p:nvPr/>
        </p:nvGrpSpPr>
        <p:grpSpPr>
          <a:xfrm>
            <a:off x="2921040" y="3998880"/>
            <a:ext cx="547920" cy="200520"/>
            <a:chOff x="2921040" y="3998880"/>
            <a:chExt cx="547920" cy="200520"/>
          </a:xfrm>
        </p:grpSpPr>
        <p:sp>
          <p:nvSpPr>
            <p:cNvPr id="1472" name=""/>
            <p:cNvSpPr/>
            <p:nvPr/>
          </p:nvSpPr>
          <p:spPr>
            <a:xfrm>
              <a:off x="2921040" y="40114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3" name=""/>
            <p:cNvSpPr/>
            <p:nvPr/>
          </p:nvSpPr>
          <p:spPr>
            <a:xfrm>
              <a:off x="3033720" y="399888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BL012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4" name=""/>
          <p:cNvGrpSpPr/>
          <p:nvPr/>
        </p:nvGrpSpPr>
        <p:grpSpPr>
          <a:xfrm>
            <a:off x="2465280" y="3765600"/>
            <a:ext cx="540360" cy="200520"/>
            <a:chOff x="2465280" y="3765600"/>
            <a:chExt cx="540360" cy="200520"/>
          </a:xfrm>
        </p:grpSpPr>
        <p:sp>
          <p:nvSpPr>
            <p:cNvPr id="1475" name=""/>
            <p:cNvSpPr/>
            <p:nvPr/>
          </p:nvSpPr>
          <p:spPr>
            <a:xfrm>
              <a:off x="2465280" y="37782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6" name=""/>
            <p:cNvSpPr/>
            <p:nvPr/>
          </p:nvSpPr>
          <p:spPr>
            <a:xfrm>
              <a:off x="2585520" y="376560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VIBIM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77" name=""/>
          <p:cNvGrpSpPr/>
          <p:nvPr/>
        </p:nvGrpSpPr>
        <p:grpSpPr>
          <a:xfrm>
            <a:off x="2178000" y="3824280"/>
            <a:ext cx="479160" cy="200520"/>
            <a:chOff x="2178000" y="3824280"/>
            <a:chExt cx="479160" cy="200520"/>
          </a:xfrm>
        </p:grpSpPr>
        <p:sp>
          <p:nvSpPr>
            <p:cNvPr id="1478" name=""/>
            <p:cNvSpPr/>
            <p:nvPr/>
          </p:nvSpPr>
          <p:spPr>
            <a:xfrm>
              <a:off x="2178000" y="38466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9" name=""/>
            <p:cNvSpPr/>
            <p:nvPr/>
          </p:nvSpPr>
          <p:spPr>
            <a:xfrm>
              <a:off x="2270520" y="382428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0" name=""/>
          <p:cNvGrpSpPr/>
          <p:nvPr/>
        </p:nvGrpSpPr>
        <p:grpSpPr>
          <a:xfrm>
            <a:off x="1860480" y="3610080"/>
            <a:ext cx="532800" cy="200520"/>
            <a:chOff x="1860480" y="3610080"/>
            <a:chExt cx="532800" cy="200520"/>
          </a:xfrm>
        </p:grpSpPr>
        <p:sp>
          <p:nvSpPr>
            <p:cNvPr id="1481" name=""/>
            <p:cNvSpPr/>
            <p:nvPr/>
          </p:nvSpPr>
          <p:spPr>
            <a:xfrm>
              <a:off x="1860480" y="3632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2" name=""/>
            <p:cNvSpPr/>
            <p:nvPr/>
          </p:nvSpPr>
          <p:spPr>
            <a:xfrm>
              <a:off x="1947240" y="361008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SANIS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3" name=""/>
          <p:cNvGrpSpPr/>
          <p:nvPr/>
        </p:nvGrpSpPr>
        <p:grpSpPr>
          <a:xfrm>
            <a:off x="1967040" y="3273480"/>
            <a:ext cx="567360" cy="200520"/>
            <a:chOff x="1967040" y="3273480"/>
            <a:chExt cx="567360" cy="200520"/>
          </a:xfrm>
        </p:grpSpPr>
        <p:sp>
          <p:nvSpPr>
            <p:cNvPr id="1484" name=""/>
            <p:cNvSpPr/>
            <p:nvPr/>
          </p:nvSpPr>
          <p:spPr>
            <a:xfrm>
              <a:off x="1967040" y="3286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5" name=""/>
            <p:cNvSpPr/>
            <p:nvPr/>
          </p:nvSpPr>
          <p:spPr>
            <a:xfrm>
              <a:off x="2059560" y="327348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DM06A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6" name=""/>
          <p:cNvGrpSpPr/>
          <p:nvPr/>
        </p:nvGrpSpPr>
        <p:grpSpPr>
          <a:xfrm>
            <a:off x="2087640" y="2884320"/>
            <a:ext cx="543240" cy="200520"/>
            <a:chOff x="2087640" y="2884320"/>
            <a:chExt cx="543240" cy="200520"/>
          </a:xfrm>
        </p:grpSpPr>
        <p:sp>
          <p:nvSpPr>
            <p:cNvPr id="1487" name=""/>
            <p:cNvSpPr/>
            <p:nvPr/>
          </p:nvSpPr>
          <p:spPr>
            <a:xfrm>
              <a:off x="2087640" y="28843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8" name=""/>
            <p:cNvSpPr/>
            <p:nvPr/>
          </p:nvSpPr>
          <p:spPr>
            <a:xfrm>
              <a:off x="2204640" y="28843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9" name=""/>
          <p:cNvGrpSpPr/>
          <p:nvPr/>
        </p:nvGrpSpPr>
        <p:grpSpPr>
          <a:xfrm>
            <a:off x="2057400" y="4038480"/>
            <a:ext cx="478800" cy="200520"/>
            <a:chOff x="2057400" y="4038480"/>
            <a:chExt cx="478800" cy="200520"/>
          </a:xfrm>
        </p:grpSpPr>
        <p:sp>
          <p:nvSpPr>
            <p:cNvPr id="1490" name=""/>
            <p:cNvSpPr/>
            <p:nvPr/>
          </p:nvSpPr>
          <p:spPr>
            <a:xfrm>
              <a:off x="2057400" y="4044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1" name=""/>
            <p:cNvSpPr/>
            <p:nvPr/>
          </p:nvSpPr>
          <p:spPr>
            <a:xfrm>
              <a:off x="21985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2" name=""/>
          <p:cNvGrpSpPr/>
          <p:nvPr/>
        </p:nvGrpSpPr>
        <p:grpSpPr>
          <a:xfrm>
            <a:off x="2209680" y="1600200"/>
            <a:ext cx="479160" cy="200520"/>
            <a:chOff x="2209680" y="1600200"/>
            <a:chExt cx="479160" cy="200520"/>
          </a:xfrm>
        </p:grpSpPr>
        <p:sp>
          <p:nvSpPr>
            <p:cNvPr id="1493" name=""/>
            <p:cNvSpPr/>
            <p:nvPr/>
          </p:nvSpPr>
          <p:spPr>
            <a:xfrm>
              <a:off x="2209680" y="160632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4" name=""/>
            <p:cNvSpPr/>
            <p:nvPr/>
          </p:nvSpPr>
          <p:spPr>
            <a:xfrm>
              <a:off x="235116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5" name=""/>
          <p:cNvGrpSpPr/>
          <p:nvPr/>
        </p:nvGrpSpPr>
        <p:grpSpPr>
          <a:xfrm>
            <a:off x="7010280" y="762120"/>
            <a:ext cx="460080" cy="200520"/>
            <a:chOff x="7010280" y="762120"/>
            <a:chExt cx="460080" cy="200520"/>
          </a:xfrm>
        </p:grpSpPr>
        <p:sp>
          <p:nvSpPr>
            <p:cNvPr id="1496" name=""/>
            <p:cNvSpPr/>
            <p:nvPr/>
          </p:nvSpPr>
          <p:spPr>
            <a:xfrm>
              <a:off x="7010280" y="77616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7" name=""/>
            <p:cNvSpPr/>
            <p:nvPr/>
          </p:nvSpPr>
          <p:spPr>
            <a:xfrm>
              <a:off x="713268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98" name=""/>
          <p:cNvGrpSpPr/>
          <p:nvPr/>
        </p:nvGrpSpPr>
        <p:grpSpPr>
          <a:xfrm>
            <a:off x="7238880" y="5715000"/>
            <a:ext cx="461880" cy="200520"/>
            <a:chOff x="7238880" y="5715000"/>
            <a:chExt cx="461880" cy="200520"/>
          </a:xfrm>
        </p:grpSpPr>
        <p:sp>
          <p:nvSpPr>
            <p:cNvPr id="1499" name=""/>
            <p:cNvSpPr/>
            <p:nvPr/>
          </p:nvSpPr>
          <p:spPr>
            <a:xfrm>
              <a:off x="7238880" y="57308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0" name=""/>
            <p:cNvSpPr/>
            <p:nvPr/>
          </p:nvSpPr>
          <p:spPr>
            <a:xfrm>
              <a:off x="736308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1" name=""/>
          <p:cNvGrpSpPr/>
          <p:nvPr/>
        </p:nvGrpSpPr>
        <p:grpSpPr>
          <a:xfrm>
            <a:off x="2438280" y="6019920"/>
            <a:ext cx="461520" cy="200520"/>
            <a:chOff x="2438280" y="6019920"/>
            <a:chExt cx="461520" cy="200520"/>
          </a:xfrm>
        </p:grpSpPr>
        <p:sp>
          <p:nvSpPr>
            <p:cNvPr id="1502" name=""/>
            <p:cNvSpPr/>
            <p:nvPr/>
          </p:nvSpPr>
          <p:spPr>
            <a:xfrm>
              <a:off x="2438280" y="60357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3" name=""/>
            <p:cNvSpPr/>
            <p:nvPr/>
          </p:nvSpPr>
          <p:spPr>
            <a:xfrm>
              <a:off x="256212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4" name=""/>
          <p:cNvGrpSpPr/>
          <p:nvPr/>
        </p:nvGrpSpPr>
        <p:grpSpPr>
          <a:xfrm>
            <a:off x="6189840" y="2717640"/>
            <a:ext cx="468720" cy="200520"/>
            <a:chOff x="6189840" y="2717640"/>
            <a:chExt cx="468720" cy="200520"/>
          </a:xfrm>
        </p:grpSpPr>
        <p:sp>
          <p:nvSpPr>
            <p:cNvPr id="1505" name=""/>
            <p:cNvSpPr/>
            <p:nvPr/>
          </p:nvSpPr>
          <p:spPr>
            <a:xfrm>
              <a:off x="6189840" y="2733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6" name=""/>
            <p:cNvSpPr/>
            <p:nvPr/>
          </p:nvSpPr>
          <p:spPr>
            <a:xfrm>
              <a:off x="6320880" y="2717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7" name=""/>
          <p:cNvGrpSpPr/>
          <p:nvPr/>
        </p:nvGrpSpPr>
        <p:grpSpPr>
          <a:xfrm>
            <a:off x="6222960" y="4135320"/>
            <a:ext cx="468720" cy="200520"/>
            <a:chOff x="6222960" y="4135320"/>
            <a:chExt cx="468720" cy="200520"/>
          </a:xfrm>
        </p:grpSpPr>
        <p:sp>
          <p:nvSpPr>
            <p:cNvPr id="1508" name=""/>
            <p:cNvSpPr/>
            <p:nvPr/>
          </p:nvSpPr>
          <p:spPr>
            <a:xfrm>
              <a:off x="6222960" y="414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9" name=""/>
            <p:cNvSpPr/>
            <p:nvPr/>
          </p:nvSpPr>
          <p:spPr>
            <a:xfrm>
              <a:off x="6354000" y="413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0" name=""/>
          <p:cNvGrpSpPr/>
          <p:nvPr/>
        </p:nvGrpSpPr>
        <p:grpSpPr>
          <a:xfrm>
            <a:off x="4114800" y="4572000"/>
            <a:ext cx="461880" cy="200520"/>
            <a:chOff x="4114800" y="4572000"/>
            <a:chExt cx="461880" cy="200520"/>
          </a:xfrm>
        </p:grpSpPr>
        <p:sp>
          <p:nvSpPr>
            <p:cNvPr id="1511" name=""/>
            <p:cNvSpPr/>
            <p:nvPr/>
          </p:nvSpPr>
          <p:spPr>
            <a:xfrm>
              <a:off x="4114800" y="4587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2" name=""/>
            <p:cNvSpPr/>
            <p:nvPr/>
          </p:nvSpPr>
          <p:spPr>
            <a:xfrm>
              <a:off x="42390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3" name=""/>
          <p:cNvGrpSpPr/>
          <p:nvPr/>
        </p:nvGrpSpPr>
        <p:grpSpPr>
          <a:xfrm>
            <a:off x="5486400" y="2057400"/>
            <a:ext cx="461520" cy="200520"/>
            <a:chOff x="5486400" y="2057400"/>
            <a:chExt cx="461520" cy="200520"/>
          </a:xfrm>
        </p:grpSpPr>
        <p:sp>
          <p:nvSpPr>
            <p:cNvPr id="1514" name=""/>
            <p:cNvSpPr/>
            <p:nvPr/>
          </p:nvSpPr>
          <p:spPr>
            <a:xfrm>
              <a:off x="5486400" y="207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5" name=""/>
            <p:cNvSpPr/>
            <p:nvPr/>
          </p:nvSpPr>
          <p:spPr>
            <a:xfrm>
              <a:off x="561024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6" name=""/>
          <p:cNvGrpSpPr/>
          <p:nvPr/>
        </p:nvGrpSpPr>
        <p:grpSpPr>
          <a:xfrm>
            <a:off x="3133800" y="2712960"/>
            <a:ext cx="468720" cy="200520"/>
            <a:chOff x="3133800" y="2712960"/>
            <a:chExt cx="468720" cy="200520"/>
          </a:xfrm>
        </p:grpSpPr>
        <p:sp>
          <p:nvSpPr>
            <p:cNvPr id="1517" name=""/>
            <p:cNvSpPr/>
            <p:nvPr/>
          </p:nvSpPr>
          <p:spPr>
            <a:xfrm>
              <a:off x="3133800" y="2728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8" name=""/>
            <p:cNvSpPr/>
            <p:nvPr/>
          </p:nvSpPr>
          <p:spPr>
            <a:xfrm>
              <a:off x="3264840" y="2712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9" name=""/>
          <p:cNvGrpSpPr/>
          <p:nvPr/>
        </p:nvGrpSpPr>
        <p:grpSpPr>
          <a:xfrm>
            <a:off x="7542360" y="2733840"/>
            <a:ext cx="468720" cy="200520"/>
            <a:chOff x="7542360" y="2733840"/>
            <a:chExt cx="468720" cy="200520"/>
          </a:xfrm>
        </p:grpSpPr>
        <p:sp>
          <p:nvSpPr>
            <p:cNvPr id="1520" name=""/>
            <p:cNvSpPr/>
            <p:nvPr/>
          </p:nvSpPr>
          <p:spPr>
            <a:xfrm>
              <a:off x="7542360" y="27496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1" name=""/>
            <p:cNvSpPr/>
            <p:nvPr/>
          </p:nvSpPr>
          <p:spPr>
            <a:xfrm>
              <a:off x="7673400" y="2733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2" name=""/>
          <p:cNvGrpSpPr/>
          <p:nvPr/>
        </p:nvGrpSpPr>
        <p:grpSpPr>
          <a:xfrm>
            <a:off x="917640" y="3444840"/>
            <a:ext cx="468720" cy="200520"/>
            <a:chOff x="917640" y="3444840"/>
            <a:chExt cx="468720" cy="200520"/>
          </a:xfrm>
        </p:grpSpPr>
        <p:sp>
          <p:nvSpPr>
            <p:cNvPr id="1523" name=""/>
            <p:cNvSpPr/>
            <p:nvPr/>
          </p:nvSpPr>
          <p:spPr>
            <a:xfrm>
              <a:off x="917640" y="3459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4" name=""/>
            <p:cNvSpPr/>
            <p:nvPr/>
          </p:nvSpPr>
          <p:spPr>
            <a:xfrm>
              <a:off x="1048680" y="3444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5" name=""/>
          <p:cNvGrpSpPr/>
          <p:nvPr/>
        </p:nvGrpSpPr>
        <p:grpSpPr>
          <a:xfrm>
            <a:off x="8112240" y="3459240"/>
            <a:ext cx="468720" cy="200520"/>
            <a:chOff x="8112240" y="3459240"/>
            <a:chExt cx="468720" cy="200520"/>
          </a:xfrm>
        </p:grpSpPr>
        <p:sp>
          <p:nvSpPr>
            <p:cNvPr id="1526" name=""/>
            <p:cNvSpPr/>
            <p:nvPr/>
          </p:nvSpPr>
          <p:spPr>
            <a:xfrm>
              <a:off x="8112240" y="3475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7" name=""/>
            <p:cNvSpPr/>
            <p:nvPr/>
          </p:nvSpPr>
          <p:spPr>
            <a:xfrm>
              <a:off x="8243280" y="3459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8" name=""/>
          <p:cNvGrpSpPr/>
          <p:nvPr/>
        </p:nvGrpSpPr>
        <p:grpSpPr>
          <a:xfrm>
            <a:off x="7559640" y="4145040"/>
            <a:ext cx="468720" cy="200520"/>
            <a:chOff x="7559640" y="4145040"/>
            <a:chExt cx="468720" cy="200520"/>
          </a:xfrm>
        </p:grpSpPr>
        <p:sp>
          <p:nvSpPr>
            <p:cNvPr id="1529" name=""/>
            <p:cNvSpPr/>
            <p:nvPr/>
          </p:nvSpPr>
          <p:spPr>
            <a:xfrm>
              <a:off x="7559640" y="4159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0" name=""/>
            <p:cNvSpPr/>
            <p:nvPr/>
          </p:nvSpPr>
          <p:spPr>
            <a:xfrm>
              <a:off x="7690680" y="4145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1" name=""/>
          <p:cNvGrpSpPr/>
          <p:nvPr/>
        </p:nvGrpSpPr>
        <p:grpSpPr>
          <a:xfrm>
            <a:off x="3733920" y="3505320"/>
            <a:ext cx="461520" cy="200520"/>
            <a:chOff x="3733920" y="3505320"/>
            <a:chExt cx="461520" cy="200520"/>
          </a:xfrm>
        </p:grpSpPr>
        <p:sp>
          <p:nvSpPr>
            <p:cNvPr id="1532" name=""/>
            <p:cNvSpPr/>
            <p:nvPr/>
          </p:nvSpPr>
          <p:spPr>
            <a:xfrm>
              <a:off x="3733920" y="3521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3" name=""/>
            <p:cNvSpPr/>
            <p:nvPr/>
          </p:nvSpPr>
          <p:spPr>
            <a:xfrm>
              <a:off x="385776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4" name=""/>
          <p:cNvGrpSpPr/>
          <p:nvPr/>
        </p:nvGrpSpPr>
        <p:grpSpPr>
          <a:xfrm>
            <a:off x="2438280" y="4876920"/>
            <a:ext cx="461880" cy="200520"/>
            <a:chOff x="2438280" y="4876920"/>
            <a:chExt cx="461880" cy="200520"/>
          </a:xfrm>
        </p:grpSpPr>
        <p:sp>
          <p:nvSpPr>
            <p:cNvPr id="1535" name=""/>
            <p:cNvSpPr/>
            <p:nvPr/>
          </p:nvSpPr>
          <p:spPr>
            <a:xfrm>
              <a:off x="2438280" y="4892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6" name=""/>
            <p:cNvSpPr/>
            <p:nvPr/>
          </p:nvSpPr>
          <p:spPr>
            <a:xfrm>
              <a:off x="256248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7" name=""/>
          <p:cNvGrpSpPr/>
          <p:nvPr/>
        </p:nvGrpSpPr>
        <p:grpSpPr>
          <a:xfrm>
            <a:off x="5334120" y="3200400"/>
            <a:ext cx="461520" cy="200520"/>
            <a:chOff x="5334120" y="3200400"/>
            <a:chExt cx="461520" cy="200520"/>
          </a:xfrm>
        </p:grpSpPr>
        <p:sp>
          <p:nvSpPr>
            <p:cNvPr id="1538" name=""/>
            <p:cNvSpPr/>
            <p:nvPr/>
          </p:nvSpPr>
          <p:spPr>
            <a:xfrm>
              <a:off x="533412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9" name=""/>
            <p:cNvSpPr/>
            <p:nvPr/>
          </p:nvSpPr>
          <p:spPr>
            <a:xfrm>
              <a:off x="545796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0" name=""/>
          <p:cNvGrpSpPr/>
          <p:nvPr/>
        </p:nvGrpSpPr>
        <p:grpSpPr>
          <a:xfrm>
            <a:off x="1371600" y="3886200"/>
            <a:ext cx="461520" cy="200520"/>
            <a:chOff x="1371600" y="3886200"/>
            <a:chExt cx="461520" cy="200520"/>
          </a:xfrm>
        </p:grpSpPr>
        <p:sp>
          <p:nvSpPr>
            <p:cNvPr id="1541" name=""/>
            <p:cNvSpPr/>
            <p:nvPr/>
          </p:nvSpPr>
          <p:spPr>
            <a:xfrm>
              <a:off x="1371600" y="3900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2" name=""/>
            <p:cNvSpPr/>
            <p:nvPr/>
          </p:nvSpPr>
          <p:spPr>
            <a:xfrm>
              <a:off x="1495440" y="388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3" name=""/>
          <p:cNvGrpSpPr/>
          <p:nvPr/>
        </p:nvGrpSpPr>
        <p:grpSpPr>
          <a:xfrm>
            <a:off x="1219320" y="2590920"/>
            <a:ext cx="461160" cy="200520"/>
            <a:chOff x="1219320" y="2590920"/>
            <a:chExt cx="461160" cy="200520"/>
          </a:xfrm>
        </p:grpSpPr>
        <p:sp>
          <p:nvSpPr>
            <p:cNvPr id="1544" name=""/>
            <p:cNvSpPr/>
            <p:nvPr/>
          </p:nvSpPr>
          <p:spPr>
            <a:xfrm>
              <a:off x="1219320" y="2605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5" name=""/>
            <p:cNvSpPr/>
            <p:nvPr/>
          </p:nvSpPr>
          <p:spPr>
            <a:xfrm>
              <a:off x="134280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6" name=""/>
          <p:cNvGrpSpPr/>
          <p:nvPr/>
        </p:nvGrpSpPr>
        <p:grpSpPr>
          <a:xfrm>
            <a:off x="4525920" y="2728800"/>
            <a:ext cx="468720" cy="200520"/>
            <a:chOff x="4525920" y="2728800"/>
            <a:chExt cx="468720" cy="200520"/>
          </a:xfrm>
        </p:grpSpPr>
        <p:sp>
          <p:nvSpPr>
            <p:cNvPr id="1547" name=""/>
            <p:cNvSpPr/>
            <p:nvPr/>
          </p:nvSpPr>
          <p:spPr>
            <a:xfrm>
              <a:off x="4525920" y="2743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8" name=""/>
            <p:cNvSpPr/>
            <p:nvPr/>
          </p:nvSpPr>
          <p:spPr>
            <a:xfrm>
              <a:off x="4656960" y="27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49" name="Rounded Rectangle 154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550" name="Oval 1549"/>
          <p:cNvSpPr/>
          <p:nvPr/>
        </p:nvSpPr>
        <p:spPr>
          <a:xfrm>
            <a:off x="1954463" y="39420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1994463" y="39820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552" name="Rounded Rectangle 1551"/>
          <p:cNvSpPr/>
          <p:nvPr/>
        </p:nvSpPr>
        <p:spPr>
          <a:xfrm>
            <a:off x="2264463" y="40020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553" name="Oval 1552"/>
          <p:cNvSpPr/>
          <p:nvPr/>
        </p:nvSpPr>
        <p:spPr>
          <a:xfrm>
            <a:off x="2106744" y="15032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2146744" y="15432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555" name="Rounded Rectangle 1554"/>
          <p:cNvSpPr/>
          <p:nvPr/>
        </p:nvSpPr>
        <p:spPr>
          <a:xfrm>
            <a:off x="2416744" y="15632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556" name="Oval 1555"/>
          <p:cNvSpPr/>
          <p:nvPr/>
        </p:nvSpPr>
        <p:spPr>
          <a:xfrm>
            <a:off x="6897805" y="6643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6937805" y="7043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558" name="Rounded Rectangle 1557"/>
          <p:cNvSpPr/>
          <p:nvPr/>
        </p:nvSpPr>
        <p:spPr>
          <a:xfrm>
            <a:off x="7207805" y="7243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559" name="Oval 1558"/>
          <p:cNvSpPr/>
          <p:nvPr/>
        </p:nvSpPr>
        <p:spPr>
          <a:xfrm>
            <a:off x="7127305" y="56183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7167305" y="56583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561" name="Rounded Rectangle 1560"/>
          <p:cNvSpPr/>
          <p:nvPr/>
        </p:nvSpPr>
        <p:spPr>
          <a:xfrm>
            <a:off x="7437305" y="56783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562" name="Oval 1561"/>
          <p:cNvSpPr/>
          <p:nvPr/>
        </p:nvSpPr>
        <p:spPr>
          <a:xfrm>
            <a:off x="2326702" y="59232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2366702" y="59632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564" name="Rounded Rectangle 1563"/>
          <p:cNvSpPr/>
          <p:nvPr/>
        </p:nvSpPr>
        <p:spPr>
          <a:xfrm>
            <a:off x="2636702" y="59832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565" name="Oval 1564"/>
          <p:cNvSpPr/>
          <p:nvPr/>
        </p:nvSpPr>
        <p:spPr>
          <a:xfrm>
            <a:off x="6078259" y="26222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6118259" y="26622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567" name="Rounded Rectangle 1566"/>
          <p:cNvSpPr/>
          <p:nvPr/>
        </p:nvSpPr>
        <p:spPr>
          <a:xfrm>
            <a:off x="6388259" y="26822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568" name="Oval 1567"/>
          <p:cNvSpPr/>
          <p:nvPr/>
        </p:nvSpPr>
        <p:spPr>
          <a:xfrm>
            <a:off x="6111379" y="40381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6151379" y="40781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570" name="Rounded Rectangle 1569"/>
          <p:cNvSpPr/>
          <p:nvPr/>
        </p:nvSpPr>
        <p:spPr>
          <a:xfrm>
            <a:off x="6421379" y="40981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571" name="Oval 1570"/>
          <p:cNvSpPr/>
          <p:nvPr/>
        </p:nvSpPr>
        <p:spPr>
          <a:xfrm>
            <a:off x="4003224" y="44762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4043224" y="45162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573" name="Rounded Rectangle 1572"/>
          <p:cNvSpPr/>
          <p:nvPr/>
        </p:nvSpPr>
        <p:spPr>
          <a:xfrm>
            <a:off x="4313224" y="45362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574" name="Oval 1573"/>
          <p:cNvSpPr/>
          <p:nvPr/>
        </p:nvSpPr>
        <p:spPr>
          <a:xfrm>
            <a:off x="5374821" y="19616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5414821" y="20016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576" name="Rounded Rectangle 1575"/>
          <p:cNvSpPr/>
          <p:nvPr/>
        </p:nvSpPr>
        <p:spPr>
          <a:xfrm>
            <a:off x="5684821" y="20216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577" name="Oval 1576"/>
          <p:cNvSpPr/>
          <p:nvPr/>
        </p:nvSpPr>
        <p:spPr>
          <a:xfrm>
            <a:off x="3022220" y="26172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3062220" y="26572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579" name="Rounded Rectangle 1578"/>
          <p:cNvSpPr/>
          <p:nvPr/>
        </p:nvSpPr>
        <p:spPr>
          <a:xfrm>
            <a:off x="3332220" y="26772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580" name="Oval 1579"/>
          <p:cNvSpPr/>
          <p:nvPr/>
        </p:nvSpPr>
        <p:spPr>
          <a:xfrm>
            <a:off x="7430783" y="26371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7470783" y="26771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582" name="Rounded Rectangle 1581"/>
          <p:cNvSpPr/>
          <p:nvPr/>
        </p:nvSpPr>
        <p:spPr>
          <a:xfrm>
            <a:off x="7740783" y="26971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583" name="Oval 1582"/>
          <p:cNvSpPr/>
          <p:nvPr/>
        </p:nvSpPr>
        <p:spPr>
          <a:xfrm>
            <a:off x="806065" y="33476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846065" y="33876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585" name="Rounded Rectangle 1584"/>
          <p:cNvSpPr/>
          <p:nvPr/>
        </p:nvSpPr>
        <p:spPr>
          <a:xfrm>
            <a:off x="1116065" y="34076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586" name="Oval 1585"/>
          <p:cNvSpPr/>
          <p:nvPr/>
        </p:nvSpPr>
        <p:spPr>
          <a:xfrm>
            <a:off x="8000665" y="33635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8040665" y="34035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588" name="Rounded Rectangle 1587"/>
          <p:cNvSpPr/>
          <p:nvPr/>
        </p:nvSpPr>
        <p:spPr>
          <a:xfrm>
            <a:off x="8310665" y="34235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589" name="Oval 1588"/>
          <p:cNvSpPr/>
          <p:nvPr/>
        </p:nvSpPr>
        <p:spPr>
          <a:xfrm>
            <a:off x="7448062" y="40475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7488062" y="40875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591" name="Rounded Rectangle 1590"/>
          <p:cNvSpPr/>
          <p:nvPr/>
        </p:nvSpPr>
        <p:spPr>
          <a:xfrm>
            <a:off x="7758062" y="41075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592" name="Oval 1591"/>
          <p:cNvSpPr/>
          <p:nvPr/>
        </p:nvSpPr>
        <p:spPr>
          <a:xfrm>
            <a:off x="3622345" y="34095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3662345" y="34495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594" name="Rounded Rectangle 1593"/>
          <p:cNvSpPr/>
          <p:nvPr/>
        </p:nvSpPr>
        <p:spPr>
          <a:xfrm>
            <a:off x="3932345" y="34695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595" name="Oval 1594"/>
          <p:cNvSpPr/>
          <p:nvPr/>
        </p:nvSpPr>
        <p:spPr>
          <a:xfrm>
            <a:off x="2326702" y="47811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2366702" y="48211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597" name="Rounded Rectangle 1596"/>
          <p:cNvSpPr/>
          <p:nvPr/>
        </p:nvSpPr>
        <p:spPr>
          <a:xfrm>
            <a:off x="2636702" y="48411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598" name="Oval 1597"/>
          <p:cNvSpPr/>
          <p:nvPr/>
        </p:nvSpPr>
        <p:spPr>
          <a:xfrm>
            <a:off x="5222541" y="31046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5262541" y="31446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600" name="Rounded Rectangle 1599"/>
          <p:cNvSpPr/>
          <p:nvPr/>
        </p:nvSpPr>
        <p:spPr>
          <a:xfrm>
            <a:off x="5532541" y="31646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601" name="Oval 1600"/>
          <p:cNvSpPr/>
          <p:nvPr/>
        </p:nvSpPr>
        <p:spPr>
          <a:xfrm>
            <a:off x="1260021" y="37884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1300021" y="38284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603" name="Rounded Rectangle 1602"/>
          <p:cNvSpPr/>
          <p:nvPr/>
        </p:nvSpPr>
        <p:spPr>
          <a:xfrm>
            <a:off x="1570021" y="38484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604" name="Oval 1603"/>
          <p:cNvSpPr/>
          <p:nvPr/>
        </p:nvSpPr>
        <p:spPr>
          <a:xfrm>
            <a:off x="1107560" y="2493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1147560" y="2533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606" name="Rounded Rectangle 1605"/>
          <p:cNvSpPr/>
          <p:nvPr/>
        </p:nvSpPr>
        <p:spPr>
          <a:xfrm>
            <a:off x="1417560" y="2553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607" name="Oval 1606"/>
          <p:cNvSpPr/>
          <p:nvPr/>
        </p:nvSpPr>
        <p:spPr>
          <a:xfrm>
            <a:off x="4414345" y="26316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4454345" y="26716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609" name="Rounded Rectangle 1608"/>
          <p:cNvSpPr/>
          <p:nvPr/>
        </p:nvSpPr>
        <p:spPr>
          <a:xfrm>
            <a:off x="4724345" y="26916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"/>
          <p:cNvSpPr/>
          <p:nvPr/>
        </p:nvSpPr>
        <p:spPr>
          <a:xfrm>
            <a:off x="3083400" y="50760"/>
            <a:ext cx="2977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16: LEBL | RWY 25R | STAR BIS2DD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"/>
          <p:cNvSpPr/>
          <p:nvPr/>
        </p:nvSpPr>
        <p:spPr>
          <a:xfrm flipH="1">
            <a:off x="5754600" y="1639800"/>
            <a:ext cx="1378080" cy="612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 flipH="1">
            <a:off x="5148360" y="2252520"/>
            <a:ext cx="606240" cy="1301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"/>
          <p:cNvSpPr/>
          <p:nvPr/>
        </p:nvSpPr>
        <p:spPr>
          <a:xfrm flipH="1">
            <a:off x="4629240" y="3554280"/>
            <a:ext cx="519120" cy="1113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 flipH="1">
            <a:off x="4300200" y="4667400"/>
            <a:ext cx="328680" cy="703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 flipH="1" flipV="1">
            <a:off x="3925440" y="5317920"/>
            <a:ext cx="374760" cy="52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"/>
          <p:cNvSpPr/>
          <p:nvPr/>
        </p:nvSpPr>
        <p:spPr>
          <a:xfrm flipH="1" flipV="1">
            <a:off x="3079800" y="4789080"/>
            <a:ext cx="846000" cy="528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"/>
          <p:cNvSpPr/>
          <p:nvPr/>
        </p:nvSpPr>
        <p:spPr>
          <a:xfrm flipH="1" flipV="1">
            <a:off x="2760840" y="4782960"/>
            <a:ext cx="318960" cy="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"/>
          <p:cNvSpPr/>
          <p:nvPr/>
        </p:nvSpPr>
        <p:spPr>
          <a:xfrm flipH="1">
            <a:off x="2484360" y="4782960"/>
            <a:ext cx="276480" cy="12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 flipH="1">
            <a:off x="2287080" y="4906800"/>
            <a:ext cx="196920" cy="87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"/>
          <p:cNvSpPr/>
          <p:nvPr/>
        </p:nvSpPr>
        <p:spPr>
          <a:xfrm flipH="1">
            <a:off x="2010960" y="4994280"/>
            <a:ext cx="276120" cy="123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60" name=""/>
          <p:cNvGrpSpPr/>
          <p:nvPr/>
        </p:nvGrpSpPr>
        <p:grpSpPr>
          <a:xfrm>
            <a:off x="7068960" y="1576440"/>
            <a:ext cx="583560" cy="200520"/>
            <a:chOff x="7068960" y="1576440"/>
            <a:chExt cx="583560" cy="200520"/>
          </a:xfrm>
        </p:grpSpPr>
        <p:sp>
          <p:nvSpPr>
            <p:cNvPr id="1561" name=""/>
            <p:cNvSpPr/>
            <p:nvPr/>
          </p:nvSpPr>
          <p:spPr>
            <a:xfrm>
              <a:off x="70689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2" name=""/>
            <p:cNvSpPr/>
            <p:nvPr/>
          </p:nvSpPr>
          <p:spPr>
            <a:xfrm>
              <a:off x="7197480" y="157644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BISBA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3" name=""/>
          <p:cNvGrpSpPr/>
          <p:nvPr/>
        </p:nvGrpSpPr>
        <p:grpSpPr>
          <a:xfrm>
            <a:off x="5703840" y="2189160"/>
            <a:ext cx="490680" cy="200520"/>
            <a:chOff x="5703840" y="2189160"/>
            <a:chExt cx="490680" cy="200520"/>
          </a:xfrm>
        </p:grpSpPr>
        <p:sp>
          <p:nvSpPr>
            <p:cNvPr id="1564" name=""/>
            <p:cNvSpPr/>
            <p:nvPr/>
          </p:nvSpPr>
          <p:spPr>
            <a:xfrm>
              <a:off x="5703840" y="22017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5" name=""/>
            <p:cNvSpPr/>
            <p:nvPr/>
          </p:nvSpPr>
          <p:spPr>
            <a:xfrm>
              <a:off x="5823360" y="218916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BGR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6" name=""/>
          <p:cNvGrpSpPr/>
          <p:nvPr/>
        </p:nvGrpSpPr>
        <p:grpSpPr>
          <a:xfrm>
            <a:off x="5097600" y="3490920"/>
            <a:ext cx="547560" cy="200520"/>
            <a:chOff x="5097600" y="3490920"/>
            <a:chExt cx="547560" cy="200520"/>
          </a:xfrm>
        </p:grpSpPr>
        <p:sp>
          <p:nvSpPr>
            <p:cNvPr id="1567" name=""/>
            <p:cNvSpPr/>
            <p:nvPr/>
          </p:nvSpPr>
          <p:spPr>
            <a:xfrm>
              <a:off x="5097600" y="3503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8" name=""/>
            <p:cNvSpPr/>
            <p:nvPr/>
          </p:nvSpPr>
          <p:spPr>
            <a:xfrm>
              <a:off x="5209920" y="349092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BL045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9" name=""/>
          <p:cNvGrpSpPr/>
          <p:nvPr/>
        </p:nvGrpSpPr>
        <p:grpSpPr>
          <a:xfrm>
            <a:off x="4578480" y="4603680"/>
            <a:ext cx="579600" cy="200520"/>
            <a:chOff x="4578480" y="4603680"/>
            <a:chExt cx="579600" cy="200520"/>
          </a:xfrm>
        </p:grpSpPr>
        <p:sp>
          <p:nvSpPr>
            <p:cNvPr id="1570" name=""/>
            <p:cNvSpPr/>
            <p:nvPr/>
          </p:nvSpPr>
          <p:spPr>
            <a:xfrm>
              <a:off x="4578480" y="46162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1" name=""/>
            <p:cNvSpPr/>
            <p:nvPr/>
          </p:nvSpPr>
          <p:spPr>
            <a:xfrm>
              <a:off x="4658760" y="460368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XAMUR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2" name=""/>
          <p:cNvGrpSpPr/>
          <p:nvPr/>
        </p:nvGrpSpPr>
        <p:grpSpPr>
          <a:xfrm>
            <a:off x="4259160" y="5307120"/>
            <a:ext cx="529920" cy="200520"/>
            <a:chOff x="4259160" y="5307120"/>
            <a:chExt cx="529920" cy="200520"/>
          </a:xfrm>
        </p:grpSpPr>
        <p:sp>
          <p:nvSpPr>
            <p:cNvPr id="1573" name=""/>
            <p:cNvSpPr/>
            <p:nvPr/>
          </p:nvSpPr>
          <p:spPr>
            <a:xfrm>
              <a:off x="425916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4" name=""/>
            <p:cNvSpPr/>
            <p:nvPr/>
          </p:nvSpPr>
          <p:spPr>
            <a:xfrm>
              <a:off x="4349160" y="530712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D0970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5" name=""/>
          <p:cNvGrpSpPr/>
          <p:nvPr/>
        </p:nvGrpSpPr>
        <p:grpSpPr>
          <a:xfrm>
            <a:off x="3886200" y="5254560"/>
            <a:ext cx="541440" cy="200520"/>
            <a:chOff x="3886200" y="5254560"/>
            <a:chExt cx="541440" cy="200520"/>
          </a:xfrm>
        </p:grpSpPr>
        <p:sp>
          <p:nvSpPr>
            <p:cNvPr id="1576" name=""/>
            <p:cNvSpPr/>
            <p:nvPr/>
          </p:nvSpPr>
          <p:spPr>
            <a:xfrm>
              <a:off x="3886200" y="52783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7" name=""/>
            <p:cNvSpPr/>
            <p:nvPr/>
          </p:nvSpPr>
          <p:spPr>
            <a:xfrm>
              <a:off x="3963600" y="525456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LESBA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8" name=""/>
          <p:cNvGrpSpPr/>
          <p:nvPr/>
        </p:nvGrpSpPr>
        <p:grpSpPr>
          <a:xfrm>
            <a:off x="3038400" y="4726080"/>
            <a:ext cx="576000" cy="200520"/>
            <a:chOff x="3038400" y="4726080"/>
            <a:chExt cx="576000" cy="200520"/>
          </a:xfrm>
        </p:grpSpPr>
        <p:sp>
          <p:nvSpPr>
            <p:cNvPr id="1579" name=""/>
            <p:cNvSpPr/>
            <p:nvPr/>
          </p:nvSpPr>
          <p:spPr>
            <a:xfrm>
              <a:off x="3038400" y="4748040"/>
              <a:ext cx="810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0" name=""/>
            <p:cNvSpPr/>
            <p:nvPr/>
          </p:nvSpPr>
          <p:spPr>
            <a:xfrm>
              <a:off x="3148560" y="4726080"/>
              <a:ext cx="465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SLL-16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1" name=""/>
          <p:cNvGrpSpPr/>
          <p:nvPr/>
        </p:nvGrpSpPr>
        <p:grpSpPr>
          <a:xfrm>
            <a:off x="2720880" y="4719600"/>
            <a:ext cx="539640" cy="200520"/>
            <a:chOff x="2720880" y="4719600"/>
            <a:chExt cx="539640" cy="200520"/>
          </a:xfrm>
        </p:grpSpPr>
        <p:sp>
          <p:nvSpPr>
            <p:cNvPr id="1582" name=""/>
            <p:cNvSpPr/>
            <p:nvPr/>
          </p:nvSpPr>
          <p:spPr>
            <a:xfrm>
              <a:off x="2720880" y="47433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3" name=""/>
            <p:cNvSpPr/>
            <p:nvPr/>
          </p:nvSpPr>
          <p:spPr>
            <a:xfrm>
              <a:off x="2800800" y="47196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TEBLA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4" name=""/>
          <p:cNvGrpSpPr/>
          <p:nvPr/>
        </p:nvGrpSpPr>
        <p:grpSpPr>
          <a:xfrm>
            <a:off x="2433600" y="4843440"/>
            <a:ext cx="545760" cy="200520"/>
            <a:chOff x="2433600" y="4843440"/>
            <a:chExt cx="545760" cy="200520"/>
          </a:xfrm>
        </p:grpSpPr>
        <p:sp>
          <p:nvSpPr>
            <p:cNvPr id="1585" name=""/>
            <p:cNvSpPr/>
            <p:nvPr/>
          </p:nvSpPr>
          <p:spPr>
            <a:xfrm>
              <a:off x="2433600" y="4856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6" name=""/>
            <p:cNvSpPr/>
            <p:nvPr/>
          </p:nvSpPr>
          <p:spPr>
            <a:xfrm>
              <a:off x="2548800" y="48434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7" name=""/>
          <p:cNvGrpSpPr/>
          <p:nvPr/>
        </p:nvGrpSpPr>
        <p:grpSpPr>
          <a:xfrm>
            <a:off x="2236680" y="4930920"/>
            <a:ext cx="560160" cy="200520"/>
            <a:chOff x="2236680" y="4930920"/>
            <a:chExt cx="560160" cy="200520"/>
          </a:xfrm>
        </p:grpSpPr>
        <p:sp>
          <p:nvSpPr>
            <p:cNvPr id="1588" name=""/>
            <p:cNvSpPr/>
            <p:nvPr/>
          </p:nvSpPr>
          <p:spPr>
            <a:xfrm>
              <a:off x="2236680" y="494352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9" name=""/>
            <p:cNvSpPr/>
            <p:nvPr/>
          </p:nvSpPr>
          <p:spPr>
            <a:xfrm>
              <a:off x="2337120" y="49309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FU25R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0" name=""/>
          <p:cNvGrpSpPr/>
          <p:nvPr/>
        </p:nvGrpSpPr>
        <p:grpSpPr>
          <a:xfrm>
            <a:off x="1947960" y="5054760"/>
            <a:ext cx="600480" cy="200520"/>
            <a:chOff x="1947960" y="5054760"/>
            <a:chExt cx="600480" cy="200520"/>
          </a:xfrm>
        </p:grpSpPr>
        <p:sp>
          <p:nvSpPr>
            <p:cNvPr id="1591" name=""/>
            <p:cNvSpPr/>
            <p:nvPr/>
          </p:nvSpPr>
          <p:spPr>
            <a:xfrm>
              <a:off x="1947960" y="505476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2" name=""/>
            <p:cNvSpPr/>
            <p:nvPr/>
          </p:nvSpPr>
          <p:spPr>
            <a:xfrm>
              <a:off x="2058480" y="505476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3" name=""/>
          <p:cNvGrpSpPr/>
          <p:nvPr/>
        </p:nvGrpSpPr>
        <p:grpSpPr>
          <a:xfrm>
            <a:off x="928800" y="890640"/>
            <a:ext cx="486360" cy="200520"/>
            <a:chOff x="928800" y="890640"/>
            <a:chExt cx="486360" cy="200520"/>
          </a:xfrm>
        </p:grpSpPr>
        <p:sp>
          <p:nvSpPr>
            <p:cNvPr id="1594" name=""/>
            <p:cNvSpPr/>
            <p:nvPr/>
          </p:nvSpPr>
          <p:spPr>
            <a:xfrm>
              <a:off x="928800" y="89676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5" name=""/>
            <p:cNvSpPr/>
            <p:nvPr/>
          </p:nvSpPr>
          <p:spPr>
            <a:xfrm>
              <a:off x="1077480" y="890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6" name=""/>
          <p:cNvGrpSpPr/>
          <p:nvPr/>
        </p:nvGrpSpPr>
        <p:grpSpPr>
          <a:xfrm>
            <a:off x="6781680" y="2743200"/>
            <a:ext cx="461520" cy="200520"/>
            <a:chOff x="6781680" y="2743200"/>
            <a:chExt cx="461520" cy="200520"/>
          </a:xfrm>
        </p:grpSpPr>
        <p:sp>
          <p:nvSpPr>
            <p:cNvPr id="1597" name=""/>
            <p:cNvSpPr/>
            <p:nvPr/>
          </p:nvSpPr>
          <p:spPr>
            <a:xfrm>
              <a:off x="6781680" y="2757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8" name=""/>
            <p:cNvSpPr/>
            <p:nvPr/>
          </p:nvSpPr>
          <p:spPr>
            <a:xfrm>
              <a:off x="690552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99" name=""/>
          <p:cNvGrpSpPr/>
          <p:nvPr/>
        </p:nvGrpSpPr>
        <p:grpSpPr>
          <a:xfrm>
            <a:off x="3733920" y="380880"/>
            <a:ext cx="460080" cy="200520"/>
            <a:chOff x="3733920" y="380880"/>
            <a:chExt cx="460080" cy="200520"/>
          </a:xfrm>
        </p:grpSpPr>
        <p:sp>
          <p:nvSpPr>
            <p:cNvPr id="1600" name=""/>
            <p:cNvSpPr/>
            <p:nvPr/>
          </p:nvSpPr>
          <p:spPr>
            <a:xfrm>
              <a:off x="3733920" y="39672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1" name=""/>
            <p:cNvSpPr/>
            <p:nvPr/>
          </p:nvSpPr>
          <p:spPr>
            <a:xfrm>
              <a:off x="3856320" y="380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2" name=""/>
          <p:cNvGrpSpPr/>
          <p:nvPr/>
        </p:nvGrpSpPr>
        <p:grpSpPr>
          <a:xfrm>
            <a:off x="4800600" y="5943600"/>
            <a:ext cx="460080" cy="200520"/>
            <a:chOff x="4800600" y="5943600"/>
            <a:chExt cx="460080" cy="200520"/>
          </a:xfrm>
        </p:grpSpPr>
        <p:sp>
          <p:nvSpPr>
            <p:cNvPr id="1603" name=""/>
            <p:cNvSpPr/>
            <p:nvPr/>
          </p:nvSpPr>
          <p:spPr>
            <a:xfrm>
              <a:off x="4800600" y="5958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4" name=""/>
            <p:cNvSpPr/>
            <p:nvPr/>
          </p:nvSpPr>
          <p:spPr>
            <a:xfrm>
              <a:off x="492300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5" name=""/>
          <p:cNvGrpSpPr/>
          <p:nvPr/>
        </p:nvGrpSpPr>
        <p:grpSpPr>
          <a:xfrm>
            <a:off x="533520" y="2666880"/>
            <a:ext cx="461160" cy="200520"/>
            <a:chOff x="533520" y="2666880"/>
            <a:chExt cx="461160" cy="200520"/>
          </a:xfrm>
        </p:grpSpPr>
        <p:sp>
          <p:nvSpPr>
            <p:cNvPr id="1606" name=""/>
            <p:cNvSpPr/>
            <p:nvPr/>
          </p:nvSpPr>
          <p:spPr>
            <a:xfrm>
              <a:off x="533520" y="26827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7" name=""/>
            <p:cNvSpPr/>
            <p:nvPr/>
          </p:nvSpPr>
          <p:spPr>
            <a:xfrm>
              <a:off x="657000" y="26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8" name=""/>
          <p:cNvGrpSpPr/>
          <p:nvPr/>
        </p:nvGrpSpPr>
        <p:grpSpPr>
          <a:xfrm>
            <a:off x="2590920" y="4343400"/>
            <a:ext cx="461160" cy="200520"/>
            <a:chOff x="2590920" y="4343400"/>
            <a:chExt cx="461160" cy="200520"/>
          </a:xfrm>
        </p:grpSpPr>
        <p:sp>
          <p:nvSpPr>
            <p:cNvPr id="1609" name=""/>
            <p:cNvSpPr/>
            <p:nvPr/>
          </p:nvSpPr>
          <p:spPr>
            <a:xfrm>
              <a:off x="2590920" y="435780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0" name=""/>
            <p:cNvSpPr/>
            <p:nvPr/>
          </p:nvSpPr>
          <p:spPr>
            <a:xfrm>
              <a:off x="271440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1" name=""/>
          <p:cNvGrpSpPr/>
          <p:nvPr/>
        </p:nvGrpSpPr>
        <p:grpSpPr>
          <a:xfrm>
            <a:off x="3733920" y="4419720"/>
            <a:ext cx="459720" cy="200520"/>
            <a:chOff x="3733920" y="4419720"/>
            <a:chExt cx="459720" cy="200520"/>
          </a:xfrm>
        </p:grpSpPr>
        <p:sp>
          <p:nvSpPr>
            <p:cNvPr id="1612" name=""/>
            <p:cNvSpPr/>
            <p:nvPr/>
          </p:nvSpPr>
          <p:spPr>
            <a:xfrm>
              <a:off x="3733920" y="44355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3" name=""/>
            <p:cNvSpPr/>
            <p:nvPr/>
          </p:nvSpPr>
          <p:spPr>
            <a:xfrm>
              <a:off x="385596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4" name=""/>
          <p:cNvGrpSpPr/>
          <p:nvPr/>
        </p:nvGrpSpPr>
        <p:grpSpPr>
          <a:xfrm>
            <a:off x="6648480" y="4116240"/>
            <a:ext cx="468720" cy="200520"/>
            <a:chOff x="6648480" y="4116240"/>
            <a:chExt cx="468720" cy="200520"/>
          </a:xfrm>
        </p:grpSpPr>
        <p:sp>
          <p:nvSpPr>
            <p:cNvPr id="1615" name=""/>
            <p:cNvSpPr/>
            <p:nvPr/>
          </p:nvSpPr>
          <p:spPr>
            <a:xfrm>
              <a:off x="6648480" y="41324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6" name=""/>
            <p:cNvSpPr/>
            <p:nvPr/>
          </p:nvSpPr>
          <p:spPr>
            <a:xfrm>
              <a:off x="6779520" y="4116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17" name=""/>
          <p:cNvGrpSpPr/>
          <p:nvPr/>
        </p:nvGrpSpPr>
        <p:grpSpPr>
          <a:xfrm>
            <a:off x="5638680" y="1143000"/>
            <a:ext cx="461520" cy="200520"/>
            <a:chOff x="5638680" y="1143000"/>
            <a:chExt cx="461520" cy="200520"/>
          </a:xfrm>
        </p:grpSpPr>
        <p:sp>
          <p:nvSpPr>
            <p:cNvPr id="1618" name=""/>
            <p:cNvSpPr/>
            <p:nvPr/>
          </p:nvSpPr>
          <p:spPr>
            <a:xfrm>
              <a:off x="5638680" y="1157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9" name=""/>
            <p:cNvSpPr/>
            <p:nvPr/>
          </p:nvSpPr>
          <p:spPr>
            <a:xfrm>
              <a:off x="576252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0" name=""/>
          <p:cNvGrpSpPr/>
          <p:nvPr/>
        </p:nvGrpSpPr>
        <p:grpSpPr>
          <a:xfrm>
            <a:off x="885960" y="6041880"/>
            <a:ext cx="468720" cy="200520"/>
            <a:chOff x="885960" y="6041880"/>
            <a:chExt cx="468720" cy="200520"/>
          </a:xfrm>
        </p:grpSpPr>
        <p:sp>
          <p:nvSpPr>
            <p:cNvPr id="1621" name=""/>
            <p:cNvSpPr/>
            <p:nvPr/>
          </p:nvSpPr>
          <p:spPr>
            <a:xfrm>
              <a:off x="885960" y="60580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2" name=""/>
            <p:cNvSpPr/>
            <p:nvPr/>
          </p:nvSpPr>
          <p:spPr>
            <a:xfrm>
              <a:off x="1017000" y="6041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3" name=""/>
          <p:cNvGrpSpPr/>
          <p:nvPr/>
        </p:nvGrpSpPr>
        <p:grpSpPr>
          <a:xfrm>
            <a:off x="3962520" y="3200400"/>
            <a:ext cx="460080" cy="200520"/>
            <a:chOff x="3962520" y="3200400"/>
            <a:chExt cx="460080" cy="200520"/>
          </a:xfrm>
        </p:grpSpPr>
        <p:sp>
          <p:nvSpPr>
            <p:cNvPr id="1624" name=""/>
            <p:cNvSpPr/>
            <p:nvPr/>
          </p:nvSpPr>
          <p:spPr>
            <a:xfrm>
              <a:off x="3962520" y="32144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5" name=""/>
            <p:cNvSpPr/>
            <p:nvPr/>
          </p:nvSpPr>
          <p:spPr>
            <a:xfrm>
              <a:off x="40849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6" name=""/>
          <p:cNvGrpSpPr/>
          <p:nvPr/>
        </p:nvGrpSpPr>
        <p:grpSpPr>
          <a:xfrm>
            <a:off x="4419720" y="2057400"/>
            <a:ext cx="461160" cy="200520"/>
            <a:chOff x="4419720" y="2057400"/>
            <a:chExt cx="461160" cy="200520"/>
          </a:xfrm>
        </p:grpSpPr>
        <p:sp>
          <p:nvSpPr>
            <p:cNvPr id="1627" name=""/>
            <p:cNvSpPr/>
            <p:nvPr/>
          </p:nvSpPr>
          <p:spPr>
            <a:xfrm>
              <a:off x="4419720" y="207144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8" name=""/>
            <p:cNvSpPr/>
            <p:nvPr/>
          </p:nvSpPr>
          <p:spPr>
            <a:xfrm>
              <a:off x="45432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9" name=""/>
          <p:cNvGrpSpPr/>
          <p:nvPr/>
        </p:nvGrpSpPr>
        <p:grpSpPr>
          <a:xfrm>
            <a:off x="2438280" y="2209680"/>
            <a:ext cx="461520" cy="200520"/>
            <a:chOff x="2438280" y="2209680"/>
            <a:chExt cx="461520" cy="200520"/>
          </a:xfrm>
        </p:grpSpPr>
        <p:sp>
          <p:nvSpPr>
            <p:cNvPr id="1630" name=""/>
            <p:cNvSpPr/>
            <p:nvPr/>
          </p:nvSpPr>
          <p:spPr>
            <a:xfrm>
              <a:off x="2438280" y="222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1" name=""/>
            <p:cNvSpPr/>
            <p:nvPr/>
          </p:nvSpPr>
          <p:spPr>
            <a:xfrm>
              <a:off x="256212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2" name=""/>
          <p:cNvGrpSpPr/>
          <p:nvPr/>
        </p:nvGrpSpPr>
        <p:grpSpPr>
          <a:xfrm>
            <a:off x="7696080" y="5715000"/>
            <a:ext cx="461880" cy="200520"/>
            <a:chOff x="7696080" y="5715000"/>
            <a:chExt cx="461880" cy="200520"/>
          </a:xfrm>
        </p:grpSpPr>
        <p:sp>
          <p:nvSpPr>
            <p:cNvPr id="1633" name=""/>
            <p:cNvSpPr/>
            <p:nvPr/>
          </p:nvSpPr>
          <p:spPr>
            <a:xfrm>
              <a:off x="7696080" y="572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4" name=""/>
            <p:cNvSpPr/>
            <p:nvPr/>
          </p:nvSpPr>
          <p:spPr>
            <a:xfrm>
              <a:off x="782028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5" name=""/>
          <p:cNvGrpSpPr/>
          <p:nvPr/>
        </p:nvGrpSpPr>
        <p:grpSpPr>
          <a:xfrm>
            <a:off x="5638680" y="4724280"/>
            <a:ext cx="461880" cy="200520"/>
            <a:chOff x="5638680" y="4724280"/>
            <a:chExt cx="461880" cy="200520"/>
          </a:xfrm>
        </p:grpSpPr>
        <p:sp>
          <p:nvSpPr>
            <p:cNvPr id="1636" name=""/>
            <p:cNvSpPr/>
            <p:nvPr/>
          </p:nvSpPr>
          <p:spPr>
            <a:xfrm>
              <a:off x="5638680" y="4738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7" name=""/>
            <p:cNvSpPr/>
            <p:nvPr/>
          </p:nvSpPr>
          <p:spPr>
            <a:xfrm>
              <a:off x="576288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8" name=""/>
          <p:cNvGrpSpPr/>
          <p:nvPr/>
        </p:nvGrpSpPr>
        <p:grpSpPr>
          <a:xfrm>
            <a:off x="8109000" y="2290680"/>
            <a:ext cx="468720" cy="200520"/>
            <a:chOff x="8109000" y="2290680"/>
            <a:chExt cx="468720" cy="200520"/>
          </a:xfrm>
        </p:grpSpPr>
        <p:sp>
          <p:nvSpPr>
            <p:cNvPr id="1639" name=""/>
            <p:cNvSpPr/>
            <p:nvPr/>
          </p:nvSpPr>
          <p:spPr>
            <a:xfrm>
              <a:off x="8109000" y="2305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0" name=""/>
            <p:cNvSpPr/>
            <p:nvPr/>
          </p:nvSpPr>
          <p:spPr>
            <a:xfrm>
              <a:off x="8240040" y="2290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1" name=""/>
          <p:cNvGrpSpPr/>
          <p:nvPr/>
        </p:nvGrpSpPr>
        <p:grpSpPr>
          <a:xfrm>
            <a:off x="8131320" y="911160"/>
            <a:ext cx="467280" cy="200520"/>
            <a:chOff x="8131320" y="911160"/>
            <a:chExt cx="467280" cy="200520"/>
          </a:xfrm>
        </p:grpSpPr>
        <p:sp>
          <p:nvSpPr>
            <p:cNvPr id="1642" name=""/>
            <p:cNvSpPr/>
            <p:nvPr/>
          </p:nvSpPr>
          <p:spPr>
            <a:xfrm>
              <a:off x="8131320" y="9255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3" name=""/>
            <p:cNvSpPr/>
            <p:nvPr/>
          </p:nvSpPr>
          <p:spPr>
            <a:xfrm>
              <a:off x="8260920" y="911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4" name=""/>
          <p:cNvGrpSpPr/>
          <p:nvPr/>
        </p:nvGrpSpPr>
        <p:grpSpPr>
          <a:xfrm>
            <a:off x="2895480" y="5257800"/>
            <a:ext cx="460080" cy="200520"/>
            <a:chOff x="2895480" y="5257800"/>
            <a:chExt cx="460080" cy="200520"/>
          </a:xfrm>
        </p:grpSpPr>
        <p:sp>
          <p:nvSpPr>
            <p:cNvPr id="1645" name=""/>
            <p:cNvSpPr/>
            <p:nvPr/>
          </p:nvSpPr>
          <p:spPr>
            <a:xfrm>
              <a:off x="2895480" y="52722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6" name=""/>
            <p:cNvSpPr/>
            <p:nvPr/>
          </p:nvSpPr>
          <p:spPr>
            <a:xfrm>
              <a:off x="3017880" y="5257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7" name=""/>
          <p:cNvGrpSpPr/>
          <p:nvPr/>
        </p:nvGrpSpPr>
        <p:grpSpPr>
          <a:xfrm>
            <a:off x="2209680" y="3733920"/>
            <a:ext cx="461880" cy="200520"/>
            <a:chOff x="2209680" y="3733920"/>
            <a:chExt cx="461880" cy="200520"/>
          </a:xfrm>
        </p:grpSpPr>
        <p:sp>
          <p:nvSpPr>
            <p:cNvPr id="1648" name=""/>
            <p:cNvSpPr/>
            <p:nvPr/>
          </p:nvSpPr>
          <p:spPr>
            <a:xfrm>
              <a:off x="2209680" y="3747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9" name=""/>
            <p:cNvSpPr/>
            <p:nvPr/>
          </p:nvSpPr>
          <p:spPr>
            <a:xfrm>
              <a:off x="233388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50" name=""/>
          <p:cNvGrpSpPr/>
          <p:nvPr/>
        </p:nvGrpSpPr>
        <p:grpSpPr>
          <a:xfrm>
            <a:off x="906480" y="4592520"/>
            <a:ext cx="468720" cy="200520"/>
            <a:chOff x="906480" y="4592520"/>
            <a:chExt cx="468720" cy="200520"/>
          </a:xfrm>
        </p:grpSpPr>
        <p:sp>
          <p:nvSpPr>
            <p:cNvPr id="1651" name=""/>
            <p:cNvSpPr/>
            <p:nvPr/>
          </p:nvSpPr>
          <p:spPr>
            <a:xfrm>
              <a:off x="906480" y="4608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2" name=""/>
            <p:cNvSpPr/>
            <p:nvPr/>
          </p:nvSpPr>
          <p:spPr>
            <a:xfrm>
              <a:off x="1037520" y="459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53" name="Rounded Rectangle 165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654" name="Oval 1653"/>
          <p:cNvSpPr/>
          <p:nvPr/>
        </p:nvSpPr>
        <p:spPr>
          <a:xfrm>
            <a:off x="825859" y="7939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xfrm>
            <a:off x="865859" y="8339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656" name="Rounded Rectangle 1655"/>
          <p:cNvSpPr/>
          <p:nvPr/>
        </p:nvSpPr>
        <p:spPr>
          <a:xfrm>
            <a:off x="1135859" y="8539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657" name="Oval 1656"/>
          <p:cNvSpPr/>
          <p:nvPr/>
        </p:nvSpPr>
        <p:spPr>
          <a:xfrm>
            <a:off x="6670099" y="264566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xfrm>
            <a:off x="6710099" y="268566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659" name="Rounded Rectangle 1658"/>
          <p:cNvSpPr/>
          <p:nvPr/>
        </p:nvSpPr>
        <p:spPr>
          <a:xfrm>
            <a:off x="6980099" y="270566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660" name="Oval 1659"/>
          <p:cNvSpPr/>
          <p:nvPr/>
        </p:nvSpPr>
        <p:spPr>
          <a:xfrm>
            <a:off x="3621616" y="2844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xfrm>
            <a:off x="3661616" y="3244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662" name="Rounded Rectangle 1661"/>
          <p:cNvSpPr/>
          <p:nvPr/>
        </p:nvSpPr>
        <p:spPr>
          <a:xfrm>
            <a:off x="3931616" y="3444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663" name="Oval 1662"/>
          <p:cNvSpPr/>
          <p:nvPr/>
        </p:nvSpPr>
        <p:spPr>
          <a:xfrm>
            <a:off x="4688298" y="58464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xfrm>
            <a:off x="4728298" y="58864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665" name="Rounded Rectangle 1664"/>
          <p:cNvSpPr/>
          <p:nvPr/>
        </p:nvSpPr>
        <p:spPr>
          <a:xfrm>
            <a:off x="4998298" y="59064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666" name="Oval 1665"/>
          <p:cNvSpPr/>
          <p:nvPr/>
        </p:nvSpPr>
        <p:spPr>
          <a:xfrm>
            <a:off x="421756" y="25711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xfrm>
            <a:off x="461756" y="26111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668" name="Rounded Rectangle 1667"/>
          <p:cNvSpPr/>
          <p:nvPr/>
        </p:nvSpPr>
        <p:spPr>
          <a:xfrm>
            <a:off x="731756" y="26311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669" name="Oval 1668"/>
          <p:cNvSpPr/>
          <p:nvPr/>
        </p:nvSpPr>
        <p:spPr>
          <a:xfrm>
            <a:off x="2479157" y="424622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xfrm>
            <a:off x="2519157" y="428622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671" name="Rounded Rectangle 1670"/>
          <p:cNvSpPr/>
          <p:nvPr/>
        </p:nvSpPr>
        <p:spPr>
          <a:xfrm>
            <a:off x="2789157" y="430622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672" name="Oval 1671"/>
          <p:cNvSpPr/>
          <p:nvPr/>
        </p:nvSpPr>
        <p:spPr>
          <a:xfrm>
            <a:off x="3621439" y="43232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xfrm>
            <a:off x="3661439" y="43632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674" name="Rounded Rectangle 1673"/>
          <p:cNvSpPr/>
          <p:nvPr/>
        </p:nvSpPr>
        <p:spPr>
          <a:xfrm>
            <a:off x="3931439" y="43832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675" name="Oval 1674"/>
          <p:cNvSpPr/>
          <p:nvPr/>
        </p:nvSpPr>
        <p:spPr>
          <a:xfrm>
            <a:off x="6536893" y="40199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xfrm>
            <a:off x="6576893" y="40599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677" name="Rounded Rectangle 1676"/>
          <p:cNvSpPr/>
          <p:nvPr/>
        </p:nvSpPr>
        <p:spPr>
          <a:xfrm>
            <a:off x="6846893" y="40799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678" name="Oval 1677"/>
          <p:cNvSpPr/>
          <p:nvPr/>
        </p:nvSpPr>
        <p:spPr>
          <a:xfrm>
            <a:off x="5527100" y="10458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xfrm>
            <a:off x="5567100" y="10858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680" name="Rounded Rectangle 1679"/>
          <p:cNvSpPr/>
          <p:nvPr/>
        </p:nvSpPr>
        <p:spPr>
          <a:xfrm>
            <a:off x="5837100" y="11058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681" name="Oval 1680"/>
          <p:cNvSpPr/>
          <p:nvPr/>
        </p:nvSpPr>
        <p:spPr>
          <a:xfrm>
            <a:off x="774379" y="594632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xfrm>
            <a:off x="814379" y="598632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683" name="Rounded Rectangle 1682"/>
          <p:cNvSpPr/>
          <p:nvPr/>
        </p:nvSpPr>
        <p:spPr>
          <a:xfrm>
            <a:off x="1084379" y="600632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684" name="Oval 1683"/>
          <p:cNvSpPr/>
          <p:nvPr/>
        </p:nvSpPr>
        <p:spPr>
          <a:xfrm>
            <a:off x="3850215" y="31028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3890215" y="31428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686" name="Rounded Rectangle 1685"/>
          <p:cNvSpPr/>
          <p:nvPr/>
        </p:nvSpPr>
        <p:spPr>
          <a:xfrm>
            <a:off x="4160215" y="31628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687" name="Oval 1686"/>
          <p:cNvSpPr/>
          <p:nvPr/>
        </p:nvSpPr>
        <p:spPr>
          <a:xfrm>
            <a:off x="4307959" y="19596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4347959" y="19996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689" name="Rounded Rectangle 1688"/>
          <p:cNvSpPr/>
          <p:nvPr/>
        </p:nvSpPr>
        <p:spPr>
          <a:xfrm>
            <a:off x="4617959" y="20196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690" name="Oval 1689"/>
          <p:cNvSpPr/>
          <p:nvPr/>
        </p:nvSpPr>
        <p:spPr>
          <a:xfrm>
            <a:off x="2326699" y="21121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xfrm>
            <a:off x="2366699" y="21521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692" name="Rounded Rectangle 1691"/>
          <p:cNvSpPr/>
          <p:nvPr/>
        </p:nvSpPr>
        <p:spPr>
          <a:xfrm>
            <a:off x="2636699" y="21721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693" name="Oval 1692"/>
          <p:cNvSpPr/>
          <p:nvPr/>
        </p:nvSpPr>
        <p:spPr>
          <a:xfrm>
            <a:off x="7584493" y="5617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xfrm>
            <a:off x="7624493" y="5657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695" name="Rounded Rectangle 1694"/>
          <p:cNvSpPr/>
          <p:nvPr/>
        </p:nvSpPr>
        <p:spPr>
          <a:xfrm>
            <a:off x="7894493" y="5677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696" name="Oval 1695"/>
          <p:cNvSpPr/>
          <p:nvPr/>
        </p:nvSpPr>
        <p:spPr>
          <a:xfrm>
            <a:off x="5527100" y="462710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5567100" y="466710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698" name="Rounded Rectangle 1697"/>
          <p:cNvSpPr/>
          <p:nvPr/>
        </p:nvSpPr>
        <p:spPr>
          <a:xfrm>
            <a:off x="5837100" y="468710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699" name="Oval 1698"/>
          <p:cNvSpPr/>
          <p:nvPr/>
        </p:nvSpPr>
        <p:spPr>
          <a:xfrm>
            <a:off x="7997416" y="21934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xfrm>
            <a:off x="8037416" y="22334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701" name="Rounded Rectangle 1700"/>
          <p:cNvSpPr/>
          <p:nvPr/>
        </p:nvSpPr>
        <p:spPr>
          <a:xfrm>
            <a:off x="8307416" y="22534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702" name="Oval 1701"/>
          <p:cNvSpPr/>
          <p:nvPr/>
        </p:nvSpPr>
        <p:spPr>
          <a:xfrm>
            <a:off x="8018836" y="8139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Oval 1702"/>
          <p:cNvSpPr/>
          <p:nvPr/>
        </p:nvSpPr>
        <p:spPr>
          <a:xfrm>
            <a:off x="8058836" y="8539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704" name="Rounded Rectangle 1703"/>
          <p:cNvSpPr/>
          <p:nvPr/>
        </p:nvSpPr>
        <p:spPr>
          <a:xfrm>
            <a:off x="8328836" y="8739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705" name="Oval 1704"/>
          <p:cNvSpPr/>
          <p:nvPr/>
        </p:nvSpPr>
        <p:spPr>
          <a:xfrm>
            <a:off x="2782993" y="516062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Oval 1705"/>
          <p:cNvSpPr/>
          <p:nvPr/>
        </p:nvSpPr>
        <p:spPr>
          <a:xfrm>
            <a:off x="2822993" y="520062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707" name="Rounded Rectangle 1706"/>
          <p:cNvSpPr/>
          <p:nvPr/>
        </p:nvSpPr>
        <p:spPr>
          <a:xfrm>
            <a:off x="3092993" y="522062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708" name="Oval 1707"/>
          <p:cNvSpPr/>
          <p:nvPr/>
        </p:nvSpPr>
        <p:spPr>
          <a:xfrm>
            <a:off x="2098093" y="36363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xfrm>
            <a:off x="2138093" y="36763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710" name="Rounded Rectangle 1709"/>
          <p:cNvSpPr/>
          <p:nvPr/>
        </p:nvSpPr>
        <p:spPr>
          <a:xfrm>
            <a:off x="2408093" y="36963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711" name="Oval 1710"/>
          <p:cNvSpPr/>
          <p:nvPr/>
        </p:nvSpPr>
        <p:spPr>
          <a:xfrm>
            <a:off x="794896" y="44967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xfrm>
            <a:off x="834896" y="45367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713" name="Rounded Rectangle 1712"/>
          <p:cNvSpPr/>
          <p:nvPr/>
        </p:nvSpPr>
        <p:spPr>
          <a:xfrm>
            <a:off x="1104896" y="45567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"/>
          <p:cNvSpPr/>
          <p:nvPr/>
        </p:nvSpPr>
        <p:spPr>
          <a:xfrm>
            <a:off x="3083400" y="50760"/>
            <a:ext cx="2977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17: EBBR | RWY 02 | STAR ARVO2A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"/>
          <p:cNvSpPr/>
          <p:nvPr/>
        </p:nvSpPr>
        <p:spPr>
          <a:xfrm flipV="1">
            <a:off x="1901880" y="3414600"/>
            <a:ext cx="1198440" cy="1712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"/>
          <p:cNvSpPr/>
          <p:nvPr/>
        </p:nvSpPr>
        <p:spPr>
          <a:xfrm flipV="1">
            <a:off x="3100320" y="2307960"/>
            <a:ext cx="774720" cy="1106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"/>
          <p:cNvSpPr/>
          <p:nvPr/>
        </p:nvSpPr>
        <p:spPr>
          <a:xfrm flipV="1">
            <a:off x="3875040" y="1882800"/>
            <a:ext cx="708120" cy="425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"/>
          <p:cNvSpPr/>
          <p:nvPr/>
        </p:nvSpPr>
        <p:spPr>
          <a:xfrm>
            <a:off x="4583160" y="1882800"/>
            <a:ext cx="792000" cy="168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"/>
          <p:cNvSpPr/>
          <p:nvPr/>
        </p:nvSpPr>
        <p:spPr>
          <a:xfrm>
            <a:off x="5375160" y="2050920"/>
            <a:ext cx="384120" cy="1663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"/>
          <p:cNvSpPr/>
          <p:nvPr/>
        </p:nvSpPr>
        <p:spPr>
          <a:xfrm>
            <a:off x="5759280" y="3714840"/>
            <a:ext cx="45576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"/>
          <p:cNvSpPr/>
          <p:nvPr/>
        </p:nvSpPr>
        <p:spPr>
          <a:xfrm flipV="1">
            <a:off x="6215040" y="3627000"/>
            <a:ext cx="372960" cy="87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"/>
          <p:cNvSpPr/>
          <p:nvPr/>
        </p:nvSpPr>
        <p:spPr>
          <a:xfrm flipV="1">
            <a:off x="6588000" y="2695680"/>
            <a:ext cx="455760" cy="931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"/>
          <p:cNvSpPr/>
          <p:nvPr/>
        </p:nvSpPr>
        <p:spPr>
          <a:xfrm flipV="1">
            <a:off x="7043760" y="2460240"/>
            <a:ext cx="58680" cy="235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"/>
          <p:cNvSpPr/>
          <p:nvPr/>
        </p:nvSpPr>
        <p:spPr>
          <a:xfrm flipV="1">
            <a:off x="7102440" y="1937880"/>
            <a:ext cx="13968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64" name=""/>
          <p:cNvGrpSpPr/>
          <p:nvPr/>
        </p:nvGrpSpPr>
        <p:grpSpPr>
          <a:xfrm>
            <a:off x="1838160" y="5064120"/>
            <a:ext cx="600840" cy="200520"/>
            <a:chOff x="1838160" y="5064120"/>
            <a:chExt cx="600840" cy="200520"/>
          </a:xfrm>
        </p:grpSpPr>
        <p:sp>
          <p:nvSpPr>
            <p:cNvPr id="1665" name=""/>
            <p:cNvSpPr/>
            <p:nvPr/>
          </p:nvSpPr>
          <p:spPr>
            <a:xfrm>
              <a:off x="1838160" y="50641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6" name=""/>
            <p:cNvSpPr/>
            <p:nvPr/>
          </p:nvSpPr>
          <p:spPr>
            <a:xfrm>
              <a:off x="1949040" y="506412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ARVOL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7" name=""/>
          <p:cNvGrpSpPr/>
          <p:nvPr/>
        </p:nvGrpSpPr>
        <p:grpSpPr>
          <a:xfrm>
            <a:off x="3049560" y="3351240"/>
            <a:ext cx="555480" cy="200520"/>
            <a:chOff x="3049560" y="3351240"/>
            <a:chExt cx="555480" cy="200520"/>
          </a:xfrm>
        </p:grpSpPr>
        <p:sp>
          <p:nvSpPr>
            <p:cNvPr id="1668" name=""/>
            <p:cNvSpPr/>
            <p:nvPr/>
          </p:nvSpPr>
          <p:spPr>
            <a:xfrm>
              <a:off x="3049560" y="3363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9" name=""/>
            <p:cNvSpPr/>
            <p:nvPr/>
          </p:nvSpPr>
          <p:spPr>
            <a:xfrm>
              <a:off x="3154680" y="33512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AKOVI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0" name=""/>
          <p:cNvGrpSpPr/>
          <p:nvPr/>
        </p:nvGrpSpPr>
        <p:grpSpPr>
          <a:xfrm>
            <a:off x="3824280" y="2244600"/>
            <a:ext cx="562320" cy="200520"/>
            <a:chOff x="3824280" y="2244600"/>
            <a:chExt cx="562320" cy="200520"/>
          </a:xfrm>
        </p:grpSpPr>
        <p:sp>
          <p:nvSpPr>
            <p:cNvPr id="1671" name=""/>
            <p:cNvSpPr/>
            <p:nvPr/>
          </p:nvSpPr>
          <p:spPr>
            <a:xfrm>
              <a:off x="3824280" y="2257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2" name=""/>
            <p:cNvSpPr/>
            <p:nvPr/>
          </p:nvSpPr>
          <p:spPr>
            <a:xfrm>
              <a:off x="3922560" y="22446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RODRI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3" name=""/>
          <p:cNvGrpSpPr/>
          <p:nvPr/>
        </p:nvGrpSpPr>
        <p:grpSpPr>
          <a:xfrm>
            <a:off x="4532400" y="1819440"/>
            <a:ext cx="569880" cy="200520"/>
            <a:chOff x="4532400" y="1819440"/>
            <a:chExt cx="569880" cy="200520"/>
          </a:xfrm>
        </p:grpSpPr>
        <p:sp>
          <p:nvSpPr>
            <p:cNvPr id="1674" name=""/>
            <p:cNvSpPr/>
            <p:nvPr/>
          </p:nvSpPr>
          <p:spPr>
            <a:xfrm>
              <a:off x="4532400" y="1832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5" name=""/>
            <p:cNvSpPr/>
            <p:nvPr/>
          </p:nvSpPr>
          <p:spPr>
            <a:xfrm>
              <a:off x="4622760" y="181944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KERKY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6" name=""/>
          <p:cNvGrpSpPr/>
          <p:nvPr/>
        </p:nvGrpSpPr>
        <p:grpSpPr>
          <a:xfrm>
            <a:off x="5324400" y="1987560"/>
            <a:ext cx="463680" cy="200520"/>
            <a:chOff x="5324400" y="1987560"/>
            <a:chExt cx="463680" cy="200520"/>
          </a:xfrm>
        </p:grpSpPr>
        <p:sp>
          <p:nvSpPr>
            <p:cNvPr id="1677" name=""/>
            <p:cNvSpPr/>
            <p:nvPr/>
          </p:nvSpPr>
          <p:spPr>
            <a:xfrm>
              <a:off x="5324400" y="2000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8" name=""/>
            <p:cNvSpPr/>
            <p:nvPr/>
          </p:nvSpPr>
          <p:spPr>
            <a:xfrm>
              <a:off x="5470200" y="1987560"/>
              <a:ext cx="3178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AFI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79" name=""/>
          <p:cNvGrpSpPr/>
          <p:nvPr/>
        </p:nvGrpSpPr>
        <p:grpSpPr>
          <a:xfrm>
            <a:off x="5708520" y="3651120"/>
            <a:ext cx="586440" cy="200520"/>
            <a:chOff x="5708520" y="3651120"/>
            <a:chExt cx="586440" cy="200520"/>
          </a:xfrm>
        </p:grpSpPr>
        <p:sp>
          <p:nvSpPr>
            <p:cNvPr id="1680" name=""/>
            <p:cNvSpPr/>
            <p:nvPr/>
          </p:nvSpPr>
          <p:spPr>
            <a:xfrm>
              <a:off x="5708520" y="36640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1" name=""/>
            <p:cNvSpPr/>
            <p:nvPr/>
          </p:nvSpPr>
          <p:spPr>
            <a:xfrm>
              <a:off x="5848920" y="365112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AFI-12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2" name=""/>
          <p:cNvGrpSpPr/>
          <p:nvPr/>
        </p:nvGrpSpPr>
        <p:grpSpPr>
          <a:xfrm>
            <a:off x="6173640" y="3651120"/>
            <a:ext cx="539640" cy="200520"/>
            <a:chOff x="6173640" y="3651120"/>
            <a:chExt cx="539640" cy="200520"/>
          </a:xfrm>
        </p:grpSpPr>
        <p:sp>
          <p:nvSpPr>
            <p:cNvPr id="1683" name=""/>
            <p:cNvSpPr/>
            <p:nvPr/>
          </p:nvSpPr>
          <p:spPr>
            <a:xfrm>
              <a:off x="6173640" y="367344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4" name=""/>
            <p:cNvSpPr/>
            <p:nvPr/>
          </p:nvSpPr>
          <p:spPr>
            <a:xfrm>
              <a:off x="6253560" y="36511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NIVOR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5" name=""/>
          <p:cNvGrpSpPr/>
          <p:nvPr/>
        </p:nvGrpSpPr>
        <p:grpSpPr>
          <a:xfrm>
            <a:off x="6548400" y="3564000"/>
            <a:ext cx="585000" cy="200520"/>
            <a:chOff x="6548400" y="3564000"/>
            <a:chExt cx="585000" cy="200520"/>
          </a:xfrm>
        </p:grpSpPr>
        <p:sp>
          <p:nvSpPr>
            <p:cNvPr id="1686" name=""/>
            <p:cNvSpPr/>
            <p:nvPr/>
          </p:nvSpPr>
          <p:spPr>
            <a:xfrm>
              <a:off x="6548400" y="3587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7" name=""/>
            <p:cNvSpPr/>
            <p:nvPr/>
          </p:nvSpPr>
          <p:spPr>
            <a:xfrm>
              <a:off x="6649560" y="356400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HUL-11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8" name=""/>
          <p:cNvGrpSpPr/>
          <p:nvPr/>
        </p:nvGrpSpPr>
        <p:grpSpPr>
          <a:xfrm>
            <a:off x="7004160" y="2631960"/>
            <a:ext cx="482040" cy="200520"/>
            <a:chOff x="7004160" y="2631960"/>
            <a:chExt cx="482040" cy="200520"/>
          </a:xfrm>
        </p:grpSpPr>
        <p:sp>
          <p:nvSpPr>
            <p:cNvPr id="1689" name=""/>
            <p:cNvSpPr/>
            <p:nvPr/>
          </p:nvSpPr>
          <p:spPr>
            <a:xfrm>
              <a:off x="7004160" y="2654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0" name=""/>
            <p:cNvSpPr/>
            <p:nvPr/>
          </p:nvSpPr>
          <p:spPr>
            <a:xfrm>
              <a:off x="7090560" y="263196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1" name=""/>
          <p:cNvGrpSpPr/>
          <p:nvPr/>
        </p:nvGrpSpPr>
        <p:grpSpPr>
          <a:xfrm>
            <a:off x="7061040" y="2397240"/>
            <a:ext cx="496080" cy="200520"/>
            <a:chOff x="7061040" y="2397240"/>
            <a:chExt cx="496080" cy="200520"/>
          </a:xfrm>
        </p:grpSpPr>
        <p:sp>
          <p:nvSpPr>
            <p:cNvPr id="1692" name=""/>
            <p:cNvSpPr/>
            <p:nvPr/>
          </p:nvSpPr>
          <p:spPr>
            <a:xfrm>
              <a:off x="7061040" y="2419200"/>
              <a:ext cx="828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3" name=""/>
            <p:cNvSpPr/>
            <p:nvPr/>
          </p:nvSpPr>
          <p:spPr>
            <a:xfrm>
              <a:off x="7137000" y="23972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4" name=""/>
          <p:cNvGrpSpPr/>
          <p:nvPr/>
        </p:nvGrpSpPr>
        <p:grpSpPr>
          <a:xfrm>
            <a:off x="7178760" y="1874880"/>
            <a:ext cx="543240" cy="200520"/>
            <a:chOff x="7178760" y="1874880"/>
            <a:chExt cx="543240" cy="200520"/>
          </a:xfrm>
        </p:grpSpPr>
        <p:sp>
          <p:nvSpPr>
            <p:cNvPr id="1695" name=""/>
            <p:cNvSpPr/>
            <p:nvPr/>
          </p:nvSpPr>
          <p:spPr>
            <a:xfrm>
              <a:off x="7178760" y="187488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6" name=""/>
            <p:cNvSpPr/>
            <p:nvPr/>
          </p:nvSpPr>
          <p:spPr>
            <a:xfrm>
              <a:off x="7295760" y="18748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7" name=""/>
          <p:cNvGrpSpPr/>
          <p:nvPr/>
        </p:nvGrpSpPr>
        <p:grpSpPr>
          <a:xfrm>
            <a:off x="6095880" y="2895480"/>
            <a:ext cx="479160" cy="200520"/>
            <a:chOff x="6095880" y="2895480"/>
            <a:chExt cx="479160" cy="200520"/>
          </a:xfrm>
        </p:grpSpPr>
        <p:sp>
          <p:nvSpPr>
            <p:cNvPr id="1698" name=""/>
            <p:cNvSpPr/>
            <p:nvPr/>
          </p:nvSpPr>
          <p:spPr>
            <a:xfrm>
              <a:off x="6095880" y="29016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9" name=""/>
            <p:cNvSpPr/>
            <p:nvPr/>
          </p:nvSpPr>
          <p:spPr>
            <a:xfrm>
              <a:off x="623736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0" name=""/>
          <p:cNvGrpSpPr/>
          <p:nvPr/>
        </p:nvGrpSpPr>
        <p:grpSpPr>
          <a:xfrm>
            <a:off x="4495680" y="2819520"/>
            <a:ext cx="479160" cy="200520"/>
            <a:chOff x="4495680" y="2819520"/>
            <a:chExt cx="479160" cy="200520"/>
          </a:xfrm>
        </p:grpSpPr>
        <p:sp>
          <p:nvSpPr>
            <p:cNvPr id="1701" name=""/>
            <p:cNvSpPr/>
            <p:nvPr/>
          </p:nvSpPr>
          <p:spPr>
            <a:xfrm>
              <a:off x="4495680" y="2826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2" name=""/>
            <p:cNvSpPr/>
            <p:nvPr/>
          </p:nvSpPr>
          <p:spPr>
            <a:xfrm>
              <a:off x="463716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3" name=""/>
          <p:cNvGrpSpPr/>
          <p:nvPr/>
        </p:nvGrpSpPr>
        <p:grpSpPr>
          <a:xfrm>
            <a:off x="6248520" y="5791320"/>
            <a:ext cx="461160" cy="200520"/>
            <a:chOff x="6248520" y="5791320"/>
            <a:chExt cx="461160" cy="200520"/>
          </a:xfrm>
        </p:grpSpPr>
        <p:sp>
          <p:nvSpPr>
            <p:cNvPr id="1704" name=""/>
            <p:cNvSpPr/>
            <p:nvPr/>
          </p:nvSpPr>
          <p:spPr>
            <a:xfrm>
              <a:off x="6248520" y="580680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5" name=""/>
            <p:cNvSpPr/>
            <p:nvPr/>
          </p:nvSpPr>
          <p:spPr>
            <a:xfrm>
              <a:off x="637200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6" name=""/>
          <p:cNvGrpSpPr/>
          <p:nvPr/>
        </p:nvGrpSpPr>
        <p:grpSpPr>
          <a:xfrm>
            <a:off x="717480" y="3417840"/>
            <a:ext cx="467280" cy="200520"/>
            <a:chOff x="717480" y="3417840"/>
            <a:chExt cx="467280" cy="200520"/>
          </a:xfrm>
        </p:grpSpPr>
        <p:sp>
          <p:nvSpPr>
            <p:cNvPr id="1707" name=""/>
            <p:cNvSpPr/>
            <p:nvPr/>
          </p:nvSpPr>
          <p:spPr>
            <a:xfrm>
              <a:off x="717480" y="343368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8" name=""/>
            <p:cNvSpPr/>
            <p:nvPr/>
          </p:nvSpPr>
          <p:spPr>
            <a:xfrm>
              <a:off x="847080" y="3417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9" name=""/>
          <p:cNvGrpSpPr/>
          <p:nvPr/>
        </p:nvGrpSpPr>
        <p:grpSpPr>
          <a:xfrm>
            <a:off x="6324480" y="4343400"/>
            <a:ext cx="461880" cy="200520"/>
            <a:chOff x="6324480" y="4343400"/>
            <a:chExt cx="461880" cy="200520"/>
          </a:xfrm>
        </p:grpSpPr>
        <p:sp>
          <p:nvSpPr>
            <p:cNvPr id="1710" name=""/>
            <p:cNvSpPr/>
            <p:nvPr/>
          </p:nvSpPr>
          <p:spPr>
            <a:xfrm>
              <a:off x="6324480" y="4359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1" name=""/>
            <p:cNvSpPr/>
            <p:nvPr/>
          </p:nvSpPr>
          <p:spPr>
            <a:xfrm>
              <a:off x="64486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2" name=""/>
          <p:cNvGrpSpPr/>
          <p:nvPr/>
        </p:nvGrpSpPr>
        <p:grpSpPr>
          <a:xfrm>
            <a:off x="7238880" y="3276720"/>
            <a:ext cx="460440" cy="200520"/>
            <a:chOff x="7238880" y="3276720"/>
            <a:chExt cx="460440" cy="200520"/>
          </a:xfrm>
        </p:grpSpPr>
        <p:sp>
          <p:nvSpPr>
            <p:cNvPr id="1713" name=""/>
            <p:cNvSpPr/>
            <p:nvPr/>
          </p:nvSpPr>
          <p:spPr>
            <a:xfrm>
              <a:off x="7238880" y="3291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4" name=""/>
            <p:cNvSpPr/>
            <p:nvPr/>
          </p:nvSpPr>
          <p:spPr>
            <a:xfrm>
              <a:off x="736164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5" name=""/>
          <p:cNvGrpSpPr/>
          <p:nvPr/>
        </p:nvGrpSpPr>
        <p:grpSpPr>
          <a:xfrm>
            <a:off x="2743200" y="1600200"/>
            <a:ext cx="461880" cy="200520"/>
            <a:chOff x="2743200" y="1600200"/>
            <a:chExt cx="461880" cy="200520"/>
          </a:xfrm>
        </p:grpSpPr>
        <p:sp>
          <p:nvSpPr>
            <p:cNvPr id="1716" name=""/>
            <p:cNvSpPr/>
            <p:nvPr/>
          </p:nvSpPr>
          <p:spPr>
            <a:xfrm>
              <a:off x="2743200" y="1614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7" name=""/>
            <p:cNvSpPr/>
            <p:nvPr/>
          </p:nvSpPr>
          <p:spPr>
            <a:xfrm>
              <a:off x="286740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8" name=""/>
          <p:cNvGrpSpPr/>
          <p:nvPr/>
        </p:nvGrpSpPr>
        <p:grpSpPr>
          <a:xfrm>
            <a:off x="4305240" y="3917880"/>
            <a:ext cx="468720" cy="200520"/>
            <a:chOff x="4305240" y="3917880"/>
            <a:chExt cx="468720" cy="200520"/>
          </a:xfrm>
        </p:grpSpPr>
        <p:sp>
          <p:nvSpPr>
            <p:cNvPr id="1719" name=""/>
            <p:cNvSpPr/>
            <p:nvPr/>
          </p:nvSpPr>
          <p:spPr>
            <a:xfrm>
              <a:off x="4305240" y="3932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0" name=""/>
            <p:cNvSpPr/>
            <p:nvPr/>
          </p:nvSpPr>
          <p:spPr>
            <a:xfrm>
              <a:off x="4436280" y="3917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1" name=""/>
          <p:cNvGrpSpPr/>
          <p:nvPr/>
        </p:nvGrpSpPr>
        <p:grpSpPr>
          <a:xfrm>
            <a:off x="1606680" y="2147760"/>
            <a:ext cx="468720" cy="200520"/>
            <a:chOff x="1606680" y="2147760"/>
            <a:chExt cx="468720" cy="200520"/>
          </a:xfrm>
        </p:grpSpPr>
        <p:sp>
          <p:nvSpPr>
            <p:cNvPr id="1722" name=""/>
            <p:cNvSpPr/>
            <p:nvPr/>
          </p:nvSpPr>
          <p:spPr>
            <a:xfrm>
              <a:off x="1606680" y="2162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3" name=""/>
            <p:cNvSpPr/>
            <p:nvPr/>
          </p:nvSpPr>
          <p:spPr>
            <a:xfrm>
              <a:off x="1737720" y="2147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4" name=""/>
          <p:cNvGrpSpPr/>
          <p:nvPr/>
        </p:nvGrpSpPr>
        <p:grpSpPr>
          <a:xfrm>
            <a:off x="8331120" y="1206360"/>
            <a:ext cx="467280" cy="200520"/>
            <a:chOff x="8331120" y="1206360"/>
            <a:chExt cx="467280" cy="200520"/>
          </a:xfrm>
        </p:grpSpPr>
        <p:sp>
          <p:nvSpPr>
            <p:cNvPr id="1725" name=""/>
            <p:cNvSpPr/>
            <p:nvPr/>
          </p:nvSpPr>
          <p:spPr>
            <a:xfrm>
              <a:off x="8331120" y="12207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6" name=""/>
            <p:cNvSpPr/>
            <p:nvPr/>
          </p:nvSpPr>
          <p:spPr>
            <a:xfrm>
              <a:off x="8460720" y="1206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7" name=""/>
          <p:cNvGrpSpPr/>
          <p:nvPr/>
        </p:nvGrpSpPr>
        <p:grpSpPr>
          <a:xfrm>
            <a:off x="708120" y="5686560"/>
            <a:ext cx="467280" cy="200520"/>
            <a:chOff x="708120" y="5686560"/>
            <a:chExt cx="467280" cy="200520"/>
          </a:xfrm>
        </p:grpSpPr>
        <p:sp>
          <p:nvSpPr>
            <p:cNvPr id="1728" name=""/>
            <p:cNvSpPr/>
            <p:nvPr/>
          </p:nvSpPr>
          <p:spPr>
            <a:xfrm>
              <a:off x="708120" y="57024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9" name=""/>
            <p:cNvSpPr/>
            <p:nvPr/>
          </p:nvSpPr>
          <p:spPr>
            <a:xfrm>
              <a:off x="837720" y="5686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0" name=""/>
          <p:cNvGrpSpPr/>
          <p:nvPr/>
        </p:nvGrpSpPr>
        <p:grpSpPr>
          <a:xfrm>
            <a:off x="8312040" y="2581200"/>
            <a:ext cx="467280" cy="200520"/>
            <a:chOff x="8312040" y="2581200"/>
            <a:chExt cx="467280" cy="200520"/>
          </a:xfrm>
        </p:grpSpPr>
        <p:sp>
          <p:nvSpPr>
            <p:cNvPr id="1731" name=""/>
            <p:cNvSpPr/>
            <p:nvPr/>
          </p:nvSpPr>
          <p:spPr>
            <a:xfrm>
              <a:off x="8312040" y="25956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2" name=""/>
            <p:cNvSpPr/>
            <p:nvPr/>
          </p:nvSpPr>
          <p:spPr>
            <a:xfrm>
              <a:off x="8441640" y="2581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3" name=""/>
          <p:cNvGrpSpPr/>
          <p:nvPr/>
        </p:nvGrpSpPr>
        <p:grpSpPr>
          <a:xfrm>
            <a:off x="7431120" y="4745160"/>
            <a:ext cx="468720" cy="200520"/>
            <a:chOff x="7431120" y="4745160"/>
            <a:chExt cx="468720" cy="200520"/>
          </a:xfrm>
        </p:grpSpPr>
        <p:sp>
          <p:nvSpPr>
            <p:cNvPr id="1734" name=""/>
            <p:cNvSpPr/>
            <p:nvPr/>
          </p:nvSpPr>
          <p:spPr>
            <a:xfrm>
              <a:off x="7431120" y="476100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5" name=""/>
            <p:cNvSpPr/>
            <p:nvPr/>
          </p:nvSpPr>
          <p:spPr>
            <a:xfrm>
              <a:off x="7562160" y="4745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6" name=""/>
          <p:cNvGrpSpPr/>
          <p:nvPr/>
        </p:nvGrpSpPr>
        <p:grpSpPr>
          <a:xfrm>
            <a:off x="3886200" y="5973840"/>
            <a:ext cx="461520" cy="200520"/>
            <a:chOff x="3886200" y="5973840"/>
            <a:chExt cx="461520" cy="200520"/>
          </a:xfrm>
        </p:grpSpPr>
        <p:sp>
          <p:nvSpPr>
            <p:cNvPr id="1737" name=""/>
            <p:cNvSpPr/>
            <p:nvPr/>
          </p:nvSpPr>
          <p:spPr>
            <a:xfrm>
              <a:off x="3886200" y="5989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8" name=""/>
            <p:cNvSpPr/>
            <p:nvPr/>
          </p:nvSpPr>
          <p:spPr>
            <a:xfrm>
              <a:off x="4010040" y="5973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9" name=""/>
          <p:cNvGrpSpPr/>
          <p:nvPr/>
        </p:nvGrpSpPr>
        <p:grpSpPr>
          <a:xfrm>
            <a:off x="5186520" y="4782960"/>
            <a:ext cx="468720" cy="200520"/>
            <a:chOff x="5186520" y="4782960"/>
            <a:chExt cx="468720" cy="200520"/>
          </a:xfrm>
        </p:grpSpPr>
        <p:sp>
          <p:nvSpPr>
            <p:cNvPr id="1740" name=""/>
            <p:cNvSpPr/>
            <p:nvPr/>
          </p:nvSpPr>
          <p:spPr>
            <a:xfrm>
              <a:off x="5186520" y="47991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1" name=""/>
            <p:cNvSpPr/>
            <p:nvPr/>
          </p:nvSpPr>
          <p:spPr>
            <a:xfrm>
              <a:off x="5317560" y="4782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2" name=""/>
          <p:cNvGrpSpPr/>
          <p:nvPr/>
        </p:nvGrpSpPr>
        <p:grpSpPr>
          <a:xfrm>
            <a:off x="4648320" y="990720"/>
            <a:ext cx="461520" cy="200520"/>
            <a:chOff x="4648320" y="990720"/>
            <a:chExt cx="461520" cy="200520"/>
          </a:xfrm>
        </p:grpSpPr>
        <p:sp>
          <p:nvSpPr>
            <p:cNvPr id="1743" name=""/>
            <p:cNvSpPr/>
            <p:nvPr/>
          </p:nvSpPr>
          <p:spPr>
            <a:xfrm>
              <a:off x="4648320" y="1005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4" name=""/>
            <p:cNvSpPr/>
            <p:nvPr/>
          </p:nvSpPr>
          <p:spPr>
            <a:xfrm>
              <a:off x="4772160" y="990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5" name=""/>
          <p:cNvGrpSpPr/>
          <p:nvPr/>
        </p:nvGrpSpPr>
        <p:grpSpPr>
          <a:xfrm>
            <a:off x="1878120" y="3639960"/>
            <a:ext cx="468720" cy="200520"/>
            <a:chOff x="1878120" y="3639960"/>
            <a:chExt cx="468720" cy="200520"/>
          </a:xfrm>
        </p:grpSpPr>
        <p:sp>
          <p:nvSpPr>
            <p:cNvPr id="1746" name=""/>
            <p:cNvSpPr/>
            <p:nvPr/>
          </p:nvSpPr>
          <p:spPr>
            <a:xfrm>
              <a:off x="1878120" y="3654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7" name=""/>
            <p:cNvSpPr/>
            <p:nvPr/>
          </p:nvSpPr>
          <p:spPr>
            <a:xfrm>
              <a:off x="2009160" y="3639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8" name=""/>
          <p:cNvGrpSpPr/>
          <p:nvPr/>
        </p:nvGrpSpPr>
        <p:grpSpPr>
          <a:xfrm>
            <a:off x="7315200" y="533520"/>
            <a:ext cx="460080" cy="200520"/>
            <a:chOff x="7315200" y="533520"/>
            <a:chExt cx="460080" cy="200520"/>
          </a:xfrm>
        </p:grpSpPr>
        <p:sp>
          <p:nvSpPr>
            <p:cNvPr id="1749" name=""/>
            <p:cNvSpPr/>
            <p:nvPr/>
          </p:nvSpPr>
          <p:spPr>
            <a:xfrm>
              <a:off x="7315200" y="549360"/>
              <a:ext cx="9540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0" name=""/>
            <p:cNvSpPr/>
            <p:nvPr/>
          </p:nvSpPr>
          <p:spPr>
            <a:xfrm>
              <a:off x="74376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1" name=""/>
          <p:cNvGrpSpPr/>
          <p:nvPr/>
        </p:nvGrpSpPr>
        <p:grpSpPr>
          <a:xfrm>
            <a:off x="3182760" y="4552920"/>
            <a:ext cx="469080" cy="200520"/>
            <a:chOff x="3182760" y="4552920"/>
            <a:chExt cx="469080" cy="200520"/>
          </a:xfrm>
        </p:grpSpPr>
        <p:sp>
          <p:nvSpPr>
            <p:cNvPr id="1752" name=""/>
            <p:cNvSpPr/>
            <p:nvPr/>
          </p:nvSpPr>
          <p:spPr>
            <a:xfrm>
              <a:off x="3182760" y="4568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3" name=""/>
            <p:cNvSpPr/>
            <p:nvPr/>
          </p:nvSpPr>
          <p:spPr>
            <a:xfrm>
              <a:off x="3314160" y="4552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4" name=""/>
          <p:cNvGrpSpPr/>
          <p:nvPr/>
        </p:nvGrpSpPr>
        <p:grpSpPr>
          <a:xfrm>
            <a:off x="6248520" y="1523880"/>
            <a:ext cx="461160" cy="200520"/>
            <a:chOff x="6248520" y="1523880"/>
            <a:chExt cx="461160" cy="200520"/>
          </a:xfrm>
        </p:grpSpPr>
        <p:sp>
          <p:nvSpPr>
            <p:cNvPr id="1755" name=""/>
            <p:cNvSpPr/>
            <p:nvPr/>
          </p:nvSpPr>
          <p:spPr>
            <a:xfrm>
              <a:off x="6248520" y="1537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6" name=""/>
            <p:cNvSpPr/>
            <p:nvPr/>
          </p:nvSpPr>
          <p:spPr>
            <a:xfrm>
              <a:off x="63720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57" name="Rounded Rectangle 1756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758" name="Oval 1757"/>
          <p:cNvSpPr/>
          <p:nvPr/>
        </p:nvSpPr>
        <p:spPr>
          <a:xfrm>
            <a:off x="5993118" y="27988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xfrm>
            <a:off x="6033118" y="28388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760" name="Rounded Rectangle 1759"/>
          <p:cNvSpPr/>
          <p:nvPr/>
        </p:nvSpPr>
        <p:spPr>
          <a:xfrm>
            <a:off x="6303118" y="28588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761" name="Oval 1760"/>
          <p:cNvSpPr/>
          <p:nvPr/>
        </p:nvSpPr>
        <p:spPr>
          <a:xfrm>
            <a:off x="4392744" y="27230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xfrm>
            <a:off x="4432744" y="27630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763" name="Rounded Rectangle 1762"/>
          <p:cNvSpPr/>
          <p:nvPr/>
        </p:nvSpPr>
        <p:spPr>
          <a:xfrm>
            <a:off x="4702744" y="27830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764" name="Oval 1763"/>
          <p:cNvSpPr/>
          <p:nvPr/>
        </p:nvSpPr>
        <p:spPr>
          <a:xfrm>
            <a:off x="6136758" y="56950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xfrm>
            <a:off x="6176758" y="57350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766" name="Rounded Rectangle 1765"/>
          <p:cNvSpPr/>
          <p:nvPr/>
        </p:nvSpPr>
        <p:spPr>
          <a:xfrm>
            <a:off x="6446758" y="57550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767" name="Oval 1766"/>
          <p:cNvSpPr/>
          <p:nvPr/>
        </p:nvSpPr>
        <p:spPr>
          <a:xfrm>
            <a:off x="605172" y="332137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xfrm>
            <a:off x="645172" y="336137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769" name="Rounded Rectangle 1768"/>
          <p:cNvSpPr/>
          <p:nvPr/>
        </p:nvSpPr>
        <p:spPr>
          <a:xfrm>
            <a:off x="915172" y="338137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770" name="Oval 1769"/>
          <p:cNvSpPr/>
          <p:nvPr/>
        </p:nvSpPr>
        <p:spPr>
          <a:xfrm>
            <a:off x="6212896" y="424764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xfrm>
            <a:off x="6252896" y="428764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772" name="Rounded Rectangle 1771"/>
          <p:cNvSpPr/>
          <p:nvPr/>
        </p:nvSpPr>
        <p:spPr>
          <a:xfrm>
            <a:off x="6522896" y="430764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773" name="Oval 1772"/>
          <p:cNvSpPr/>
          <p:nvPr/>
        </p:nvSpPr>
        <p:spPr>
          <a:xfrm>
            <a:off x="7126584" y="31795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xfrm>
            <a:off x="7166584" y="32195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775" name="Rounded Rectangle 1774"/>
          <p:cNvSpPr/>
          <p:nvPr/>
        </p:nvSpPr>
        <p:spPr>
          <a:xfrm>
            <a:off x="7436584" y="32395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776" name="Oval 1775"/>
          <p:cNvSpPr/>
          <p:nvPr/>
        </p:nvSpPr>
        <p:spPr>
          <a:xfrm>
            <a:off x="2631618" y="150247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xfrm>
            <a:off x="2671618" y="154247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778" name="Rounded Rectangle 1777"/>
          <p:cNvSpPr/>
          <p:nvPr/>
        </p:nvSpPr>
        <p:spPr>
          <a:xfrm>
            <a:off x="2941618" y="156247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779" name="Oval 1778"/>
          <p:cNvSpPr/>
          <p:nvPr/>
        </p:nvSpPr>
        <p:spPr>
          <a:xfrm>
            <a:off x="4193661" y="382069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xfrm>
            <a:off x="4233661" y="386069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781" name="Rounded Rectangle 1780"/>
          <p:cNvSpPr/>
          <p:nvPr/>
        </p:nvSpPr>
        <p:spPr>
          <a:xfrm>
            <a:off x="4503661" y="388069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782" name="Oval 1781"/>
          <p:cNvSpPr/>
          <p:nvPr/>
        </p:nvSpPr>
        <p:spPr>
          <a:xfrm>
            <a:off x="1495094" y="20505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Oval 1782"/>
          <p:cNvSpPr/>
          <p:nvPr/>
        </p:nvSpPr>
        <p:spPr>
          <a:xfrm>
            <a:off x="1535094" y="20905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784" name="Rounded Rectangle 1783"/>
          <p:cNvSpPr/>
          <p:nvPr/>
        </p:nvSpPr>
        <p:spPr>
          <a:xfrm>
            <a:off x="1805094" y="21105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785" name="Oval 1784"/>
          <p:cNvSpPr/>
          <p:nvPr/>
        </p:nvSpPr>
        <p:spPr>
          <a:xfrm>
            <a:off x="8218818" y="110917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Oval 1785"/>
          <p:cNvSpPr/>
          <p:nvPr/>
        </p:nvSpPr>
        <p:spPr>
          <a:xfrm>
            <a:off x="8258818" y="114917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787" name="Rounded Rectangle 1786"/>
          <p:cNvSpPr/>
          <p:nvPr/>
        </p:nvSpPr>
        <p:spPr>
          <a:xfrm>
            <a:off x="8528818" y="116917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788" name="Oval 1787"/>
          <p:cNvSpPr/>
          <p:nvPr/>
        </p:nvSpPr>
        <p:spPr>
          <a:xfrm>
            <a:off x="595643" y="559080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xfrm>
            <a:off x="635643" y="563080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790" name="Rounded Rectangle 1789"/>
          <p:cNvSpPr/>
          <p:nvPr/>
        </p:nvSpPr>
        <p:spPr>
          <a:xfrm>
            <a:off x="905643" y="565080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791" name="Oval 1790"/>
          <p:cNvSpPr/>
          <p:nvPr/>
        </p:nvSpPr>
        <p:spPr>
          <a:xfrm>
            <a:off x="8199744" y="24840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xfrm>
            <a:off x="8239744" y="25240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793" name="Rounded Rectangle 1792"/>
          <p:cNvSpPr/>
          <p:nvPr/>
        </p:nvSpPr>
        <p:spPr>
          <a:xfrm>
            <a:off x="8509744" y="25440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794" name="Oval 1793"/>
          <p:cNvSpPr/>
          <p:nvPr/>
        </p:nvSpPr>
        <p:spPr>
          <a:xfrm>
            <a:off x="7319537" y="46485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xfrm>
            <a:off x="7359537" y="46885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796" name="Rounded Rectangle 1795"/>
          <p:cNvSpPr/>
          <p:nvPr/>
        </p:nvSpPr>
        <p:spPr>
          <a:xfrm>
            <a:off x="7629537" y="47085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797" name="Oval 1796"/>
          <p:cNvSpPr/>
          <p:nvPr/>
        </p:nvSpPr>
        <p:spPr>
          <a:xfrm>
            <a:off x="3774615" y="587809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xfrm>
            <a:off x="3814615" y="591809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799" name="Rounded Rectangle 1798"/>
          <p:cNvSpPr/>
          <p:nvPr/>
        </p:nvSpPr>
        <p:spPr>
          <a:xfrm>
            <a:off x="4084615" y="593809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800" name="Oval 1799"/>
          <p:cNvSpPr/>
          <p:nvPr/>
        </p:nvSpPr>
        <p:spPr>
          <a:xfrm>
            <a:off x="5074934" y="46866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xfrm>
            <a:off x="5114934" y="47266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802" name="Rounded Rectangle 1801"/>
          <p:cNvSpPr/>
          <p:nvPr/>
        </p:nvSpPr>
        <p:spPr>
          <a:xfrm>
            <a:off x="5384934" y="47466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803" name="Oval 1802"/>
          <p:cNvSpPr/>
          <p:nvPr/>
        </p:nvSpPr>
        <p:spPr>
          <a:xfrm>
            <a:off x="4536740" y="89353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xfrm>
            <a:off x="4576740" y="93353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805" name="Rounded Rectangle 1804"/>
          <p:cNvSpPr/>
          <p:nvPr/>
        </p:nvSpPr>
        <p:spPr>
          <a:xfrm>
            <a:off x="4846740" y="95353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806" name="Oval 1805"/>
          <p:cNvSpPr/>
          <p:nvPr/>
        </p:nvSpPr>
        <p:spPr>
          <a:xfrm>
            <a:off x="1766545" y="354277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xfrm>
            <a:off x="1806545" y="358277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808" name="Rounded Rectangle 1807"/>
          <p:cNvSpPr/>
          <p:nvPr/>
        </p:nvSpPr>
        <p:spPr>
          <a:xfrm>
            <a:off x="2076545" y="360277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809" name="Oval 1808"/>
          <p:cNvSpPr/>
          <p:nvPr/>
        </p:nvSpPr>
        <p:spPr>
          <a:xfrm>
            <a:off x="7202892" y="4368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xfrm>
            <a:off x="7242892" y="4768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811" name="Rounded Rectangle 1810"/>
          <p:cNvSpPr/>
          <p:nvPr/>
        </p:nvSpPr>
        <p:spPr>
          <a:xfrm>
            <a:off x="7512892" y="4968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812" name="Oval 1811"/>
          <p:cNvSpPr/>
          <p:nvPr/>
        </p:nvSpPr>
        <p:spPr>
          <a:xfrm>
            <a:off x="3071174" y="445717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xfrm>
            <a:off x="3111174" y="449717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814" name="Rounded Rectangle 1813"/>
          <p:cNvSpPr/>
          <p:nvPr/>
        </p:nvSpPr>
        <p:spPr>
          <a:xfrm>
            <a:off x="3381174" y="451717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815" name="Oval 1814"/>
          <p:cNvSpPr/>
          <p:nvPr/>
        </p:nvSpPr>
        <p:spPr>
          <a:xfrm>
            <a:off x="6136758" y="142633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xfrm>
            <a:off x="6176758" y="146633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817" name="Rounded Rectangle 1816"/>
          <p:cNvSpPr/>
          <p:nvPr/>
        </p:nvSpPr>
        <p:spPr>
          <a:xfrm>
            <a:off x="6446758" y="148633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"/>
          <p:cNvSpPr/>
          <p:nvPr/>
        </p:nvSpPr>
        <p:spPr>
          <a:xfrm>
            <a:off x="3048120" y="50760"/>
            <a:ext cx="3047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18: EBBR | RWY 25R | STAR TULN3B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"/>
          <p:cNvSpPr/>
          <p:nvPr/>
        </p:nvSpPr>
        <p:spPr>
          <a:xfrm flipV="1">
            <a:off x="1901880" y="4427640"/>
            <a:ext cx="1590480" cy="55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"/>
          <p:cNvSpPr/>
          <p:nvPr/>
        </p:nvSpPr>
        <p:spPr>
          <a:xfrm flipV="1">
            <a:off x="3492360" y="3625560"/>
            <a:ext cx="2330640" cy="801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"/>
          <p:cNvSpPr/>
          <p:nvPr/>
        </p:nvSpPr>
        <p:spPr>
          <a:xfrm flipV="1">
            <a:off x="5823000" y="3050640"/>
            <a:ext cx="1419120" cy="574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"/>
          <p:cNvSpPr/>
          <p:nvPr/>
        </p:nvSpPr>
        <p:spPr>
          <a:xfrm flipH="1" flipV="1">
            <a:off x="6661080" y="2563560"/>
            <a:ext cx="581040" cy="48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"/>
          <p:cNvSpPr/>
          <p:nvPr/>
        </p:nvSpPr>
        <p:spPr>
          <a:xfrm flipH="1" flipV="1">
            <a:off x="6306840" y="2527200"/>
            <a:ext cx="353880" cy="36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0080" bIns="-10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"/>
          <p:cNvSpPr/>
          <p:nvPr/>
        </p:nvSpPr>
        <p:spPr>
          <a:xfrm flipH="1">
            <a:off x="5814720" y="2527200"/>
            <a:ext cx="492120" cy="219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" name=""/>
          <p:cNvSpPr/>
          <p:nvPr/>
        </p:nvSpPr>
        <p:spPr>
          <a:xfrm flipH="1">
            <a:off x="5684760" y="2746440"/>
            <a:ext cx="130320" cy="60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"/>
          <p:cNvSpPr/>
          <p:nvPr/>
        </p:nvSpPr>
        <p:spPr>
          <a:xfrm flipH="1">
            <a:off x="5409720" y="2806560"/>
            <a:ext cx="274680" cy="128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66" name=""/>
          <p:cNvGrpSpPr/>
          <p:nvPr/>
        </p:nvGrpSpPr>
        <p:grpSpPr>
          <a:xfrm>
            <a:off x="1838160" y="4419720"/>
            <a:ext cx="576000" cy="200520"/>
            <a:chOff x="1838160" y="4419720"/>
            <a:chExt cx="576000" cy="200520"/>
          </a:xfrm>
        </p:grpSpPr>
        <p:sp>
          <p:nvSpPr>
            <p:cNvPr id="1767" name=""/>
            <p:cNvSpPr/>
            <p:nvPr/>
          </p:nvSpPr>
          <p:spPr>
            <a:xfrm>
              <a:off x="1838160" y="44197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8" name=""/>
            <p:cNvSpPr/>
            <p:nvPr/>
          </p:nvSpPr>
          <p:spPr>
            <a:xfrm>
              <a:off x="1974240" y="441972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TULNI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9" name=""/>
          <p:cNvGrpSpPr/>
          <p:nvPr/>
        </p:nvGrpSpPr>
        <p:grpSpPr>
          <a:xfrm>
            <a:off x="3441600" y="4363920"/>
            <a:ext cx="468360" cy="200520"/>
            <a:chOff x="3441600" y="4363920"/>
            <a:chExt cx="468360" cy="200520"/>
          </a:xfrm>
        </p:grpSpPr>
        <p:sp>
          <p:nvSpPr>
            <p:cNvPr id="1770" name=""/>
            <p:cNvSpPr/>
            <p:nvPr/>
          </p:nvSpPr>
          <p:spPr>
            <a:xfrm>
              <a:off x="3441600" y="43768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1" name=""/>
            <p:cNvSpPr/>
            <p:nvPr/>
          </p:nvSpPr>
          <p:spPr>
            <a:xfrm>
              <a:off x="3583080" y="4363920"/>
              <a:ext cx="3268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2" name=""/>
          <p:cNvGrpSpPr/>
          <p:nvPr/>
        </p:nvGrpSpPr>
        <p:grpSpPr>
          <a:xfrm>
            <a:off x="5772240" y="3562200"/>
            <a:ext cx="483480" cy="200520"/>
            <a:chOff x="5772240" y="3562200"/>
            <a:chExt cx="483480" cy="200520"/>
          </a:xfrm>
        </p:grpSpPr>
        <p:sp>
          <p:nvSpPr>
            <p:cNvPr id="1773" name=""/>
            <p:cNvSpPr/>
            <p:nvPr/>
          </p:nvSpPr>
          <p:spPr>
            <a:xfrm>
              <a:off x="5772240" y="3575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4" name=""/>
            <p:cNvSpPr/>
            <p:nvPr/>
          </p:nvSpPr>
          <p:spPr>
            <a:xfrm>
              <a:off x="5898240" y="356220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HUL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5" name=""/>
          <p:cNvGrpSpPr/>
          <p:nvPr/>
        </p:nvGrpSpPr>
        <p:grpSpPr>
          <a:xfrm>
            <a:off x="7191360" y="2987640"/>
            <a:ext cx="480600" cy="200520"/>
            <a:chOff x="7191360" y="2987640"/>
            <a:chExt cx="480600" cy="200520"/>
          </a:xfrm>
        </p:grpSpPr>
        <p:sp>
          <p:nvSpPr>
            <p:cNvPr id="1776" name=""/>
            <p:cNvSpPr/>
            <p:nvPr/>
          </p:nvSpPr>
          <p:spPr>
            <a:xfrm>
              <a:off x="7191360" y="30002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7" name=""/>
            <p:cNvSpPr/>
            <p:nvPr/>
          </p:nvSpPr>
          <p:spPr>
            <a:xfrm>
              <a:off x="7320600" y="2987640"/>
              <a:ext cx="351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8" name=""/>
          <p:cNvGrpSpPr/>
          <p:nvPr/>
        </p:nvGrpSpPr>
        <p:grpSpPr>
          <a:xfrm>
            <a:off x="6621480" y="2500200"/>
            <a:ext cx="582840" cy="200520"/>
            <a:chOff x="6621480" y="2500200"/>
            <a:chExt cx="582840" cy="200520"/>
          </a:xfrm>
        </p:grpSpPr>
        <p:sp>
          <p:nvSpPr>
            <p:cNvPr id="1779" name=""/>
            <p:cNvSpPr/>
            <p:nvPr/>
          </p:nvSpPr>
          <p:spPr>
            <a:xfrm>
              <a:off x="6621480" y="2523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0" name=""/>
            <p:cNvSpPr/>
            <p:nvPr/>
          </p:nvSpPr>
          <p:spPr>
            <a:xfrm>
              <a:off x="6724800" y="25002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FLO-10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1" name=""/>
          <p:cNvGrpSpPr/>
          <p:nvPr/>
        </p:nvGrpSpPr>
        <p:grpSpPr>
          <a:xfrm>
            <a:off x="6265800" y="2463840"/>
            <a:ext cx="479160" cy="200520"/>
            <a:chOff x="6265800" y="2463840"/>
            <a:chExt cx="479160" cy="200520"/>
          </a:xfrm>
        </p:grpSpPr>
        <p:sp>
          <p:nvSpPr>
            <p:cNvPr id="1782" name=""/>
            <p:cNvSpPr/>
            <p:nvPr/>
          </p:nvSpPr>
          <p:spPr>
            <a:xfrm>
              <a:off x="6265800" y="2486160"/>
              <a:ext cx="824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3" name=""/>
            <p:cNvSpPr/>
            <p:nvPr/>
          </p:nvSpPr>
          <p:spPr>
            <a:xfrm>
              <a:off x="6358320" y="246384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4" name=""/>
          <p:cNvGrpSpPr/>
          <p:nvPr/>
        </p:nvGrpSpPr>
        <p:grpSpPr>
          <a:xfrm>
            <a:off x="5775480" y="2682720"/>
            <a:ext cx="539280" cy="200520"/>
            <a:chOff x="5775480" y="2682720"/>
            <a:chExt cx="539280" cy="200520"/>
          </a:xfrm>
        </p:grpSpPr>
        <p:sp>
          <p:nvSpPr>
            <p:cNvPr id="1785" name=""/>
            <p:cNvSpPr/>
            <p:nvPr/>
          </p:nvSpPr>
          <p:spPr>
            <a:xfrm>
              <a:off x="5775480" y="270504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6" name=""/>
            <p:cNvSpPr/>
            <p:nvPr/>
          </p:nvSpPr>
          <p:spPr>
            <a:xfrm>
              <a:off x="5855040" y="26827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7" name=""/>
          <p:cNvGrpSpPr/>
          <p:nvPr/>
        </p:nvGrpSpPr>
        <p:grpSpPr>
          <a:xfrm>
            <a:off x="5643720" y="2743200"/>
            <a:ext cx="552960" cy="200520"/>
            <a:chOff x="5643720" y="2743200"/>
            <a:chExt cx="552960" cy="200520"/>
          </a:xfrm>
        </p:grpSpPr>
        <p:sp>
          <p:nvSpPr>
            <p:cNvPr id="1788" name=""/>
            <p:cNvSpPr/>
            <p:nvPr/>
          </p:nvSpPr>
          <p:spPr>
            <a:xfrm>
              <a:off x="5643720" y="276696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9" name=""/>
            <p:cNvSpPr/>
            <p:nvPr/>
          </p:nvSpPr>
          <p:spPr>
            <a:xfrm>
              <a:off x="5712840" y="274320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0" name=""/>
          <p:cNvGrpSpPr/>
          <p:nvPr/>
        </p:nvGrpSpPr>
        <p:grpSpPr>
          <a:xfrm>
            <a:off x="5346720" y="2871720"/>
            <a:ext cx="600480" cy="200520"/>
            <a:chOff x="5346720" y="2871720"/>
            <a:chExt cx="600480" cy="200520"/>
          </a:xfrm>
        </p:grpSpPr>
        <p:sp>
          <p:nvSpPr>
            <p:cNvPr id="1791" name=""/>
            <p:cNvSpPr/>
            <p:nvPr/>
          </p:nvSpPr>
          <p:spPr>
            <a:xfrm>
              <a:off x="5346720" y="28717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2" name=""/>
            <p:cNvSpPr/>
            <p:nvPr/>
          </p:nvSpPr>
          <p:spPr>
            <a:xfrm>
              <a:off x="5457240" y="287172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3" name=""/>
          <p:cNvGrpSpPr/>
          <p:nvPr/>
        </p:nvGrpSpPr>
        <p:grpSpPr>
          <a:xfrm>
            <a:off x="4572000" y="304920"/>
            <a:ext cx="478800" cy="200520"/>
            <a:chOff x="4572000" y="304920"/>
            <a:chExt cx="478800" cy="200520"/>
          </a:xfrm>
        </p:grpSpPr>
        <p:sp>
          <p:nvSpPr>
            <p:cNvPr id="1794" name=""/>
            <p:cNvSpPr/>
            <p:nvPr/>
          </p:nvSpPr>
          <p:spPr>
            <a:xfrm>
              <a:off x="4572000" y="3110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5" name=""/>
            <p:cNvSpPr/>
            <p:nvPr/>
          </p:nvSpPr>
          <p:spPr>
            <a:xfrm>
              <a:off x="471312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6" name=""/>
          <p:cNvGrpSpPr/>
          <p:nvPr/>
        </p:nvGrpSpPr>
        <p:grpSpPr>
          <a:xfrm>
            <a:off x="4343400" y="5791320"/>
            <a:ext cx="478800" cy="200520"/>
            <a:chOff x="4343400" y="5791320"/>
            <a:chExt cx="478800" cy="200520"/>
          </a:xfrm>
        </p:grpSpPr>
        <p:sp>
          <p:nvSpPr>
            <p:cNvPr id="1797" name=""/>
            <p:cNvSpPr/>
            <p:nvPr/>
          </p:nvSpPr>
          <p:spPr>
            <a:xfrm>
              <a:off x="4343400" y="57974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8" name=""/>
            <p:cNvSpPr/>
            <p:nvPr/>
          </p:nvSpPr>
          <p:spPr>
            <a:xfrm>
              <a:off x="448452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9" name=""/>
          <p:cNvGrpSpPr/>
          <p:nvPr/>
        </p:nvGrpSpPr>
        <p:grpSpPr>
          <a:xfrm>
            <a:off x="7696080" y="5943600"/>
            <a:ext cx="479160" cy="200520"/>
            <a:chOff x="7696080" y="5943600"/>
            <a:chExt cx="479160" cy="200520"/>
          </a:xfrm>
        </p:grpSpPr>
        <p:sp>
          <p:nvSpPr>
            <p:cNvPr id="1800" name=""/>
            <p:cNvSpPr/>
            <p:nvPr/>
          </p:nvSpPr>
          <p:spPr>
            <a:xfrm>
              <a:off x="7696080" y="595008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1" name=""/>
            <p:cNvSpPr/>
            <p:nvPr/>
          </p:nvSpPr>
          <p:spPr>
            <a:xfrm>
              <a:off x="783756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2" name=""/>
          <p:cNvGrpSpPr/>
          <p:nvPr/>
        </p:nvGrpSpPr>
        <p:grpSpPr>
          <a:xfrm>
            <a:off x="6172200" y="4648320"/>
            <a:ext cx="461880" cy="200520"/>
            <a:chOff x="6172200" y="4648320"/>
            <a:chExt cx="461880" cy="200520"/>
          </a:xfrm>
        </p:grpSpPr>
        <p:sp>
          <p:nvSpPr>
            <p:cNvPr id="1803" name=""/>
            <p:cNvSpPr/>
            <p:nvPr/>
          </p:nvSpPr>
          <p:spPr>
            <a:xfrm>
              <a:off x="6172200" y="4664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4" name=""/>
            <p:cNvSpPr/>
            <p:nvPr/>
          </p:nvSpPr>
          <p:spPr>
            <a:xfrm>
              <a:off x="629640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5" name=""/>
          <p:cNvGrpSpPr/>
          <p:nvPr/>
        </p:nvGrpSpPr>
        <p:grpSpPr>
          <a:xfrm>
            <a:off x="7238880" y="2133720"/>
            <a:ext cx="460080" cy="200520"/>
            <a:chOff x="7238880" y="2133720"/>
            <a:chExt cx="460080" cy="200520"/>
          </a:xfrm>
        </p:grpSpPr>
        <p:sp>
          <p:nvSpPr>
            <p:cNvPr id="1806" name=""/>
            <p:cNvSpPr/>
            <p:nvPr/>
          </p:nvSpPr>
          <p:spPr>
            <a:xfrm>
              <a:off x="7238880" y="21495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7" name=""/>
            <p:cNvSpPr/>
            <p:nvPr/>
          </p:nvSpPr>
          <p:spPr>
            <a:xfrm>
              <a:off x="736128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8" name=""/>
          <p:cNvGrpSpPr/>
          <p:nvPr/>
        </p:nvGrpSpPr>
        <p:grpSpPr>
          <a:xfrm>
            <a:off x="1752480" y="3505320"/>
            <a:ext cx="461520" cy="200520"/>
            <a:chOff x="1752480" y="3505320"/>
            <a:chExt cx="461520" cy="200520"/>
          </a:xfrm>
        </p:grpSpPr>
        <p:sp>
          <p:nvSpPr>
            <p:cNvPr id="1809" name=""/>
            <p:cNvSpPr/>
            <p:nvPr/>
          </p:nvSpPr>
          <p:spPr>
            <a:xfrm>
              <a:off x="1752480" y="352116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0" name=""/>
            <p:cNvSpPr/>
            <p:nvPr/>
          </p:nvSpPr>
          <p:spPr>
            <a:xfrm>
              <a:off x="187632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1" name=""/>
          <p:cNvGrpSpPr/>
          <p:nvPr/>
        </p:nvGrpSpPr>
        <p:grpSpPr>
          <a:xfrm>
            <a:off x="6477120" y="2895480"/>
            <a:ext cx="461520" cy="200520"/>
            <a:chOff x="6477120" y="2895480"/>
            <a:chExt cx="461520" cy="200520"/>
          </a:xfrm>
        </p:grpSpPr>
        <p:sp>
          <p:nvSpPr>
            <p:cNvPr id="1812" name=""/>
            <p:cNvSpPr/>
            <p:nvPr/>
          </p:nvSpPr>
          <p:spPr>
            <a:xfrm>
              <a:off x="6477120" y="290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3" name=""/>
            <p:cNvSpPr/>
            <p:nvPr/>
          </p:nvSpPr>
          <p:spPr>
            <a:xfrm>
              <a:off x="660096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4" name=""/>
          <p:cNvGrpSpPr/>
          <p:nvPr/>
        </p:nvGrpSpPr>
        <p:grpSpPr>
          <a:xfrm>
            <a:off x="5057640" y="4741920"/>
            <a:ext cx="469080" cy="200520"/>
            <a:chOff x="5057640" y="4741920"/>
            <a:chExt cx="469080" cy="200520"/>
          </a:xfrm>
        </p:grpSpPr>
        <p:sp>
          <p:nvSpPr>
            <p:cNvPr id="1815" name=""/>
            <p:cNvSpPr/>
            <p:nvPr/>
          </p:nvSpPr>
          <p:spPr>
            <a:xfrm>
              <a:off x="5057640" y="4757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6" name=""/>
            <p:cNvSpPr/>
            <p:nvPr/>
          </p:nvSpPr>
          <p:spPr>
            <a:xfrm>
              <a:off x="5189040" y="4741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17" name=""/>
          <p:cNvGrpSpPr/>
          <p:nvPr/>
        </p:nvGrpSpPr>
        <p:grpSpPr>
          <a:xfrm>
            <a:off x="7924680" y="2743200"/>
            <a:ext cx="460080" cy="200520"/>
            <a:chOff x="7924680" y="2743200"/>
            <a:chExt cx="460080" cy="200520"/>
          </a:xfrm>
        </p:grpSpPr>
        <p:sp>
          <p:nvSpPr>
            <p:cNvPr id="1818" name=""/>
            <p:cNvSpPr/>
            <p:nvPr/>
          </p:nvSpPr>
          <p:spPr>
            <a:xfrm>
              <a:off x="7924680" y="27576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9" name=""/>
            <p:cNvSpPr/>
            <p:nvPr/>
          </p:nvSpPr>
          <p:spPr>
            <a:xfrm>
              <a:off x="80470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0" name=""/>
          <p:cNvGrpSpPr/>
          <p:nvPr/>
        </p:nvGrpSpPr>
        <p:grpSpPr>
          <a:xfrm>
            <a:off x="1143000" y="5486400"/>
            <a:ext cx="461520" cy="200520"/>
            <a:chOff x="1143000" y="5486400"/>
            <a:chExt cx="461520" cy="200520"/>
          </a:xfrm>
        </p:grpSpPr>
        <p:sp>
          <p:nvSpPr>
            <p:cNvPr id="1821" name=""/>
            <p:cNvSpPr/>
            <p:nvPr/>
          </p:nvSpPr>
          <p:spPr>
            <a:xfrm>
              <a:off x="1143000" y="5500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2" name=""/>
            <p:cNvSpPr/>
            <p:nvPr/>
          </p:nvSpPr>
          <p:spPr>
            <a:xfrm>
              <a:off x="126684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3" name=""/>
          <p:cNvGrpSpPr/>
          <p:nvPr/>
        </p:nvGrpSpPr>
        <p:grpSpPr>
          <a:xfrm>
            <a:off x="2895480" y="5334120"/>
            <a:ext cx="461520" cy="200520"/>
            <a:chOff x="2895480" y="5334120"/>
            <a:chExt cx="461520" cy="200520"/>
          </a:xfrm>
        </p:grpSpPr>
        <p:sp>
          <p:nvSpPr>
            <p:cNvPr id="1824" name=""/>
            <p:cNvSpPr/>
            <p:nvPr/>
          </p:nvSpPr>
          <p:spPr>
            <a:xfrm>
              <a:off x="2895480" y="53499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5" name=""/>
            <p:cNvSpPr/>
            <p:nvPr/>
          </p:nvSpPr>
          <p:spPr>
            <a:xfrm>
              <a:off x="30193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6" name=""/>
          <p:cNvGrpSpPr/>
          <p:nvPr/>
        </p:nvGrpSpPr>
        <p:grpSpPr>
          <a:xfrm>
            <a:off x="3997440" y="3125880"/>
            <a:ext cx="468720" cy="200520"/>
            <a:chOff x="3997440" y="3125880"/>
            <a:chExt cx="468720" cy="200520"/>
          </a:xfrm>
        </p:grpSpPr>
        <p:sp>
          <p:nvSpPr>
            <p:cNvPr id="1827" name=""/>
            <p:cNvSpPr/>
            <p:nvPr/>
          </p:nvSpPr>
          <p:spPr>
            <a:xfrm>
              <a:off x="3997440" y="3141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8" name=""/>
            <p:cNvSpPr/>
            <p:nvPr/>
          </p:nvSpPr>
          <p:spPr>
            <a:xfrm>
              <a:off x="4128480" y="312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9" name=""/>
          <p:cNvGrpSpPr/>
          <p:nvPr/>
        </p:nvGrpSpPr>
        <p:grpSpPr>
          <a:xfrm>
            <a:off x="4495680" y="2590920"/>
            <a:ext cx="460080" cy="200520"/>
            <a:chOff x="4495680" y="2590920"/>
            <a:chExt cx="460080" cy="200520"/>
          </a:xfrm>
        </p:grpSpPr>
        <p:sp>
          <p:nvSpPr>
            <p:cNvPr id="1830" name=""/>
            <p:cNvSpPr/>
            <p:nvPr/>
          </p:nvSpPr>
          <p:spPr>
            <a:xfrm>
              <a:off x="4495680" y="26067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1" name=""/>
            <p:cNvSpPr/>
            <p:nvPr/>
          </p:nvSpPr>
          <p:spPr>
            <a:xfrm>
              <a:off x="4618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2" name=""/>
          <p:cNvGrpSpPr/>
          <p:nvPr/>
        </p:nvGrpSpPr>
        <p:grpSpPr>
          <a:xfrm>
            <a:off x="7696080" y="3429000"/>
            <a:ext cx="461880" cy="200520"/>
            <a:chOff x="7696080" y="3429000"/>
            <a:chExt cx="461880" cy="200520"/>
          </a:xfrm>
        </p:grpSpPr>
        <p:sp>
          <p:nvSpPr>
            <p:cNvPr id="1833" name=""/>
            <p:cNvSpPr/>
            <p:nvPr/>
          </p:nvSpPr>
          <p:spPr>
            <a:xfrm>
              <a:off x="7696080" y="34448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4" name=""/>
            <p:cNvSpPr/>
            <p:nvPr/>
          </p:nvSpPr>
          <p:spPr>
            <a:xfrm>
              <a:off x="782028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5" name=""/>
          <p:cNvGrpSpPr/>
          <p:nvPr/>
        </p:nvGrpSpPr>
        <p:grpSpPr>
          <a:xfrm>
            <a:off x="5791320" y="2057400"/>
            <a:ext cx="461520" cy="200520"/>
            <a:chOff x="5791320" y="2057400"/>
            <a:chExt cx="461520" cy="200520"/>
          </a:xfrm>
        </p:grpSpPr>
        <p:sp>
          <p:nvSpPr>
            <p:cNvPr id="1836" name=""/>
            <p:cNvSpPr/>
            <p:nvPr/>
          </p:nvSpPr>
          <p:spPr>
            <a:xfrm>
              <a:off x="5791320" y="20714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7" name=""/>
            <p:cNvSpPr/>
            <p:nvPr/>
          </p:nvSpPr>
          <p:spPr>
            <a:xfrm>
              <a:off x="591516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38" name=""/>
          <p:cNvGrpSpPr/>
          <p:nvPr/>
        </p:nvGrpSpPr>
        <p:grpSpPr>
          <a:xfrm>
            <a:off x="6696000" y="3843360"/>
            <a:ext cx="467280" cy="200520"/>
            <a:chOff x="6696000" y="3843360"/>
            <a:chExt cx="467280" cy="200520"/>
          </a:xfrm>
        </p:grpSpPr>
        <p:sp>
          <p:nvSpPr>
            <p:cNvPr id="1839" name=""/>
            <p:cNvSpPr/>
            <p:nvPr/>
          </p:nvSpPr>
          <p:spPr>
            <a:xfrm>
              <a:off x="6696000" y="38592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0" name=""/>
            <p:cNvSpPr/>
            <p:nvPr/>
          </p:nvSpPr>
          <p:spPr>
            <a:xfrm>
              <a:off x="6825600" y="3843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1" name=""/>
          <p:cNvGrpSpPr/>
          <p:nvPr/>
        </p:nvGrpSpPr>
        <p:grpSpPr>
          <a:xfrm>
            <a:off x="1219320" y="1523880"/>
            <a:ext cx="461520" cy="200520"/>
            <a:chOff x="1219320" y="1523880"/>
            <a:chExt cx="461520" cy="200520"/>
          </a:xfrm>
        </p:grpSpPr>
        <p:sp>
          <p:nvSpPr>
            <p:cNvPr id="1842" name=""/>
            <p:cNvSpPr/>
            <p:nvPr/>
          </p:nvSpPr>
          <p:spPr>
            <a:xfrm>
              <a:off x="121932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3" name=""/>
            <p:cNvSpPr/>
            <p:nvPr/>
          </p:nvSpPr>
          <p:spPr>
            <a:xfrm>
              <a:off x="134316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4" name=""/>
          <p:cNvGrpSpPr/>
          <p:nvPr/>
        </p:nvGrpSpPr>
        <p:grpSpPr>
          <a:xfrm>
            <a:off x="4718160" y="3763800"/>
            <a:ext cx="467280" cy="200520"/>
            <a:chOff x="4718160" y="3763800"/>
            <a:chExt cx="467280" cy="200520"/>
          </a:xfrm>
        </p:grpSpPr>
        <p:sp>
          <p:nvSpPr>
            <p:cNvPr id="1845" name=""/>
            <p:cNvSpPr/>
            <p:nvPr/>
          </p:nvSpPr>
          <p:spPr>
            <a:xfrm>
              <a:off x="4718160" y="37800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6" name=""/>
            <p:cNvSpPr/>
            <p:nvPr/>
          </p:nvSpPr>
          <p:spPr>
            <a:xfrm>
              <a:off x="4847760" y="3763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7" name=""/>
          <p:cNvGrpSpPr/>
          <p:nvPr/>
        </p:nvGrpSpPr>
        <p:grpSpPr>
          <a:xfrm>
            <a:off x="2792520" y="3780000"/>
            <a:ext cx="468720" cy="200520"/>
            <a:chOff x="2792520" y="3780000"/>
            <a:chExt cx="468720" cy="200520"/>
          </a:xfrm>
        </p:grpSpPr>
        <p:sp>
          <p:nvSpPr>
            <p:cNvPr id="1848" name=""/>
            <p:cNvSpPr/>
            <p:nvPr/>
          </p:nvSpPr>
          <p:spPr>
            <a:xfrm>
              <a:off x="2792520" y="3795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9" name=""/>
            <p:cNvSpPr/>
            <p:nvPr/>
          </p:nvSpPr>
          <p:spPr>
            <a:xfrm>
              <a:off x="2923560" y="3780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50" name=""/>
          <p:cNvGrpSpPr/>
          <p:nvPr/>
        </p:nvGrpSpPr>
        <p:grpSpPr>
          <a:xfrm>
            <a:off x="3124080" y="2895480"/>
            <a:ext cx="461520" cy="200520"/>
            <a:chOff x="3124080" y="2895480"/>
            <a:chExt cx="461520" cy="200520"/>
          </a:xfrm>
        </p:grpSpPr>
        <p:sp>
          <p:nvSpPr>
            <p:cNvPr id="1851" name=""/>
            <p:cNvSpPr/>
            <p:nvPr/>
          </p:nvSpPr>
          <p:spPr>
            <a:xfrm>
              <a:off x="3124080" y="290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2" name=""/>
            <p:cNvSpPr/>
            <p:nvPr/>
          </p:nvSpPr>
          <p:spPr>
            <a:xfrm>
              <a:off x="3247920" y="289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53" name="Rounded Rectangle 185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854" name="Oval 1853"/>
          <p:cNvSpPr/>
          <p:nvPr/>
        </p:nvSpPr>
        <p:spPr>
          <a:xfrm>
            <a:off x="4469058" y="2082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xfrm>
            <a:off x="4509058" y="2482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856" name="Rounded Rectangle 1855"/>
          <p:cNvSpPr/>
          <p:nvPr/>
        </p:nvSpPr>
        <p:spPr>
          <a:xfrm>
            <a:off x="4779058" y="2682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857" name="Oval 1856"/>
          <p:cNvSpPr/>
          <p:nvPr/>
        </p:nvSpPr>
        <p:spPr>
          <a:xfrm>
            <a:off x="4240456" y="56946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xfrm>
            <a:off x="4280456" y="57346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859" name="Rounded Rectangle 1858"/>
          <p:cNvSpPr/>
          <p:nvPr/>
        </p:nvSpPr>
        <p:spPr>
          <a:xfrm>
            <a:off x="4550456" y="57546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860" name="Oval 1859"/>
          <p:cNvSpPr/>
          <p:nvPr/>
        </p:nvSpPr>
        <p:spPr>
          <a:xfrm>
            <a:off x="7593139" y="58471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xfrm>
            <a:off x="7633139" y="58871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862" name="Rounded Rectangle 1861"/>
          <p:cNvSpPr/>
          <p:nvPr/>
        </p:nvSpPr>
        <p:spPr>
          <a:xfrm>
            <a:off x="7903139" y="59071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863" name="Oval 1862"/>
          <p:cNvSpPr/>
          <p:nvPr/>
        </p:nvSpPr>
        <p:spPr>
          <a:xfrm>
            <a:off x="6060617" y="45525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xfrm>
            <a:off x="6100617" y="45925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865" name="Rounded Rectangle 1864"/>
          <p:cNvSpPr/>
          <p:nvPr/>
        </p:nvSpPr>
        <p:spPr>
          <a:xfrm>
            <a:off x="6370617" y="46125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866" name="Oval 1865"/>
          <p:cNvSpPr/>
          <p:nvPr/>
        </p:nvSpPr>
        <p:spPr>
          <a:xfrm>
            <a:off x="7126398" y="20379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Oval 1866"/>
          <p:cNvSpPr/>
          <p:nvPr/>
        </p:nvSpPr>
        <p:spPr>
          <a:xfrm>
            <a:off x="7166398" y="20779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868" name="Rounded Rectangle 1867"/>
          <p:cNvSpPr/>
          <p:nvPr/>
        </p:nvSpPr>
        <p:spPr>
          <a:xfrm>
            <a:off x="7436398" y="20979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869" name="Oval 1868"/>
          <p:cNvSpPr/>
          <p:nvPr/>
        </p:nvSpPr>
        <p:spPr>
          <a:xfrm>
            <a:off x="1640895" y="34085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Oval 1869"/>
          <p:cNvSpPr/>
          <p:nvPr/>
        </p:nvSpPr>
        <p:spPr>
          <a:xfrm>
            <a:off x="1680895" y="34485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871" name="Rounded Rectangle 1870"/>
          <p:cNvSpPr/>
          <p:nvPr/>
        </p:nvSpPr>
        <p:spPr>
          <a:xfrm>
            <a:off x="1950895" y="34685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872" name="Oval 1871"/>
          <p:cNvSpPr/>
          <p:nvPr/>
        </p:nvSpPr>
        <p:spPr>
          <a:xfrm>
            <a:off x="6365536" y="27983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Oval 1872"/>
          <p:cNvSpPr/>
          <p:nvPr/>
        </p:nvSpPr>
        <p:spPr>
          <a:xfrm>
            <a:off x="6405536" y="28383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874" name="Rounded Rectangle 1873"/>
          <p:cNvSpPr/>
          <p:nvPr/>
        </p:nvSpPr>
        <p:spPr>
          <a:xfrm>
            <a:off x="6675536" y="28583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875" name="Oval 1874"/>
          <p:cNvSpPr/>
          <p:nvPr/>
        </p:nvSpPr>
        <p:spPr>
          <a:xfrm>
            <a:off x="4946056" y="46461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Oval 1875"/>
          <p:cNvSpPr/>
          <p:nvPr/>
        </p:nvSpPr>
        <p:spPr>
          <a:xfrm>
            <a:off x="4986056" y="46861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877" name="Rounded Rectangle 1876"/>
          <p:cNvSpPr/>
          <p:nvPr/>
        </p:nvSpPr>
        <p:spPr>
          <a:xfrm>
            <a:off x="5256056" y="47061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878" name="Oval 1877"/>
          <p:cNvSpPr/>
          <p:nvPr/>
        </p:nvSpPr>
        <p:spPr>
          <a:xfrm>
            <a:off x="7812195" y="26460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Oval 1878"/>
          <p:cNvSpPr/>
          <p:nvPr/>
        </p:nvSpPr>
        <p:spPr>
          <a:xfrm>
            <a:off x="7852195" y="26860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880" name="Rounded Rectangle 1879"/>
          <p:cNvSpPr/>
          <p:nvPr/>
        </p:nvSpPr>
        <p:spPr>
          <a:xfrm>
            <a:off x="8122195" y="27060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881" name="Oval 1880"/>
          <p:cNvSpPr/>
          <p:nvPr/>
        </p:nvSpPr>
        <p:spPr>
          <a:xfrm>
            <a:off x="1031415" y="53892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Oval 1881"/>
          <p:cNvSpPr/>
          <p:nvPr/>
        </p:nvSpPr>
        <p:spPr>
          <a:xfrm>
            <a:off x="1071415" y="54292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883" name="Rounded Rectangle 1882"/>
          <p:cNvSpPr/>
          <p:nvPr/>
        </p:nvSpPr>
        <p:spPr>
          <a:xfrm>
            <a:off x="1341415" y="54492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1884" name="Oval 1883"/>
          <p:cNvSpPr/>
          <p:nvPr/>
        </p:nvSpPr>
        <p:spPr>
          <a:xfrm>
            <a:off x="2783895" y="52376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Oval 1884"/>
          <p:cNvSpPr/>
          <p:nvPr/>
        </p:nvSpPr>
        <p:spPr>
          <a:xfrm>
            <a:off x="2823895" y="52776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886" name="Rounded Rectangle 1885"/>
          <p:cNvSpPr/>
          <p:nvPr/>
        </p:nvSpPr>
        <p:spPr>
          <a:xfrm>
            <a:off x="3093895" y="52976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1887" name="Oval 1886"/>
          <p:cNvSpPr/>
          <p:nvPr/>
        </p:nvSpPr>
        <p:spPr>
          <a:xfrm>
            <a:off x="3885855" y="30301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Oval 1887"/>
          <p:cNvSpPr/>
          <p:nvPr/>
        </p:nvSpPr>
        <p:spPr>
          <a:xfrm>
            <a:off x="3925855" y="30701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889" name="Rounded Rectangle 1888"/>
          <p:cNvSpPr/>
          <p:nvPr/>
        </p:nvSpPr>
        <p:spPr>
          <a:xfrm>
            <a:off x="4195855" y="30901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1890" name="Oval 1889"/>
          <p:cNvSpPr/>
          <p:nvPr/>
        </p:nvSpPr>
        <p:spPr>
          <a:xfrm>
            <a:off x="4383196" y="2494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Oval 1890"/>
          <p:cNvSpPr/>
          <p:nvPr/>
        </p:nvSpPr>
        <p:spPr>
          <a:xfrm>
            <a:off x="4423196" y="2534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1892" name="Rounded Rectangle 1891"/>
          <p:cNvSpPr/>
          <p:nvPr/>
        </p:nvSpPr>
        <p:spPr>
          <a:xfrm>
            <a:off x="4693196" y="2554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1893" name="Oval 1892"/>
          <p:cNvSpPr/>
          <p:nvPr/>
        </p:nvSpPr>
        <p:spPr>
          <a:xfrm>
            <a:off x="7584496" y="33323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Oval 1893"/>
          <p:cNvSpPr/>
          <p:nvPr/>
        </p:nvSpPr>
        <p:spPr>
          <a:xfrm>
            <a:off x="7624496" y="33723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895" name="Rounded Rectangle 1894"/>
          <p:cNvSpPr/>
          <p:nvPr/>
        </p:nvSpPr>
        <p:spPr>
          <a:xfrm>
            <a:off x="7894496" y="33923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1896" name="Oval 1895"/>
          <p:cNvSpPr/>
          <p:nvPr/>
        </p:nvSpPr>
        <p:spPr>
          <a:xfrm>
            <a:off x="5679739" y="19596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Oval 1896"/>
          <p:cNvSpPr/>
          <p:nvPr/>
        </p:nvSpPr>
        <p:spPr>
          <a:xfrm>
            <a:off x="5719739" y="19996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898" name="Rounded Rectangle 1897"/>
          <p:cNvSpPr/>
          <p:nvPr/>
        </p:nvSpPr>
        <p:spPr>
          <a:xfrm>
            <a:off x="5989739" y="20196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1899" name="Oval 1898"/>
          <p:cNvSpPr/>
          <p:nvPr/>
        </p:nvSpPr>
        <p:spPr>
          <a:xfrm>
            <a:off x="6583697" y="374762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Oval 1899"/>
          <p:cNvSpPr/>
          <p:nvPr/>
        </p:nvSpPr>
        <p:spPr>
          <a:xfrm>
            <a:off x="6623697" y="378762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1901" name="Rounded Rectangle 1900"/>
          <p:cNvSpPr/>
          <p:nvPr/>
        </p:nvSpPr>
        <p:spPr>
          <a:xfrm>
            <a:off x="6893697" y="380762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1902" name="Oval 1901"/>
          <p:cNvSpPr/>
          <p:nvPr/>
        </p:nvSpPr>
        <p:spPr>
          <a:xfrm>
            <a:off x="1107739" y="14281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Oval 1902"/>
          <p:cNvSpPr/>
          <p:nvPr/>
        </p:nvSpPr>
        <p:spPr>
          <a:xfrm>
            <a:off x="1147739" y="14681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1904" name="Rounded Rectangle 1903"/>
          <p:cNvSpPr/>
          <p:nvPr/>
        </p:nvSpPr>
        <p:spPr>
          <a:xfrm>
            <a:off x="1417739" y="14881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1905" name="Oval 1904"/>
          <p:cNvSpPr/>
          <p:nvPr/>
        </p:nvSpPr>
        <p:spPr>
          <a:xfrm>
            <a:off x="4605679" y="36684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Oval 1905"/>
          <p:cNvSpPr/>
          <p:nvPr/>
        </p:nvSpPr>
        <p:spPr>
          <a:xfrm>
            <a:off x="4645679" y="37084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1907" name="Rounded Rectangle 1906"/>
          <p:cNvSpPr/>
          <p:nvPr/>
        </p:nvSpPr>
        <p:spPr>
          <a:xfrm>
            <a:off x="4915679" y="37284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1908" name="Oval 1907"/>
          <p:cNvSpPr/>
          <p:nvPr/>
        </p:nvSpPr>
        <p:spPr>
          <a:xfrm>
            <a:off x="2680936" y="36842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Oval 1908"/>
          <p:cNvSpPr/>
          <p:nvPr/>
        </p:nvSpPr>
        <p:spPr>
          <a:xfrm>
            <a:off x="2720936" y="37242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1910" name="Rounded Rectangle 1909"/>
          <p:cNvSpPr/>
          <p:nvPr/>
        </p:nvSpPr>
        <p:spPr>
          <a:xfrm>
            <a:off x="2990936" y="37442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1911" name="Oval 1910"/>
          <p:cNvSpPr/>
          <p:nvPr/>
        </p:nvSpPr>
        <p:spPr>
          <a:xfrm>
            <a:off x="3012497" y="27983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Oval 1911"/>
          <p:cNvSpPr/>
          <p:nvPr/>
        </p:nvSpPr>
        <p:spPr>
          <a:xfrm>
            <a:off x="3052497" y="28383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913" name="Rounded Rectangle 1912"/>
          <p:cNvSpPr/>
          <p:nvPr/>
        </p:nvSpPr>
        <p:spPr>
          <a:xfrm>
            <a:off x="3322497" y="28583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"/>
          <p:cNvSpPr/>
          <p:nvPr/>
        </p:nvSpPr>
        <p:spPr>
          <a:xfrm>
            <a:off x="2989440" y="50760"/>
            <a:ext cx="3164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19: LOWW | RWY 11 | STAR GIGOW1W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"/>
          <p:cNvSpPr/>
          <p:nvPr/>
        </p:nvSpPr>
        <p:spPr>
          <a:xfrm flipH="1">
            <a:off x="5392440" y="4437000"/>
            <a:ext cx="1849320" cy="293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5" name=""/>
          <p:cNvSpPr/>
          <p:nvPr/>
        </p:nvSpPr>
        <p:spPr>
          <a:xfrm flipH="1" flipV="1">
            <a:off x="4722480" y="3902040"/>
            <a:ext cx="669960" cy="828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" name=""/>
          <p:cNvSpPr/>
          <p:nvPr/>
        </p:nvSpPr>
        <p:spPr>
          <a:xfrm flipH="1" flipV="1">
            <a:off x="3700440" y="3468600"/>
            <a:ext cx="1022400" cy="433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"/>
          <p:cNvSpPr/>
          <p:nvPr/>
        </p:nvSpPr>
        <p:spPr>
          <a:xfrm flipH="1" flipV="1">
            <a:off x="2924280" y="3053880"/>
            <a:ext cx="776160" cy="41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"/>
          <p:cNvSpPr/>
          <p:nvPr/>
        </p:nvSpPr>
        <p:spPr>
          <a:xfrm flipH="1" flipV="1">
            <a:off x="2583000" y="2909520"/>
            <a:ext cx="341280" cy="14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" name=""/>
          <p:cNvSpPr/>
          <p:nvPr/>
        </p:nvSpPr>
        <p:spPr>
          <a:xfrm flipH="1" flipV="1">
            <a:off x="1901880" y="2620440"/>
            <a:ext cx="681120" cy="289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"/>
          <p:cNvSpPr/>
          <p:nvPr/>
        </p:nvSpPr>
        <p:spPr>
          <a:xfrm flipV="1">
            <a:off x="1901880" y="2279520"/>
            <a:ext cx="144360" cy="341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" name=""/>
          <p:cNvSpPr/>
          <p:nvPr/>
        </p:nvSpPr>
        <p:spPr>
          <a:xfrm>
            <a:off x="2046240" y="2279520"/>
            <a:ext cx="339840" cy="146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"/>
          <p:cNvSpPr/>
          <p:nvPr/>
        </p:nvSpPr>
        <p:spPr>
          <a:xfrm>
            <a:off x="2386080" y="2425680"/>
            <a:ext cx="341280" cy="14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"/>
          <p:cNvSpPr/>
          <p:nvPr/>
        </p:nvSpPr>
        <p:spPr>
          <a:xfrm>
            <a:off x="2727360" y="2570040"/>
            <a:ext cx="32688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4" name=""/>
          <p:cNvSpPr/>
          <p:nvPr/>
        </p:nvSpPr>
        <p:spPr>
          <a:xfrm>
            <a:off x="3054240" y="2708280"/>
            <a:ext cx="128520" cy="57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0440" bIns="104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5" name=""/>
          <p:cNvSpPr/>
          <p:nvPr/>
        </p:nvSpPr>
        <p:spPr>
          <a:xfrm>
            <a:off x="3182760" y="2765520"/>
            <a:ext cx="327240" cy="139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6" name=""/>
          <p:cNvSpPr/>
          <p:nvPr/>
        </p:nvSpPr>
        <p:spPr>
          <a:xfrm>
            <a:off x="3510000" y="2905200"/>
            <a:ext cx="237960" cy="100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67" name=""/>
          <p:cNvGrpSpPr/>
          <p:nvPr/>
        </p:nvGrpSpPr>
        <p:grpSpPr>
          <a:xfrm>
            <a:off x="7178760" y="4373640"/>
            <a:ext cx="592920" cy="200520"/>
            <a:chOff x="7178760" y="4373640"/>
            <a:chExt cx="592920" cy="200520"/>
          </a:xfrm>
        </p:grpSpPr>
        <p:sp>
          <p:nvSpPr>
            <p:cNvPr id="1868" name=""/>
            <p:cNvSpPr/>
            <p:nvPr/>
          </p:nvSpPr>
          <p:spPr>
            <a:xfrm>
              <a:off x="7178760" y="43736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9" name=""/>
            <p:cNvSpPr/>
            <p:nvPr/>
          </p:nvSpPr>
          <p:spPr>
            <a:xfrm>
              <a:off x="7296840" y="437364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GIGOR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0" name=""/>
          <p:cNvGrpSpPr/>
          <p:nvPr/>
        </p:nvGrpSpPr>
        <p:grpSpPr>
          <a:xfrm>
            <a:off x="5342040" y="4667400"/>
            <a:ext cx="565200" cy="200520"/>
            <a:chOff x="5342040" y="4667400"/>
            <a:chExt cx="565200" cy="200520"/>
          </a:xfrm>
        </p:grpSpPr>
        <p:sp>
          <p:nvSpPr>
            <p:cNvPr id="1871" name=""/>
            <p:cNvSpPr/>
            <p:nvPr/>
          </p:nvSpPr>
          <p:spPr>
            <a:xfrm>
              <a:off x="5342040" y="46800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2" name=""/>
            <p:cNvSpPr/>
            <p:nvPr/>
          </p:nvSpPr>
          <p:spPr>
            <a:xfrm>
              <a:off x="5437080" y="466740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PESAT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3" name=""/>
          <p:cNvGrpSpPr/>
          <p:nvPr/>
        </p:nvGrpSpPr>
        <p:grpSpPr>
          <a:xfrm>
            <a:off x="4672080" y="3838680"/>
            <a:ext cx="577440" cy="200520"/>
            <a:chOff x="4672080" y="3838680"/>
            <a:chExt cx="577440" cy="200520"/>
          </a:xfrm>
        </p:grpSpPr>
        <p:sp>
          <p:nvSpPr>
            <p:cNvPr id="1874" name=""/>
            <p:cNvSpPr/>
            <p:nvPr/>
          </p:nvSpPr>
          <p:spPr>
            <a:xfrm>
              <a:off x="4672080" y="3851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5" name=""/>
            <p:cNvSpPr/>
            <p:nvPr/>
          </p:nvSpPr>
          <p:spPr>
            <a:xfrm>
              <a:off x="4754880" y="38386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6" name=""/>
          <p:cNvGrpSpPr/>
          <p:nvPr/>
        </p:nvGrpSpPr>
        <p:grpSpPr>
          <a:xfrm>
            <a:off x="3649680" y="3405240"/>
            <a:ext cx="577800" cy="200520"/>
            <a:chOff x="3649680" y="3405240"/>
            <a:chExt cx="577800" cy="200520"/>
          </a:xfrm>
        </p:grpSpPr>
        <p:sp>
          <p:nvSpPr>
            <p:cNvPr id="1877" name=""/>
            <p:cNvSpPr/>
            <p:nvPr/>
          </p:nvSpPr>
          <p:spPr>
            <a:xfrm>
              <a:off x="3649680" y="3417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8" name=""/>
            <p:cNvSpPr/>
            <p:nvPr/>
          </p:nvSpPr>
          <p:spPr>
            <a:xfrm>
              <a:off x="3732840" y="34052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9" name=""/>
          <p:cNvGrpSpPr/>
          <p:nvPr/>
        </p:nvGrpSpPr>
        <p:grpSpPr>
          <a:xfrm>
            <a:off x="2873520" y="2990880"/>
            <a:ext cx="577440" cy="200520"/>
            <a:chOff x="2873520" y="2990880"/>
            <a:chExt cx="577440" cy="200520"/>
          </a:xfrm>
        </p:grpSpPr>
        <p:sp>
          <p:nvSpPr>
            <p:cNvPr id="1880" name=""/>
            <p:cNvSpPr/>
            <p:nvPr/>
          </p:nvSpPr>
          <p:spPr>
            <a:xfrm>
              <a:off x="2873520" y="3003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1" name=""/>
            <p:cNvSpPr/>
            <p:nvPr/>
          </p:nvSpPr>
          <p:spPr>
            <a:xfrm>
              <a:off x="2956320" y="29908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2" name=""/>
          <p:cNvGrpSpPr/>
          <p:nvPr/>
        </p:nvGrpSpPr>
        <p:grpSpPr>
          <a:xfrm>
            <a:off x="2532240" y="2846520"/>
            <a:ext cx="577440" cy="200520"/>
            <a:chOff x="2532240" y="2846520"/>
            <a:chExt cx="577440" cy="200520"/>
          </a:xfrm>
        </p:grpSpPr>
        <p:sp>
          <p:nvSpPr>
            <p:cNvPr id="1883" name=""/>
            <p:cNvSpPr/>
            <p:nvPr/>
          </p:nvSpPr>
          <p:spPr>
            <a:xfrm>
              <a:off x="2532240" y="2859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4" name=""/>
            <p:cNvSpPr/>
            <p:nvPr/>
          </p:nvSpPr>
          <p:spPr>
            <a:xfrm>
              <a:off x="2615040" y="28465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5" name=""/>
          <p:cNvGrpSpPr/>
          <p:nvPr/>
        </p:nvGrpSpPr>
        <p:grpSpPr>
          <a:xfrm>
            <a:off x="1851120" y="2557440"/>
            <a:ext cx="577440" cy="200520"/>
            <a:chOff x="1851120" y="2557440"/>
            <a:chExt cx="577440" cy="200520"/>
          </a:xfrm>
        </p:grpSpPr>
        <p:sp>
          <p:nvSpPr>
            <p:cNvPr id="1886" name=""/>
            <p:cNvSpPr/>
            <p:nvPr/>
          </p:nvSpPr>
          <p:spPr>
            <a:xfrm>
              <a:off x="1851120" y="2570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7" name=""/>
            <p:cNvSpPr/>
            <p:nvPr/>
          </p:nvSpPr>
          <p:spPr>
            <a:xfrm>
              <a:off x="1933920" y="2557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WW846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8" name=""/>
          <p:cNvGrpSpPr/>
          <p:nvPr/>
        </p:nvGrpSpPr>
        <p:grpSpPr>
          <a:xfrm>
            <a:off x="2004840" y="2216160"/>
            <a:ext cx="558720" cy="200520"/>
            <a:chOff x="2004840" y="2216160"/>
            <a:chExt cx="558720" cy="200520"/>
          </a:xfrm>
        </p:grpSpPr>
        <p:sp>
          <p:nvSpPr>
            <p:cNvPr id="1889" name=""/>
            <p:cNvSpPr/>
            <p:nvPr/>
          </p:nvSpPr>
          <p:spPr>
            <a:xfrm>
              <a:off x="2004840" y="223992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0" name=""/>
            <p:cNvSpPr/>
            <p:nvPr/>
          </p:nvSpPr>
          <p:spPr>
            <a:xfrm>
              <a:off x="2068920" y="22161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WW813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1" name=""/>
          <p:cNvGrpSpPr/>
          <p:nvPr/>
        </p:nvGrpSpPr>
        <p:grpSpPr>
          <a:xfrm>
            <a:off x="2346480" y="2362320"/>
            <a:ext cx="556920" cy="200520"/>
            <a:chOff x="2346480" y="2362320"/>
            <a:chExt cx="556920" cy="200520"/>
          </a:xfrm>
        </p:grpSpPr>
        <p:sp>
          <p:nvSpPr>
            <p:cNvPr id="1892" name=""/>
            <p:cNvSpPr/>
            <p:nvPr/>
          </p:nvSpPr>
          <p:spPr>
            <a:xfrm>
              <a:off x="2346480" y="238428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3" name=""/>
            <p:cNvSpPr/>
            <p:nvPr/>
          </p:nvSpPr>
          <p:spPr>
            <a:xfrm>
              <a:off x="2408760" y="23623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4" name=""/>
          <p:cNvGrpSpPr/>
          <p:nvPr/>
        </p:nvGrpSpPr>
        <p:grpSpPr>
          <a:xfrm>
            <a:off x="2685960" y="2506680"/>
            <a:ext cx="558720" cy="200520"/>
            <a:chOff x="2685960" y="2506680"/>
            <a:chExt cx="558720" cy="200520"/>
          </a:xfrm>
        </p:grpSpPr>
        <p:sp>
          <p:nvSpPr>
            <p:cNvPr id="1895" name=""/>
            <p:cNvSpPr/>
            <p:nvPr/>
          </p:nvSpPr>
          <p:spPr>
            <a:xfrm>
              <a:off x="2685960" y="252900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6" name=""/>
            <p:cNvSpPr/>
            <p:nvPr/>
          </p:nvSpPr>
          <p:spPr>
            <a:xfrm>
              <a:off x="2750040" y="25066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7" name=""/>
          <p:cNvGrpSpPr/>
          <p:nvPr/>
        </p:nvGrpSpPr>
        <p:grpSpPr>
          <a:xfrm>
            <a:off x="3003480" y="2644920"/>
            <a:ext cx="577800" cy="200520"/>
            <a:chOff x="3003480" y="2644920"/>
            <a:chExt cx="577800" cy="200520"/>
          </a:xfrm>
        </p:grpSpPr>
        <p:sp>
          <p:nvSpPr>
            <p:cNvPr id="1898" name=""/>
            <p:cNvSpPr/>
            <p:nvPr/>
          </p:nvSpPr>
          <p:spPr>
            <a:xfrm>
              <a:off x="3003480" y="2657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9" name=""/>
            <p:cNvSpPr/>
            <p:nvPr/>
          </p:nvSpPr>
          <p:spPr>
            <a:xfrm>
              <a:off x="3086640" y="26449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WW919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0" name=""/>
          <p:cNvGrpSpPr/>
          <p:nvPr/>
        </p:nvGrpSpPr>
        <p:grpSpPr>
          <a:xfrm>
            <a:off x="3132000" y="2701800"/>
            <a:ext cx="543600" cy="200520"/>
            <a:chOff x="3132000" y="2701800"/>
            <a:chExt cx="543600" cy="200520"/>
          </a:xfrm>
        </p:grpSpPr>
        <p:sp>
          <p:nvSpPr>
            <p:cNvPr id="1901" name=""/>
            <p:cNvSpPr/>
            <p:nvPr/>
          </p:nvSpPr>
          <p:spPr>
            <a:xfrm>
              <a:off x="3132000" y="27147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2" name=""/>
            <p:cNvSpPr/>
            <p:nvPr/>
          </p:nvSpPr>
          <p:spPr>
            <a:xfrm>
              <a:off x="3249360" y="27018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CI11X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3" name=""/>
          <p:cNvGrpSpPr/>
          <p:nvPr/>
        </p:nvGrpSpPr>
        <p:grpSpPr>
          <a:xfrm>
            <a:off x="3459240" y="2841480"/>
            <a:ext cx="567720" cy="200520"/>
            <a:chOff x="3459240" y="2841480"/>
            <a:chExt cx="567720" cy="200520"/>
          </a:xfrm>
        </p:grpSpPr>
        <p:sp>
          <p:nvSpPr>
            <p:cNvPr id="1904" name=""/>
            <p:cNvSpPr/>
            <p:nvPr/>
          </p:nvSpPr>
          <p:spPr>
            <a:xfrm>
              <a:off x="3459240" y="28544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5" name=""/>
            <p:cNvSpPr/>
            <p:nvPr/>
          </p:nvSpPr>
          <p:spPr>
            <a:xfrm>
              <a:off x="3552120" y="284148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36DME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6" name=""/>
          <p:cNvGrpSpPr/>
          <p:nvPr/>
        </p:nvGrpSpPr>
        <p:grpSpPr>
          <a:xfrm>
            <a:off x="3684600" y="2941560"/>
            <a:ext cx="543240" cy="200520"/>
            <a:chOff x="3684600" y="2941560"/>
            <a:chExt cx="543240" cy="200520"/>
          </a:xfrm>
        </p:grpSpPr>
        <p:sp>
          <p:nvSpPr>
            <p:cNvPr id="1907" name=""/>
            <p:cNvSpPr/>
            <p:nvPr/>
          </p:nvSpPr>
          <p:spPr>
            <a:xfrm>
              <a:off x="3684600" y="29415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8" name=""/>
            <p:cNvSpPr/>
            <p:nvPr/>
          </p:nvSpPr>
          <p:spPr>
            <a:xfrm>
              <a:off x="3801600" y="29415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9" name=""/>
          <p:cNvGrpSpPr/>
          <p:nvPr/>
        </p:nvGrpSpPr>
        <p:grpSpPr>
          <a:xfrm>
            <a:off x="5715000" y="4191120"/>
            <a:ext cx="461880" cy="200520"/>
            <a:chOff x="5715000" y="4191120"/>
            <a:chExt cx="461880" cy="200520"/>
          </a:xfrm>
        </p:grpSpPr>
        <p:sp>
          <p:nvSpPr>
            <p:cNvPr id="1910" name=""/>
            <p:cNvSpPr/>
            <p:nvPr/>
          </p:nvSpPr>
          <p:spPr>
            <a:xfrm>
              <a:off x="5715000" y="420696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1" name=""/>
            <p:cNvSpPr/>
            <p:nvPr/>
          </p:nvSpPr>
          <p:spPr>
            <a:xfrm>
              <a:off x="583920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2" name=""/>
          <p:cNvGrpSpPr/>
          <p:nvPr/>
        </p:nvGrpSpPr>
        <p:grpSpPr>
          <a:xfrm>
            <a:off x="7467480" y="5638680"/>
            <a:ext cx="460080" cy="200520"/>
            <a:chOff x="7467480" y="5638680"/>
            <a:chExt cx="460080" cy="200520"/>
          </a:xfrm>
        </p:grpSpPr>
        <p:sp>
          <p:nvSpPr>
            <p:cNvPr id="1913" name=""/>
            <p:cNvSpPr/>
            <p:nvPr/>
          </p:nvSpPr>
          <p:spPr>
            <a:xfrm>
              <a:off x="7467480" y="5653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4" name=""/>
            <p:cNvSpPr/>
            <p:nvPr/>
          </p:nvSpPr>
          <p:spPr>
            <a:xfrm>
              <a:off x="758988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5" name=""/>
          <p:cNvGrpSpPr/>
          <p:nvPr/>
        </p:nvGrpSpPr>
        <p:grpSpPr>
          <a:xfrm>
            <a:off x="2590920" y="1905120"/>
            <a:ext cx="461520" cy="200520"/>
            <a:chOff x="2590920" y="1905120"/>
            <a:chExt cx="461520" cy="200520"/>
          </a:xfrm>
        </p:grpSpPr>
        <p:sp>
          <p:nvSpPr>
            <p:cNvPr id="1916" name=""/>
            <p:cNvSpPr/>
            <p:nvPr/>
          </p:nvSpPr>
          <p:spPr>
            <a:xfrm>
              <a:off x="2590920" y="19209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7" name=""/>
            <p:cNvSpPr/>
            <p:nvPr/>
          </p:nvSpPr>
          <p:spPr>
            <a:xfrm>
              <a:off x="271476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8" name=""/>
          <p:cNvGrpSpPr/>
          <p:nvPr/>
        </p:nvGrpSpPr>
        <p:grpSpPr>
          <a:xfrm>
            <a:off x="5257800" y="5486400"/>
            <a:ext cx="461880" cy="200520"/>
            <a:chOff x="5257800" y="5486400"/>
            <a:chExt cx="461880" cy="200520"/>
          </a:xfrm>
        </p:grpSpPr>
        <p:sp>
          <p:nvSpPr>
            <p:cNvPr id="1919" name=""/>
            <p:cNvSpPr/>
            <p:nvPr/>
          </p:nvSpPr>
          <p:spPr>
            <a:xfrm>
              <a:off x="5257800" y="55022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0" name=""/>
            <p:cNvSpPr/>
            <p:nvPr/>
          </p:nvSpPr>
          <p:spPr>
            <a:xfrm>
              <a:off x="538200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1" name=""/>
          <p:cNvGrpSpPr/>
          <p:nvPr/>
        </p:nvGrpSpPr>
        <p:grpSpPr>
          <a:xfrm>
            <a:off x="7115040" y="2870280"/>
            <a:ext cx="467280" cy="200520"/>
            <a:chOff x="7115040" y="2870280"/>
            <a:chExt cx="467280" cy="200520"/>
          </a:xfrm>
        </p:grpSpPr>
        <p:sp>
          <p:nvSpPr>
            <p:cNvPr id="1922" name=""/>
            <p:cNvSpPr/>
            <p:nvPr/>
          </p:nvSpPr>
          <p:spPr>
            <a:xfrm>
              <a:off x="7115040" y="2886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3" name=""/>
            <p:cNvSpPr/>
            <p:nvPr/>
          </p:nvSpPr>
          <p:spPr>
            <a:xfrm>
              <a:off x="7244640" y="2870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4" name=""/>
          <p:cNvGrpSpPr/>
          <p:nvPr/>
        </p:nvGrpSpPr>
        <p:grpSpPr>
          <a:xfrm>
            <a:off x="1219320" y="2971800"/>
            <a:ext cx="460080" cy="200520"/>
            <a:chOff x="1219320" y="2971800"/>
            <a:chExt cx="460080" cy="200520"/>
          </a:xfrm>
        </p:grpSpPr>
        <p:sp>
          <p:nvSpPr>
            <p:cNvPr id="1925" name=""/>
            <p:cNvSpPr/>
            <p:nvPr/>
          </p:nvSpPr>
          <p:spPr>
            <a:xfrm>
              <a:off x="1219320" y="2987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6" name=""/>
            <p:cNvSpPr/>
            <p:nvPr/>
          </p:nvSpPr>
          <p:spPr>
            <a:xfrm>
              <a:off x="134172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7" name=""/>
          <p:cNvGrpSpPr/>
          <p:nvPr/>
        </p:nvGrpSpPr>
        <p:grpSpPr>
          <a:xfrm>
            <a:off x="8299440" y="3605040"/>
            <a:ext cx="467280" cy="200520"/>
            <a:chOff x="8299440" y="3605040"/>
            <a:chExt cx="467280" cy="200520"/>
          </a:xfrm>
        </p:grpSpPr>
        <p:sp>
          <p:nvSpPr>
            <p:cNvPr id="1928" name=""/>
            <p:cNvSpPr/>
            <p:nvPr/>
          </p:nvSpPr>
          <p:spPr>
            <a:xfrm>
              <a:off x="8299440" y="3621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9" name=""/>
            <p:cNvSpPr/>
            <p:nvPr/>
          </p:nvSpPr>
          <p:spPr>
            <a:xfrm>
              <a:off x="8429040" y="3605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0" name=""/>
          <p:cNvGrpSpPr/>
          <p:nvPr/>
        </p:nvGrpSpPr>
        <p:grpSpPr>
          <a:xfrm>
            <a:off x="2286000" y="2971800"/>
            <a:ext cx="460080" cy="200520"/>
            <a:chOff x="2286000" y="2971800"/>
            <a:chExt cx="460080" cy="200520"/>
          </a:xfrm>
        </p:grpSpPr>
        <p:sp>
          <p:nvSpPr>
            <p:cNvPr id="1931" name=""/>
            <p:cNvSpPr/>
            <p:nvPr/>
          </p:nvSpPr>
          <p:spPr>
            <a:xfrm>
              <a:off x="2286000" y="298764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2" name=""/>
            <p:cNvSpPr/>
            <p:nvPr/>
          </p:nvSpPr>
          <p:spPr>
            <a:xfrm>
              <a:off x="240840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3" name=""/>
          <p:cNvGrpSpPr/>
          <p:nvPr/>
        </p:nvGrpSpPr>
        <p:grpSpPr>
          <a:xfrm>
            <a:off x="1447920" y="1752480"/>
            <a:ext cx="461160" cy="200520"/>
            <a:chOff x="1447920" y="1752480"/>
            <a:chExt cx="461160" cy="200520"/>
          </a:xfrm>
        </p:grpSpPr>
        <p:sp>
          <p:nvSpPr>
            <p:cNvPr id="1934" name=""/>
            <p:cNvSpPr/>
            <p:nvPr/>
          </p:nvSpPr>
          <p:spPr>
            <a:xfrm>
              <a:off x="1447920" y="17665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5" name=""/>
            <p:cNvSpPr/>
            <p:nvPr/>
          </p:nvSpPr>
          <p:spPr>
            <a:xfrm>
              <a:off x="157140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6" name=""/>
          <p:cNvGrpSpPr/>
          <p:nvPr/>
        </p:nvGrpSpPr>
        <p:grpSpPr>
          <a:xfrm>
            <a:off x="3429000" y="2133720"/>
            <a:ext cx="461520" cy="200520"/>
            <a:chOff x="3429000" y="2133720"/>
            <a:chExt cx="461520" cy="200520"/>
          </a:xfrm>
        </p:grpSpPr>
        <p:sp>
          <p:nvSpPr>
            <p:cNvPr id="1937" name=""/>
            <p:cNvSpPr/>
            <p:nvPr/>
          </p:nvSpPr>
          <p:spPr>
            <a:xfrm>
              <a:off x="3429000" y="21495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8" name=""/>
            <p:cNvSpPr/>
            <p:nvPr/>
          </p:nvSpPr>
          <p:spPr>
            <a:xfrm>
              <a:off x="355284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9" name=""/>
          <p:cNvGrpSpPr/>
          <p:nvPr/>
        </p:nvGrpSpPr>
        <p:grpSpPr>
          <a:xfrm>
            <a:off x="6324480" y="838080"/>
            <a:ext cx="461880" cy="200520"/>
            <a:chOff x="6324480" y="838080"/>
            <a:chExt cx="461880" cy="200520"/>
          </a:xfrm>
        </p:grpSpPr>
        <p:sp>
          <p:nvSpPr>
            <p:cNvPr id="1940" name=""/>
            <p:cNvSpPr/>
            <p:nvPr/>
          </p:nvSpPr>
          <p:spPr>
            <a:xfrm>
              <a:off x="6324480" y="853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1" name=""/>
            <p:cNvSpPr/>
            <p:nvPr/>
          </p:nvSpPr>
          <p:spPr>
            <a:xfrm>
              <a:off x="644868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2" name=""/>
          <p:cNvGrpSpPr/>
          <p:nvPr/>
        </p:nvGrpSpPr>
        <p:grpSpPr>
          <a:xfrm>
            <a:off x="5913360" y="3278160"/>
            <a:ext cx="467280" cy="200520"/>
            <a:chOff x="5913360" y="3278160"/>
            <a:chExt cx="467280" cy="200520"/>
          </a:xfrm>
        </p:grpSpPr>
        <p:sp>
          <p:nvSpPr>
            <p:cNvPr id="1943" name=""/>
            <p:cNvSpPr/>
            <p:nvPr/>
          </p:nvSpPr>
          <p:spPr>
            <a:xfrm>
              <a:off x="5913360" y="3292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4" name=""/>
            <p:cNvSpPr/>
            <p:nvPr/>
          </p:nvSpPr>
          <p:spPr>
            <a:xfrm>
              <a:off x="6042960" y="3278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5" name=""/>
          <p:cNvGrpSpPr/>
          <p:nvPr/>
        </p:nvGrpSpPr>
        <p:grpSpPr>
          <a:xfrm>
            <a:off x="2286000" y="3962520"/>
            <a:ext cx="461880" cy="200520"/>
            <a:chOff x="2286000" y="3962520"/>
            <a:chExt cx="461880" cy="200520"/>
          </a:xfrm>
        </p:grpSpPr>
        <p:sp>
          <p:nvSpPr>
            <p:cNvPr id="1946" name=""/>
            <p:cNvSpPr/>
            <p:nvPr/>
          </p:nvSpPr>
          <p:spPr>
            <a:xfrm>
              <a:off x="2286000" y="3976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7" name=""/>
            <p:cNvSpPr/>
            <p:nvPr/>
          </p:nvSpPr>
          <p:spPr>
            <a:xfrm>
              <a:off x="241020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8" name=""/>
          <p:cNvGrpSpPr/>
          <p:nvPr/>
        </p:nvGrpSpPr>
        <p:grpSpPr>
          <a:xfrm>
            <a:off x="3944880" y="5083200"/>
            <a:ext cx="467280" cy="200520"/>
            <a:chOff x="3944880" y="5083200"/>
            <a:chExt cx="467280" cy="200520"/>
          </a:xfrm>
        </p:grpSpPr>
        <p:sp>
          <p:nvSpPr>
            <p:cNvPr id="1949" name=""/>
            <p:cNvSpPr/>
            <p:nvPr/>
          </p:nvSpPr>
          <p:spPr>
            <a:xfrm>
              <a:off x="3944880" y="50990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0" name=""/>
            <p:cNvSpPr/>
            <p:nvPr/>
          </p:nvSpPr>
          <p:spPr>
            <a:xfrm>
              <a:off x="4074480" y="508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1" name=""/>
          <p:cNvGrpSpPr/>
          <p:nvPr/>
        </p:nvGrpSpPr>
        <p:grpSpPr>
          <a:xfrm>
            <a:off x="4495680" y="2286000"/>
            <a:ext cx="461880" cy="200520"/>
            <a:chOff x="4495680" y="2286000"/>
            <a:chExt cx="461880" cy="200520"/>
          </a:xfrm>
        </p:grpSpPr>
        <p:sp>
          <p:nvSpPr>
            <p:cNvPr id="1952" name=""/>
            <p:cNvSpPr/>
            <p:nvPr/>
          </p:nvSpPr>
          <p:spPr>
            <a:xfrm>
              <a:off x="4495680" y="23018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3" name=""/>
            <p:cNvSpPr/>
            <p:nvPr/>
          </p:nvSpPr>
          <p:spPr>
            <a:xfrm>
              <a:off x="461988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4" name=""/>
          <p:cNvGrpSpPr/>
          <p:nvPr/>
        </p:nvGrpSpPr>
        <p:grpSpPr>
          <a:xfrm>
            <a:off x="3657600" y="4038480"/>
            <a:ext cx="461880" cy="200520"/>
            <a:chOff x="3657600" y="4038480"/>
            <a:chExt cx="461880" cy="200520"/>
          </a:xfrm>
        </p:grpSpPr>
        <p:sp>
          <p:nvSpPr>
            <p:cNvPr id="1955" name=""/>
            <p:cNvSpPr/>
            <p:nvPr/>
          </p:nvSpPr>
          <p:spPr>
            <a:xfrm>
              <a:off x="3657600" y="40543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6" name=""/>
            <p:cNvSpPr/>
            <p:nvPr/>
          </p:nvSpPr>
          <p:spPr>
            <a:xfrm>
              <a:off x="378180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57" name=""/>
          <p:cNvGrpSpPr/>
          <p:nvPr/>
        </p:nvGrpSpPr>
        <p:grpSpPr>
          <a:xfrm>
            <a:off x="6296040" y="5122800"/>
            <a:ext cx="468720" cy="200520"/>
            <a:chOff x="6296040" y="5122800"/>
            <a:chExt cx="468720" cy="200520"/>
          </a:xfrm>
        </p:grpSpPr>
        <p:sp>
          <p:nvSpPr>
            <p:cNvPr id="1958" name=""/>
            <p:cNvSpPr/>
            <p:nvPr/>
          </p:nvSpPr>
          <p:spPr>
            <a:xfrm>
              <a:off x="6296040" y="5137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59" name=""/>
            <p:cNvSpPr/>
            <p:nvPr/>
          </p:nvSpPr>
          <p:spPr>
            <a:xfrm>
              <a:off x="6427080" y="5122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0" name=""/>
          <p:cNvGrpSpPr/>
          <p:nvPr/>
        </p:nvGrpSpPr>
        <p:grpSpPr>
          <a:xfrm>
            <a:off x="1981080" y="6172200"/>
            <a:ext cx="460080" cy="200520"/>
            <a:chOff x="1981080" y="6172200"/>
            <a:chExt cx="460080" cy="200520"/>
          </a:xfrm>
        </p:grpSpPr>
        <p:sp>
          <p:nvSpPr>
            <p:cNvPr id="1961" name=""/>
            <p:cNvSpPr/>
            <p:nvPr/>
          </p:nvSpPr>
          <p:spPr>
            <a:xfrm>
              <a:off x="1981080" y="61880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2" name=""/>
            <p:cNvSpPr/>
            <p:nvPr/>
          </p:nvSpPr>
          <p:spPr>
            <a:xfrm>
              <a:off x="210348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3" name=""/>
          <p:cNvGrpSpPr/>
          <p:nvPr/>
        </p:nvGrpSpPr>
        <p:grpSpPr>
          <a:xfrm>
            <a:off x="4724280" y="3352680"/>
            <a:ext cx="461880" cy="200520"/>
            <a:chOff x="4724280" y="3352680"/>
            <a:chExt cx="461880" cy="200520"/>
          </a:xfrm>
        </p:grpSpPr>
        <p:sp>
          <p:nvSpPr>
            <p:cNvPr id="1964" name=""/>
            <p:cNvSpPr/>
            <p:nvPr/>
          </p:nvSpPr>
          <p:spPr>
            <a:xfrm>
              <a:off x="4724280" y="3367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5" name=""/>
            <p:cNvSpPr/>
            <p:nvPr/>
          </p:nvSpPr>
          <p:spPr>
            <a:xfrm>
              <a:off x="484848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6" name=""/>
          <p:cNvGrpSpPr/>
          <p:nvPr/>
        </p:nvGrpSpPr>
        <p:grpSpPr>
          <a:xfrm>
            <a:off x="1143000" y="4800600"/>
            <a:ext cx="461880" cy="200520"/>
            <a:chOff x="1143000" y="4800600"/>
            <a:chExt cx="461880" cy="200520"/>
          </a:xfrm>
        </p:grpSpPr>
        <p:sp>
          <p:nvSpPr>
            <p:cNvPr id="1967" name=""/>
            <p:cNvSpPr/>
            <p:nvPr/>
          </p:nvSpPr>
          <p:spPr>
            <a:xfrm>
              <a:off x="1143000" y="4816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8" name=""/>
            <p:cNvSpPr/>
            <p:nvPr/>
          </p:nvSpPr>
          <p:spPr>
            <a:xfrm>
              <a:off x="1267200" y="480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69" name="Rounded Rectangle 196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1970" name="Oval 1969"/>
          <p:cNvSpPr/>
          <p:nvPr/>
        </p:nvSpPr>
        <p:spPr>
          <a:xfrm>
            <a:off x="5603421" y="40942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Oval 1970"/>
          <p:cNvSpPr/>
          <p:nvPr/>
        </p:nvSpPr>
        <p:spPr>
          <a:xfrm>
            <a:off x="5643421" y="41342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972" name="Rounded Rectangle 1971"/>
          <p:cNvSpPr/>
          <p:nvPr/>
        </p:nvSpPr>
        <p:spPr>
          <a:xfrm>
            <a:off x="5913421" y="41542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1973" name="Oval 1972"/>
          <p:cNvSpPr/>
          <p:nvPr/>
        </p:nvSpPr>
        <p:spPr>
          <a:xfrm>
            <a:off x="7355000" y="55415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Oval 1973"/>
          <p:cNvSpPr/>
          <p:nvPr/>
        </p:nvSpPr>
        <p:spPr>
          <a:xfrm>
            <a:off x="7395000" y="55815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1975" name="Rounded Rectangle 1974"/>
          <p:cNvSpPr/>
          <p:nvPr/>
        </p:nvSpPr>
        <p:spPr>
          <a:xfrm>
            <a:off x="7665000" y="56015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1976" name="Oval 1975"/>
          <p:cNvSpPr/>
          <p:nvPr/>
        </p:nvSpPr>
        <p:spPr>
          <a:xfrm>
            <a:off x="2479342" y="180848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Oval 1976"/>
          <p:cNvSpPr/>
          <p:nvPr/>
        </p:nvSpPr>
        <p:spPr>
          <a:xfrm>
            <a:off x="2519342" y="184848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978" name="Rounded Rectangle 1977"/>
          <p:cNvSpPr/>
          <p:nvPr/>
        </p:nvSpPr>
        <p:spPr>
          <a:xfrm>
            <a:off x="2789342" y="186848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1979" name="Oval 1978"/>
          <p:cNvSpPr/>
          <p:nvPr/>
        </p:nvSpPr>
        <p:spPr>
          <a:xfrm>
            <a:off x="5146219" y="53899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Oval 1979"/>
          <p:cNvSpPr/>
          <p:nvPr/>
        </p:nvSpPr>
        <p:spPr>
          <a:xfrm>
            <a:off x="5186219" y="54299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1981" name="Rounded Rectangle 1980"/>
          <p:cNvSpPr/>
          <p:nvPr/>
        </p:nvSpPr>
        <p:spPr>
          <a:xfrm>
            <a:off x="5456219" y="54499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1982" name="Oval 1981"/>
          <p:cNvSpPr/>
          <p:nvPr/>
        </p:nvSpPr>
        <p:spPr>
          <a:xfrm>
            <a:off x="7002744" y="27745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Oval 1982"/>
          <p:cNvSpPr/>
          <p:nvPr/>
        </p:nvSpPr>
        <p:spPr>
          <a:xfrm>
            <a:off x="7042744" y="28145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984" name="Rounded Rectangle 1983"/>
          <p:cNvSpPr/>
          <p:nvPr/>
        </p:nvSpPr>
        <p:spPr>
          <a:xfrm>
            <a:off x="7312744" y="28345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1985" name="Oval 1984"/>
          <p:cNvSpPr/>
          <p:nvPr/>
        </p:nvSpPr>
        <p:spPr>
          <a:xfrm>
            <a:off x="1106843" y="287606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Oval 1985"/>
          <p:cNvSpPr/>
          <p:nvPr/>
        </p:nvSpPr>
        <p:spPr>
          <a:xfrm>
            <a:off x="1146843" y="291606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987" name="Rounded Rectangle 1986"/>
          <p:cNvSpPr/>
          <p:nvPr/>
        </p:nvSpPr>
        <p:spPr>
          <a:xfrm>
            <a:off x="1416843" y="293606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1988" name="Oval 1987"/>
          <p:cNvSpPr/>
          <p:nvPr/>
        </p:nvSpPr>
        <p:spPr>
          <a:xfrm>
            <a:off x="8187146" y="350966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Oval 1988"/>
          <p:cNvSpPr/>
          <p:nvPr/>
        </p:nvSpPr>
        <p:spPr>
          <a:xfrm>
            <a:off x="8227146" y="354966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1990" name="Rounded Rectangle 1989"/>
          <p:cNvSpPr/>
          <p:nvPr/>
        </p:nvSpPr>
        <p:spPr>
          <a:xfrm>
            <a:off x="8497146" y="356966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1991" name="Oval 1990"/>
          <p:cNvSpPr/>
          <p:nvPr/>
        </p:nvSpPr>
        <p:spPr>
          <a:xfrm>
            <a:off x="2173520" y="28753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Oval 1991"/>
          <p:cNvSpPr/>
          <p:nvPr/>
        </p:nvSpPr>
        <p:spPr>
          <a:xfrm>
            <a:off x="2213520" y="29153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993" name="Rounded Rectangle 1992"/>
          <p:cNvSpPr/>
          <p:nvPr/>
        </p:nvSpPr>
        <p:spPr>
          <a:xfrm>
            <a:off x="2483520" y="29353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1994" name="Oval 1993"/>
          <p:cNvSpPr/>
          <p:nvPr/>
        </p:nvSpPr>
        <p:spPr>
          <a:xfrm>
            <a:off x="1336165" y="165494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Oval 1994"/>
          <p:cNvSpPr/>
          <p:nvPr/>
        </p:nvSpPr>
        <p:spPr>
          <a:xfrm>
            <a:off x="1376165" y="169494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996" name="Rounded Rectangle 1995"/>
          <p:cNvSpPr/>
          <p:nvPr/>
        </p:nvSpPr>
        <p:spPr>
          <a:xfrm>
            <a:off x="1646165" y="171494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1997" name="Oval 1996"/>
          <p:cNvSpPr/>
          <p:nvPr/>
        </p:nvSpPr>
        <p:spPr>
          <a:xfrm>
            <a:off x="3317422" y="20370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Oval 1997"/>
          <p:cNvSpPr/>
          <p:nvPr/>
        </p:nvSpPr>
        <p:spPr>
          <a:xfrm>
            <a:off x="3357422" y="20770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999" name="Rounded Rectangle 1998"/>
          <p:cNvSpPr/>
          <p:nvPr/>
        </p:nvSpPr>
        <p:spPr>
          <a:xfrm>
            <a:off x="3627422" y="20970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000" name="Oval 1999"/>
          <p:cNvSpPr/>
          <p:nvPr/>
        </p:nvSpPr>
        <p:spPr>
          <a:xfrm>
            <a:off x="6212904" y="7414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Oval 2000"/>
          <p:cNvSpPr/>
          <p:nvPr/>
        </p:nvSpPr>
        <p:spPr>
          <a:xfrm>
            <a:off x="6252904" y="7814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002" name="Rounded Rectangle 2001"/>
          <p:cNvSpPr/>
          <p:nvPr/>
        </p:nvSpPr>
        <p:spPr>
          <a:xfrm>
            <a:off x="6522904" y="8014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003" name="Oval 2002"/>
          <p:cNvSpPr/>
          <p:nvPr/>
        </p:nvSpPr>
        <p:spPr>
          <a:xfrm>
            <a:off x="5801064" y="318098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Oval 2003"/>
          <p:cNvSpPr/>
          <p:nvPr/>
        </p:nvSpPr>
        <p:spPr>
          <a:xfrm>
            <a:off x="5841064" y="322098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005" name="Rounded Rectangle 2004"/>
          <p:cNvSpPr/>
          <p:nvPr/>
        </p:nvSpPr>
        <p:spPr>
          <a:xfrm>
            <a:off x="6111064" y="324098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006" name="Oval 2005"/>
          <p:cNvSpPr/>
          <p:nvPr/>
        </p:nvSpPr>
        <p:spPr>
          <a:xfrm>
            <a:off x="2174423" y="386498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Oval 2006"/>
          <p:cNvSpPr/>
          <p:nvPr/>
        </p:nvSpPr>
        <p:spPr>
          <a:xfrm>
            <a:off x="2214423" y="390498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008" name="Rounded Rectangle 2007"/>
          <p:cNvSpPr/>
          <p:nvPr/>
        </p:nvSpPr>
        <p:spPr>
          <a:xfrm>
            <a:off x="2484423" y="392498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009" name="Oval 2008"/>
          <p:cNvSpPr/>
          <p:nvPr/>
        </p:nvSpPr>
        <p:spPr>
          <a:xfrm>
            <a:off x="3832579" y="49867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Oval 2009"/>
          <p:cNvSpPr/>
          <p:nvPr/>
        </p:nvSpPr>
        <p:spPr>
          <a:xfrm>
            <a:off x="3872579" y="50267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011" name="Rounded Rectangle 2010"/>
          <p:cNvSpPr/>
          <p:nvPr/>
        </p:nvSpPr>
        <p:spPr>
          <a:xfrm>
            <a:off x="4142579" y="50467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012" name="Oval 2011"/>
          <p:cNvSpPr/>
          <p:nvPr/>
        </p:nvSpPr>
        <p:spPr>
          <a:xfrm>
            <a:off x="4384099" y="21895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Oval 2012"/>
          <p:cNvSpPr/>
          <p:nvPr/>
        </p:nvSpPr>
        <p:spPr>
          <a:xfrm>
            <a:off x="4424099" y="22295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014" name="Rounded Rectangle 2013"/>
          <p:cNvSpPr/>
          <p:nvPr/>
        </p:nvSpPr>
        <p:spPr>
          <a:xfrm>
            <a:off x="4694099" y="22495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015" name="Oval 2014"/>
          <p:cNvSpPr/>
          <p:nvPr/>
        </p:nvSpPr>
        <p:spPr>
          <a:xfrm>
            <a:off x="3546019" y="394202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Oval 2015"/>
          <p:cNvSpPr/>
          <p:nvPr/>
        </p:nvSpPr>
        <p:spPr>
          <a:xfrm>
            <a:off x="3586019" y="398202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017" name="Rounded Rectangle 2016"/>
          <p:cNvSpPr/>
          <p:nvPr/>
        </p:nvSpPr>
        <p:spPr>
          <a:xfrm>
            <a:off x="3856019" y="400202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018" name="Oval 2017"/>
          <p:cNvSpPr/>
          <p:nvPr/>
        </p:nvSpPr>
        <p:spPr>
          <a:xfrm>
            <a:off x="6184466" y="502562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Oval 2018"/>
          <p:cNvSpPr/>
          <p:nvPr/>
        </p:nvSpPr>
        <p:spPr>
          <a:xfrm>
            <a:off x="6224466" y="506562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020" name="Rounded Rectangle 2019"/>
          <p:cNvSpPr/>
          <p:nvPr/>
        </p:nvSpPr>
        <p:spPr>
          <a:xfrm>
            <a:off x="6494466" y="508562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021" name="Oval 2020"/>
          <p:cNvSpPr/>
          <p:nvPr/>
        </p:nvSpPr>
        <p:spPr>
          <a:xfrm>
            <a:off x="1868786" y="60757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Oval 2021"/>
          <p:cNvSpPr/>
          <p:nvPr/>
        </p:nvSpPr>
        <p:spPr>
          <a:xfrm>
            <a:off x="1908786" y="61157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023" name="Rounded Rectangle 2022"/>
          <p:cNvSpPr/>
          <p:nvPr/>
        </p:nvSpPr>
        <p:spPr>
          <a:xfrm>
            <a:off x="2178786" y="61357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024" name="Oval 2023"/>
          <p:cNvSpPr/>
          <p:nvPr/>
        </p:nvSpPr>
        <p:spPr>
          <a:xfrm>
            <a:off x="4612703" y="32555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Oval 2024"/>
          <p:cNvSpPr/>
          <p:nvPr/>
        </p:nvSpPr>
        <p:spPr>
          <a:xfrm>
            <a:off x="4652703" y="32955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026" name="Rounded Rectangle 2025"/>
          <p:cNvSpPr/>
          <p:nvPr/>
        </p:nvSpPr>
        <p:spPr>
          <a:xfrm>
            <a:off x="4922703" y="33155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027" name="Oval 2026"/>
          <p:cNvSpPr/>
          <p:nvPr/>
        </p:nvSpPr>
        <p:spPr>
          <a:xfrm>
            <a:off x="1031423" y="47048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Oval 2027"/>
          <p:cNvSpPr/>
          <p:nvPr/>
        </p:nvSpPr>
        <p:spPr>
          <a:xfrm>
            <a:off x="1071423" y="47448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029" name="Rounded Rectangle 2028"/>
          <p:cNvSpPr/>
          <p:nvPr/>
        </p:nvSpPr>
        <p:spPr>
          <a:xfrm>
            <a:off x="1341423" y="47648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"/>
          <p:cNvSpPr/>
          <p:nvPr/>
        </p:nvSpPr>
        <p:spPr>
          <a:xfrm>
            <a:off x="3044520" y="50760"/>
            <a:ext cx="3054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20: LOWW | RWY 34 | STAR LANU5W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" name=""/>
          <p:cNvSpPr/>
          <p:nvPr/>
        </p:nvSpPr>
        <p:spPr>
          <a:xfrm>
            <a:off x="2827440" y="1639800"/>
            <a:ext cx="1135080" cy="1305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" name=""/>
          <p:cNvSpPr/>
          <p:nvPr/>
        </p:nvSpPr>
        <p:spPr>
          <a:xfrm>
            <a:off x="3962520" y="2944800"/>
            <a:ext cx="1344600" cy="515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" name=""/>
          <p:cNvSpPr/>
          <p:nvPr/>
        </p:nvSpPr>
        <p:spPr>
          <a:xfrm>
            <a:off x="5307120" y="3460680"/>
            <a:ext cx="734760" cy="762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3" name=""/>
          <p:cNvSpPr/>
          <p:nvPr/>
        </p:nvSpPr>
        <p:spPr>
          <a:xfrm>
            <a:off x="6041880" y="4222800"/>
            <a:ext cx="41400" cy="1147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" name=""/>
          <p:cNvSpPr/>
          <p:nvPr/>
        </p:nvSpPr>
        <p:spPr>
          <a:xfrm flipV="1">
            <a:off x="6083280" y="4868640"/>
            <a:ext cx="233280" cy="501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5" name=""/>
          <p:cNvSpPr/>
          <p:nvPr/>
        </p:nvSpPr>
        <p:spPr>
          <a:xfrm flipH="1" flipV="1">
            <a:off x="6135840" y="4346280"/>
            <a:ext cx="18072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6" name=""/>
          <p:cNvSpPr/>
          <p:nvPr/>
        </p:nvSpPr>
        <p:spPr>
          <a:xfrm flipH="1" flipV="1">
            <a:off x="6076800" y="4160880"/>
            <a:ext cx="59040" cy="185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7" name=""/>
          <p:cNvSpPr/>
          <p:nvPr/>
        </p:nvSpPr>
        <p:spPr>
          <a:xfrm flipH="1" flipV="1">
            <a:off x="6009840" y="3971520"/>
            <a:ext cx="66600" cy="189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"/>
          <p:cNvSpPr/>
          <p:nvPr/>
        </p:nvSpPr>
        <p:spPr>
          <a:xfrm flipH="1" flipV="1">
            <a:off x="5913000" y="3691080"/>
            <a:ext cx="96840" cy="280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79" name=""/>
          <p:cNvGrpSpPr/>
          <p:nvPr/>
        </p:nvGrpSpPr>
        <p:grpSpPr>
          <a:xfrm>
            <a:off x="2763720" y="1576440"/>
            <a:ext cx="597960" cy="200520"/>
            <a:chOff x="2763720" y="1576440"/>
            <a:chExt cx="597960" cy="200520"/>
          </a:xfrm>
        </p:grpSpPr>
        <p:sp>
          <p:nvSpPr>
            <p:cNvPr id="1980" name=""/>
            <p:cNvSpPr/>
            <p:nvPr/>
          </p:nvSpPr>
          <p:spPr>
            <a:xfrm>
              <a:off x="276372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1" name=""/>
            <p:cNvSpPr/>
            <p:nvPr/>
          </p:nvSpPr>
          <p:spPr>
            <a:xfrm>
              <a:off x="2877840" y="157644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LANUX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2" name=""/>
          <p:cNvGrpSpPr/>
          <p:nvPr/>
        </p:nvGrpSpPr>
        <p:grpSpPr>
          <a:xfrm>
            <a:off x="3911760" y="2881440"/>
            <a:ext cx="577440" cy="200520"/>
            <a:chOff x="3911760" y="2881440"/>
            <a:chExt cx="577440" cy="200520"/>
          </a:xfrm>
        </p:grpSpPr>
        <p:sp>
          <p:nvSpPr>
            <p:cNvPr id="1983" name=""/>
            <p:cNvSpPr/>
            <p:nvPr/>
          </p:nvSpPr>
          <p:spPr>
            <a:xfrm>
              <a:off x="3911760" y="2894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4" name=""/>
            <p:cNvSpPr/>
            <p:nvPr/>
          </p:nvSpPr>
          <p:spPr>
            <a:xfrm>
              <a:off x="3994560" y="2881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NERDU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5" name=""/>
          <p:cNvGrpSpPr/>
          <p:nvPr/>
        </p:nvGrpSpPr>
        <p:grpSpPr>
          <a:xfrm>
            <a:off x="5256360" y="3397320"/>
            <a:ext cx="577440" cy="200520"/>
            <a:chOff x="5256360" y="3397320"/>
            <a:chExt cx="577440" cy="200520"/>
          </a:xfrm>
        </p:grpSpPr>
        <p:sp>
          <p:nvSpPr>
            <p:cNvPr id="1986" name=""/>
            <p:cNvSpPr/>
            <p:nvPr/>
          </p:nvSpPr>
          <p:spPr>
            <a:xfrm>
              <a:off x="5256360" y="34099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7" name=""/>
            <p:cNvSpPr/>
            <p:nvPr/>
          </p:nvSpPr>
          <p:spPr>
            <a:xfrm>
              <a:off x="5339160" y="33973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8" name=""/>
          <p:cNvGrpSpPr/>
          <p:nvPr/>
        </p:nvGrpSpPr>
        <p:grpSpPr>
          <a:xfrm>
            <a:off x="5991120" y="4159080"/>
            <a:ext cx="577800" cy="200520"/>
            <a:chOff x="5991120" y="4159080"/>
            <a:chExt cx="577800" cy="200520"/>
          </a:xfrm>
        </p:grpSpPr>
        <p:sp>
          <p:nvSpPr>
            <p:cNvPr id="1989" name=""/>
            <p:cNvSpPr/>
            <p:nvPr/>
          </p:nvSpPr>
          <p:spPr>
            <a:xfrm>
              <a:off x="5991120" y="4172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0" name=""/>
            <p:cNvSpPr/>
            <p:nvPr/>
          </p:nvSpPr>
          <p:spPr>
            <a:xfrm>
              <a:off x="6074280" y="41590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1" name=""/>
          <p:cNvGrpSpPr/>
          <p:nvPr/>
        </p:nvGrpSpPr>
        <p:grpSpPr>
          <a:xfrm>
            <a:off x="6041880" y="5307120"/>
            <a:ext cx="557280" cy="200520"/>
            <a:chOff x="6041880" y="5307120"/>
            <a:chExt cx="557280" cy="200520"/>
          </a:xfrm>
        </p:grpSpPr>
        <p:sp>
          <p:nvSpPr>
            <p:cNvPr id="1992" name=""/>
            <p:cNvSpPr/>
            <p:nvPr/>
          </p:nvSpPr>
          <p:spPr>
            <a:xfrm>
              <a:off x="604188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3" name=""/>
            <p:cNvSpPr/>
            <p:nvPr/>
          </p:nvSpPr>
          <p:spPr>
            <a:xfrm>
              <a:off x="6104520" y="53071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4" name=""/>
          <p:cNvGrpSpPr/>
          <p:nvPr/>
        </p:nvGrpSpPr>
        <p:grpSpPr>
          <a:xfrm>
            <a:off x="6275520" y="4805280"/>
            <a:ext cx="558360" cy="200520"/>
            <a:chOff x="6275520" y="4805280"/>
            <a:chExt cx="558360" cy="200520"/>
          </a:xfrm>
        </p:grpSpPr>
        <p:sp>
          <p:nvSpPr>
            <p:cNvPr id="1995" name=""/>
            <p:cNvSpPr/>
            <p:nvPr/>
          </p:nvSpPr>
          <p:spPr>
            <a:xfrm>
              <a:off x="6275520" y="482904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6" name=""/>
            <p:cNvSpPr/>
            <p:nvPr/>
          </p:nvSpPr>
          <p:spPr>
            <a:xfrm>
              <a:off x="6339240" y="48052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WW924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7" name=""/>
          <p:cNvGrpSpPr/>
          <p:nvPr/>
        </p:nvGrpSpPr>
        <p:grpSpPr>
          <a:xfrm>
            <a:off x="6095880" y="4282920"/>
            <a:ext cx="557280" cy="200520"/>
            <a:chOff x="6095880" y="4282920"/>
            <a:chExt cx="557280" cy="200520"/>
          </a:xfrm>
        </p:grpSpPr>
        <p:sp>
          <p:nvSpPr>
            <p:cNvPr id="1998" name=""/>
            <p:cNvSpPr/>
            <p:nvPr/>
          </p:nvSpPr>
          <p:spPr>
            <a:xfrm>
              <a:off x="6095880" y="4305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99" name=""/>
            <p:cNvSpPr/>
            <p:nvPr/>
          </p:nvSpPr>
          <p:spPr>
            <a:xfrm>
              <a:off x="6158520" y="42829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WW834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0" name=""/>
          <p:cNvGrpSpPr/>
          <p:nvPr/>
        </p:nvGrpSpPr>
        <p:grpSpPr>
          <a:xfrm>
            <a:off x="6035760" y="4097160"/>
            <a:ext cx="467280" cy="200520"/>
            <a:chOff x="6035760" y="4097160"/>
            <a:chExt cx="467280" cy="200520"/>
          </a:xfrm>
        </p:grpSpPr>
        <p:sp>
          <p:nvSpPr>
            <p:cNvPr id="2001" name=""/>
            <p:cNvSpPr/>
            <p:nvPr/>
          </p:nvSpPr>
          <p:spPr>
            <a:xfrm>
              <a:off x="6035760" y="41212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2" name=""/>
            <p:cNvSpPr/>
            <p:nvPr/>
          </p:nvSpPr>
          <p:spPr>
            <a:xfrm>
              <a:off x="6136560" y="409716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3" name=""/>
          <p:cNvGrpSpPr/>
          <p:nvPr/>
        </p:nvGrpSpPr>
        <p:grpSpPr>
          <a:xfrm>
            <a:off x="5970600" y="3908520"/>
            <a:ext cx="494280" cy="200520"/>
            <a:chOff x="5970600" y="3908520"/>
            <a:chExt cx="494280" cy="200520"/>
          </a:xfrm>
        </p:grpSpPr>
        <p:sp>
          <p:nvSpPr>
            <p:cNvPr id="2004" name=""/>
            <p:cNvSpPr/>
            <p:nvPr/>
          </p:nvSpPr>
          <p:spPr>
            <a:xfrm>
              <a:off x="5970600" y="39304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5" name=""/>
            <p:cNvSpPr/>
            <p:nvPr/>
          </p:nvSpPr>
          <p:spPr>
            <a:xfrm>
              <a:off x="6044760" y="390852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6" name=""/>
          <p:cNvGrpSpPr/>
          <p:nvPr/>
        </p:nvGrpSpPr>
        <p:grpSpPr>
          <a:xfrm>
            <a:off x="5850000" y="3627360"/>
            <a:ext cx="543240" cy="200520"/>
            <a:chOff x="5850000" y="3627360"/>
            <a:chExt cx="543240" cy="200520"/>
          </a:xfrm>
        </p:grpSpPr>
        <p:sp>
          <p:nvSpPr>
            <p:cNvPr id="2007" name=""/>
            <p:cNvSpPr/>
            <p:nvPr/>
          </p:nvSpPr>
          <p:spPr>
            <a:xfrm>
              <a:off x="5850000" y="36273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8" name=""/>
            <p:cNvSpPr/>
            <p:nvPr/>
          </p:nvSpPr>
          <p:spPr>
            <a:xfrm>
              <a:off x="5967000" y="36273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9" name=""/>
          <p:cNvGrpSpPr/>
          <p:nvPr/>
        </p:nvGrpSpPr>
        <p:grpSpPr>
          <a:xfrm>
            <a:off x="1371600" y="1371600"/>
            <a:ext cx="479160" cy="200520"/>
            <a:chOff x="1371600" y="1371600"/>
            <a:chExt cx="479160" cy="200520"/>
          </a:xfrm>
        </p:grpSpPr>
        <p:sp>
          <p:nvSpPr>
            <p:cNvPr id="2010" name=""/>
            <p:cNvSpPr/>
            <p:nvPr/>
          </p:nvSpPr>
          <p:spPr>
            <a:xfrm>
              <a:off x="1371600" y="13777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1" name=""/>
            <p:cNvSpPr/>
            <p:nvPr/>
          </p:nvSpPr>
          <p:spPr>
            <a:xfrm>
              <a:off x="151308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2" name=""/>
          <p:cNvGrpSpPr/>
          <p:nvPr/>
        </p:nvGrpSpPr>
        <p:grpSpPr>
          <a:xfrm>
            <a:off x="5562720" y="2819520"/>
            <a:ext cx="478800" cy="200520"/>
            <a:chOff x="5562720" y="2819520"/>
            <a:chExt cx="478800" cy="200520"/>
          </a:xfrm>
        </p:grpSpPr>
        <p:sp>
          <p:nvSpPr>
            <p:cNvPr id="2013" name=""/>
            <p:cNvSpPr/>
            <p:nvPr/>
          </p:nvSpPr>
          <p:spPr>
            <a:xfrm>
              <a:off x="5562720" y="282564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4" name=""/>
            <p:cNvSpPr/>
            <p:nvPr/>
          </p:nvSpPr>
          <p:spPr>
            <a:xfrm>
              <a:off x="570384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5" name=""/>
          <p:cNvGrpSpPr/>
          <p:nvPr/>
        </p:nvGrpSpPr>
        <p:grpSpPr>
          <a:xfrm>
            <a:off x="1371600" y="4191120"/>
            <a:ext cx="461880" cy="200520"/>
            <a:chOff x="1371600" y="4191120"/>
            <a:chExt cx="461880" cy="200520"/>
          </a:xfrm>
        </p:grpSpPr>
        <p:sp>
          <p:nvSpPr>
            <p:cNvPr id="2016" name=""/>
            <p:cNvSpPr/>
            <p:nvPr/>
          </p:nvSpPr>
          <p:spPr>
            <a:xfrm>
              <a:off x="1371600" y="42069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7" name=""/>
            <p:cNvSpPr/>
            <p:nvPr/>
          </p:nvSpPr>
          <p:spPr>
            <a:xfrm>
              <a:off x="149580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8" name=""/>
          <p:cNvGrpSpPr/>
          <p:nvPr/>
        </p:nvGrpSpPr>
        <p:grpSpPr>
          <a:xfrm>
            <a:off x="4724280" y="5105520"/>
            <a:ext cx="461520" cy="200520"/>
            <a:chOff x="4724280" y="5105520"/>
            <a:chExt cx="461520" cy="200520"/>
          </a:xfrm>
        </p:grpSpPr>
        <p:sp>
          <p:nvSpPr>
            <p:cNvPr id="2019" name=""/>
            <p:cNvSpPr/>
            <p:nvPr/>
          </p:nvSpPr>
          <p:spPr>
            <a:xfrm>
              <a:off x="4724280" y="5121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0" name=""/>
            <p:cNvSpPr/>
            <p:nvPr/>
          </p:nvSpPr>
          <p:spPr>
            <a:xfrm>
              <a:off x="484812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1" name=""/>
          <p:cNvGrpSpPr/>
          <p:nvPr/>
        </p:nvGrpSpPr>
        <p:grpSpPr>
          <a:xfrm>
            <a:off x="4714920" y="846000"/>
            <a:ext cx="468720" cy="200520"/>
            <a:chOff x="4714920" y="846000"/>
            <a:chExt cx="468720" cy="200520"/>
          </a:xfrm>
        </p:grpSpPr>
        <p:sp>
          <p:nvSpPr>
            <p:cNvPr id="2022" name=""/>
            <p:cNvSpPr/>
            <p:nvPr/>
          </p:nvSpPr>
          <p:spPr>
            <a:xfrm>
              <a:off x="4714920" y="861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3" name=""/>
            <p:cNvSpPr/>
            <p:nvPr/>
          </p:nvSpPr>
          <p:spPr>
            <a:xfrm>
              <a:off x="4845960" y="84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4" name=""/>
          <p:cNvGrpSpPr/>
          <p:nvPr/>
        </p:nvGrpSpPr>
        <p:grpSpPr>
          <a:xfrm>
            <a:off x="7467480" y="2438280"/>
            <a:ext cx="460080" cy="200520"/>
            <a:chOff x="7467480" y="2438280"/>
            <a:chExt cx="460080" cy="200520"/>
          </a:xfrm>
        </p:grpSpPr>
        <p:sp>
          <p:nvSpPr>
            <p:cNvPr id="2025" name=""/>
            <p:cNvSpPr/>
            <p:nvPr/>
          </p:nvSpPr>
          <p:spPr>
            <a:xfrm>
              <a:off x="7467480" y="24541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6" name=""/>
            <p:cNvSpPr/>
            <p:nvPr/>
          </p:nvSpPr>
          <p:spPr>
            <a:xfrm>
              <a:off x="75898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7" name=""/>
          <p:cNvGrpSpPr/>
          <p:nvPr/>
        </p:nvGrpSpPr>
        <p:grpSpPr>
          <a:xfrm>
            <a:off x="7086600" y="533520"/>
            <a:ext cx="461880" cy="200520"/>
            <a:chOff x="7086600" y="533520"/>
            <a:chExt cx="461880" cy="200520"/>
          </a:xfrm>
        </p:grpSpPr>
        <p:sp>
          <p:nvSpPr>
            <p:cNvPr id="2028" name=""/>
            <p:cNvSpPr/>
            <p:nvPr/>
          </p:nvSpPr>
          <p:spPr>
            <a:xfrm>
              <a:off x="7086600" y="549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9" name=""/>
            <p:cNvSpPr/>
            <p:nvPr/>
          </p:nvSpPr>
          <p:spPr>
            <a:xfrm>
              <a:off x="72108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0" name=""/>
          <p:cNvGrpSpPr/>
          <p:nvPr/>
        </p:nvGrpSpPr>
        <p:grpSpPr>
          <a:xfrm>
            <a:off x="5638680" y="5029200"/>
            <a:ext cx="461520" cy="200520"/>
            <a:chOff x="5638680" y="5029200"/>
            <a:chExt cx="461520" cy="200520"/>
          </a:xfrm>
        </p:grpSpPr>
        <p:sp>
          <p:nvSpPr>
            <p:cNvPr id="2031" name=""/>
            <p:cNvSpPr/>
            <p:nvPr/>
          </p:nvSpPr>
          <p:spPr>
            <a:xfrm>
              <a:off x="5638680" y="5043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2" name=""/>
            <p:cNvSpPr/>
            <p:nvPr/>
          </p:nvSpPr>
          <p:spPr>
            <a:xfrm>
              <a:off x="576252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3" name=""/>
          <p:cNvGrpSpPr/>
          <p:nvPr/>
        </p:nvGrpSpPr>
        <p:grpSpPr>
          <a:xfrm>
            <a:off x="2057400" y="5486400"/>
            <a:ext cx="461880" cy="200520"/>
            <a:chOff x="2057400" y="5486400"/>
            <a:chExt cx="461880" cy="200520"/>
          </a:xfrm>
        </p:grpSpPr>
        <p:sp>
          <p:nvSpPr>
            <p:cNvPr id="2034" name=""/>
            <p:cNvSpPr/>
            <p:nvPr/>
          </p:nvSpPr>
          <p:spPr>
            <a:xfrm>
              <a:off x="2057400" y="550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5" name=""/>
            <p:cNvSpPr/>
            <p:nvPr/>
          </p:nvSpPr>
          <p:spPr>
            <a:xfrm>
              <a:off x="218160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6" name=""/>
          <p:cNvGrpSpPr/>
          <p:nvPr/>
        </p:nvGrpSpPr>
        <p:grpSpPr>
          <a:xfrm>
            <a:off x="2455920" y="2854440"/>
            <a:ext cx="468720" cy="200520"/>
            <a:chOff x="2455920" y="2854440"/>
            <a:chExt cx="468720" cy="200520"/>
          </a:xfrm>
        </p:grpSpPr>
        <p:sp>
          <p:nvSpPr>
            <p:cNvPr id="2037" name=""/>
            <p:cNvSpPr/>
            <p:nvPr/>
          </p:nvSpPr>
          <p:spPr>
            <a:xfrm>
              <a:off x="2455920" y="2870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8" name=""/>
            <p:cNvSpPr/>
            <p:nvPr/>
          </p:nvSpPr>
          <p:spPr>
            <a:xfrm>
              <a:off x="2586960" y="285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9" name=""/>
          <p:cNvGrpSpPr/>
          <p:nvPr/>
        </p:nvGrpSpPr>
        <p:grpSpPr>
          <a:xfrm>
            <a:off x="5562720" y="5791320"/>
            <a:ext cx="460080" cy="200520"/>
            <a:chOff x="5562720" y="5791320"/>
            <a:chExt cx="460080" cy="200520"/>
          </a:xfrm>
        </p:grpSpPr>
        <p:sp>
          <p:nvSpPr>
            <p:cNvPr id="2040" name=""/>
            <p:cNvSpPr/>
            <p:nvPr/>
          </p:nvSpPr>
          <p:spPr>
            <a:xfrm>
              <a:off x="5562720" y="58071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1" name=""/>
            <p:cNvSpPr/>
            <p:nvPr/>
          </p:nvSpPr>
          <p:spPr>
            <a:xfrm>
              <a:off x="568512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2" name=""/>
          <p:cNvGrpSpPr/>
          <p:nvPr/>
        </p:nvGrpSpPr>
        <p:grpSpPr>
          <a:xfrm>
            <a:off x="6934320" y="6053040"/>
            <a:ext cx="467280" cy="200520"/>
            <a:chOff x="6934320" y="6053040"/>
            <a:chExt cx="467280" cy="200520"/>
          </a:xfrm>
        </p:grpSpPr>
        <p:sp>
          <p:nvSpPr>
            <p:cNvPr id="2043" name=""/>
            <p:cNvSpPr/>
            <p:nvPr/>
          </p:nvSpPr>
          <p:spPr>
            <a:xfrm>
              <a:off x="6934320" y="60688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4" name=""/>
            <p:cNvSpPr/>
            <p:nvPr/>
          </p:nvSpPr>
          <p:spPr>
            <a:xfrm>
              <a:off x="7063920" y="6053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5" name=""/>
          <p:cNvGrpSpPr/>
          <p:nvPr/>
        </p:nvGrpSpPr>
        <p:grpSpPr>
          <a:xfrm>
            <a:off x="4191120" y="4114800"/>
            <a:ext cx="461520" cy="200520"/>
            <a:chOff x="4191120" y="4114800"/>
            <a:chExt cx="461520" cy="200520"/>
          </a:xfrm>
        </p:grpSpPr>
        <p:sp>
          <p:nvSpPr>
            <p:cNvPr id="2046" name=""/>
            <p:cNvSpPr/>
            <p:nvPr/>
          </p:nvSpPr>
          <p:spPr>
            <a:xfrm>
              <a:off x="4191120" y="4128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7" name=""/>
            <p:cNvSpPr/>
            <p:nvPr/>
          </p:nvSpPr>
          <p:spPr>
            <a:xfrm>
              <a:off x="431496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8" name=""/>
          <p:cNvGrpSpPr/>
          <p:nvPr/>
        </p:nvGrpSpPr>
        <p:grpSpPr>
          <a:xfrm>
            <a:off x="4699080" y="2028960"/>
            <a:ext cx="468720" cy="200520"/>
            <a:chOff x="4699080" y="2028960"/>
            <a:chExt cx="468720" cy="200520"/>
          </a:xfrm>
        </p:grpSpPr>
        <p:sp>
          <p:nvSpPr>
            <p:cNvPr id="2049" name=""/>
            <p:cNvSpPr/>
            <p:nvPr/>
          </p:nvSpPr>
          <p:spPr>
            <a:xfrm>
              <a:off x="4699080" y="2044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0" name=""/>
            <p:cNvSpPr/>
            <p:nvPr/>
          </p:nvSpPr>
          <p:spPr>
            <a:xfrm>
              <a:off x="4830120" y="2028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1" name=""/>
          <p:cNvGrpSpPr/>
          <p:nvPr/>
        </p:nvGrpSpPr>
        <p:grpSpPr>
          <a:xfrm>
            <a:off x="3200400" y="3581280"/>
            <a:ext cx="460080" cy="200520"/>
            <a:chOff x="3200400" y="3581280"/>
            <a:chExt cx="460080" cy="200520"/>
          </a:xfrm>
        </p:grpSpPr>
        <p:sp>
          <p:nvSpPr>
            <p:cNvPr id="2052" name=""/>
            <p:cNvSpPr/>
            <p:nvPr/>
          </p:nvSpPr>
          <p:spPr>
            <a:xfrm>
              <a:off x="3200400" y="35971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3" name=""/>
            <p:cNvSpPr/>
            <p:nvPr/>
          </p:nvSpPr>
          <p:spPr>
            <a:xfrm>
              <a:off x="33228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4" name=""/>
          <p:cNvGrpSpPr/>
          <p:nvPr/>
        </p:nvGrpSpPr>
        <p:grpSpPr>
          <a:xfrm>
            <a:off x="3560760" y="855720"/>
            <a:ext cx="468720" cy="200520"/>
            <a:chOff x="3560760" y="855720"/>
            <a:chExt cx="468720" cy="200520"/>
          </a:xfrm>
        </p:grpSpPr>
        <p:sp>
          <p:nvSpPr>
            <p:cNvPr id="2055" name=""/>
            <p:cNvSpPr/>
            <p:nvPr/>
          </p:nvSpPr>
          <p:spPr>
            <a:xfrm>
              <a:off x="3560760" y="870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6" name=""/>
            <p:cNvSpPr/>
            <p:nvPr/>
          </p:nvSpPr>
          <p:spPr>
            <a:xfrm>
              <a:off x="3691800" y="855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7" name=""/>
          <p:cNvGrpSpPr/>
          <p:nvPr/>
        </p:nvGrpSpPr>
        <p:grpSpPr>
          <a:xfrm>
            <a:off x="5181480" y="4343400"/>
            <a:ext cx="461880" cy="200520"/>
            <a:chOff x="5181480" y="4343400"/>
            <a:chExt cx="461880" cy="200520"/>
          </a:xfrm>
        </p:grpSpPr>
        <p:sp>
          <p:nvSpPr>
            <p:cNvPr id="2058" name=""/>
            <p:cNvSpPr/>
            <p:nvPr/>
          </p:nvSpPr>
          <p:spPr>
            <a:xfrm>
              <a:off x="5181480" y="4359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9" name=""/>
            <p:cNvSpPr/>
            <p:nvPr/>
          </p:nvSpPr>
          <p:spPr>
            <a:xfrm>
              <a:off x="53056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0" name=""/>
          <p:cNvGrpSpPr/>
          <p:nvPr/>
        </p:nvGrpSpPr>
        <p:grpSpPr>
          <a:xfrm>
            <a:off x="6966000" y="3629160"/>
            <a:ext cx="468720" cy="200520"/>
            <a:chOff x="6966000" y="3629160"/>
            <a:chExt cx="468720" cy="200520"/>
          </a:xfrm>
        </p:grpSpPr>
        <p:sp>
          <p:nvSpPr>
            <p:cNvPr id="2061" name=""/>
            <p:cNvSpPr/>
            <p:nvPr/>
          </p:nvSpPr>
          <p:spPr>
            <a:xfrm>
              <a:off x="6966000" y="3643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2" name=""/>
            <p:cNvSpPr/>
            <p:nvPr/>
          </p:nvSpPr>
          <p:spPr>
            <a:xfrm>
              <a:off x="7097040" y="3629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3" name=""/>
          <p:cNvGrpSpPr/>
          <p:nvPr/>
        </p:nvGrpSpPr>
        <p:grpSpPr>
          <a:xfrm>
            <a:off x="3962520" y="1676520"/>
            <a:ext cx="461160" cy="200520"/>
            <a:chOff x="3962520" y="1676520"/>
            <a:chExt cx="461160" cy="200520"/>
          </a:xfrm>
        </p:grpSpPr>
        <p:sp>
          <p:nvSpPr>
            <p:cNvPr id="2064" name=""/>
            <p:cNvSpPr/>
            <p:nvPr/>
          </p:nvSpPr>
          <p:spPr>
            <a:xfrm>
              <a:off x="3962520" y="169200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5" name=""/>
            <p:cNvSpPr/>
            <p:nvPr/>
          </p:nvSpPr>
          <p:spPr>
            <a:xfrm>
              <a:off x="408600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6" name=""/>
          <p:cNvGrpSpPr/>
          <p:nvPr/>
        </p:nvGrpSpPr>
        <p:grpSpPr>
          <a:xfrm>
            <a:off x="6705720" y="4724280"/>
            <a:ext cx="461160" cy="200520"/>
            <a:chOff x="6705720" y="4724280"/>
            <a:chExt cx="461160" cy="200520"/>
          </a:xfrm>
        </p:grpSpPr>
        <p:sp>
          <p:nvSpPr>
            <p:cNvPr id="2067" name=""/>
            <p:cNvSpPr/>
            <p:nvPr/>
          </p:nvSpPr>
          <p:spPr>
            <a:xfrm>
              <a:off x="6705720" y="4738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8" name=""/>
            <p:cNvSpPr/>
            <p:nvPr/>
          </p:nvSpPr>
          <p:spPr>
            <a:xfrm>
              <a:off x="68292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69" name="Rounded Rectangle 206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070" name="Oval 2069"/>
          <p:cNvSpPr/>
          <p:nvPr/>
        </p:nvSpPr>
        <p:spPr>
          <a:xfrm>
            <a:off x="1268839" y="12749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Oval 2070"/>
          <p:cNvSpPr/>
          <p:nvPr/>
        </p:nvSpPr>
        <p:spPr>
          <a:xfrm>
            <a:off x="1308839" y="13149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072" name="Rounded Rectangle 2071"/>
          <p:cNvSpPr/>
          <p:nvPr/>
        </p:nvSpPr>
        <p:spPr>
          <a:xfrm>
            <a:off x="1578839" y="13349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073" name="Oval 2072"/>
          <p:cNvSpPr/>
          <p:nvPr/>
        </p:nvSpPr>
        <p:spPr>
          <a:xfrm>
            <a:off x="5459782" y="27225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Oval 2073"/>
          <p:cNvSpPr/>
          <p:nvPr/>
        </p:nvSpPr>
        <p:spPr>
          <a:xfrm>
            <a:off x="5499782" y="27625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075" name="Rounded Rectangle 2074"/>
          <p:cNvSpPr/>
          <p:nvPr/>
        </p:nvSpPr>
        <p:spPr>
          <a:xfrm>
            <a:off x="5769782" y="27825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076" name="Oval 2075"/>
          <p:cNvSpPr/>
          <p:nvPr/>
        </p:nvSpPr>
        <p:spPr>
          <a:xfrm>
            <a:off x="1260020" y="40951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xfrm>
            <a:off x="1300020" y="41351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078" name="Rounded Rectangle 2077"/>
          <p:cNvSpPr/>
          <p:nvPr/>
        </p:nvSpPr>
        <p:spPr>
          <a:xfrm>
            <a:off x="1570020" y="41551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079" name="Oval 2078"/>
          <p:cNvSpPr/>
          <p:nvPr/>
        </p:nvSpPr>
        <p:spPr>
          <a:xfrm>
            <a:off x="4612701" y="50097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Oval 2079"/>
          <p:cNvSpPr/>
          <p:nvPr/>
        </p:nvSpPr>
        <p:spPr>
          <a:xfrm>
            <a:off x="4652701" y="50497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081" name="Rounded Rectangle 2080"/>
          <p:cNvSpPr/>
          <p:nvPr/>
        </p:nvSpPr>
        <p:spPr>
          <a:xfrm>
            <a:off x="4922701" y="50697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082" name="Oval 2081"/>
          <p:cNvSpPr/>
          <p:nvPr/>
        </p:nvSpPr>
        <p:spPr>
          <a:xfrm>
            <a:off x="4603338" y="75025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Oval 2082"/>
          <p:cNvSpPr/>
          <p:nvPr/>
        </p:nvSpPr>
        <p:spPr>
          <a:xfrm>
            <a:off x="4643338" y="79025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084" name="Rounded Rectangle 2083"/>
          <p:cNvSpPr/>
          <p:nvPr/>
        </p:nvSpPr>
        <p:spPr>
          <a:xfrm>
            <a:off x="4913338" y="81025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085" name="Oval 2084"/>
          <p:cNvSpPr/>
          <p:nvPr/>
        </p:nvSpPr>
        <p:spPr>
          <a:xfrm>
            <a:off x="7354999" y="234181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Oval 2085"/>
          <p:cNvSpPr/>
          <p:nvPr/>
        </p:nvSpPr>
        <p:spPr>
          <a:xfrm>
            <a:off x="7394999" y="238181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087" name="Rounded Rectangle 2086"/>
          <p:cNvSpPr/>
          <p:nvPr/>
        </p:nvSpPr>
        <p:spPr>
          <a:xfrm>
            <a:off x="7664999" y="240181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088" name="Oval 2087"/>
          <p:cNvSpPr/>
          <p:nvPr/>
        </p:nvSpPr>
        <p:spPr>
          <a:xfrm>
            <a:off x="6975022" y="4377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Oval 2088"/>
          <p:cNvSpPr/>
          <p:nvPr/>
        </p:nvSpPr>
        <p:spPr>
          <a:xfrm>
            <a:off x="7015022" y="4777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090" name="Rounded Rectangle 2089"/>
          <p:cNvSpPr/>
          <p:nvPr/>
        </p:nvSpPr>
        <p:spPr>
          <a:xfrm>
            <a:off x="7285022" y="4977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091" name="Oval 2090"/>
          <p:cNvSpPr/>
          <p:nvPr/>
        </p:nvSpPr>
        <p:spPr>
          <a:xfrm>
            <a:off x="5527099" y="493165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Oval 2091"/>
          <p:cNvSpPr/>
          <p:nvPr/>
        </p:nvSpPr>
        <p:spPr>
          <a:xfrm>
            <a:off x="5567099" y="497165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093" name="Rounded Rectangle 2092"/>
          <p:cNvSpPr/>
          <p:nvPr/>
        </p:nvSpPr>
        <p:spPr>
          <a:xfrm>
            <a:off x="5837099" y="499165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094" name="Oval 2093"/>
          <p:cNvSpPr/>
          <p:nvPr/>
        </p:nvSpPr>
        <p:spPr>
          <a:xfrm>
            <a:off x="1945817" y="53906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Oval 2094"/>
          <p:cNvSpPr/>
          <p:nvPr/>
        </p:nvSpPr>
        <p:spPr>
          <a:xfrm>
            <a:off x="1985817" y="54306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096" name="Rounded Rectangle 2095"/>
          <p:cNvSpPr/>
          <p:nvPr/>
        </p:nvSpPr>
        <p:spPr>
          <a:xfrm>
            <a:off x="2255817" y="54506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097" name="Oval 2096"/>
          <p:cNvSpPr/>
          <p:nvPr/>
        </p:nvSpPr>
        <p:spPr>
          <a:xfrm>
            <a:off x="2344341" y="275869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Oval 2097"/>
          <p:cNvSpPr/>
          <p:nvPr/>
        </p:nvSpPr>
        <p:spPr>
          <a:xfrm>
            <a:off x="2384341" y="279869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099" name="Rounded Rectangle 2098"/>
          <p:cNvSpPr/>
          <p:nvPr/>
        </p:nvSpPr>
        <p:spPr>
          <a:xfrm>
            <a:off x="2654341" y="281869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100" name="Oval 2099"/>
          <p:cNvSpPr/>
          <p:nvPr/>
        </p:nvSpPr>
        <p:spPr>
          <a:xfrm>
            <a:off x="5450239" y="56955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Oval 2100"/>
          <p:cNvSpPr/>
          <p:nvPr/>
        </p:nvSpPr>
        <p:spPr>
          <a:xfrm>
            <a:off x="5490239" y="57355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102" name="Rounded Rectangle 2101"/>
          <p:cNvSpPr/>
          <p:nvPr/>
        </p:nvSpPr>
        <p:spPr>
          <a:xfrm>
            <a:off x="5760239" y="57555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103" name="Oval 2102"/>
          <p:cNvSpPr/>
          <p:nvPr/>
        </p:nvSpPr>
        <p:spPr>
          <a:xfrm>
            <a:off x="6821840" y="59572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Oval 2103"/>
          <p:cNvSpPr/>
          <p:nvPr/>
        </p:nvSpPr>
        <p:spPr>
          <a:xfrm>
            <a:off x="6861840" y="59972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105" name="Rounded Rectangle 2104"/>
          <p:cNvSpPr/>
          <p:nvPr/>
        </p:nvSpPr>
        <p:spPr>
          <a:xfrm>
            <a:off x="7131840" y="60172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106" name="Oval 2105"/>
          <p:cNvSpPr/>
          <p:nvPr/>
        </p:nvSpPr>
        <p:spPr>
          <a:xfrm>
            <a:off x="4079542" y="40170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Oval 2106"/>
          <p:cNvSpPr/>
          <p:nvPr/>
        </p:nvSpPr>
        <p:spPr>
          <a:xfrm>
            <a:off x="4119542" y="40570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108" name="Rounded Rectangle 2107"/>
          <p:cNvSpPr/>
          <p:nvPr/>
        </p:nvSpPr>
        <p:spPr>
          <a:xfrm>
            <a:off x="4389542" y="40770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109" name="Oval 2108"/>
          <p:cNvSpPr/>
          <p:nvPr/>
        </p:nvSpPr>
        <p:spPr>
          <a:xfrm>
            <a:off x="4587500" y="19332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Oval 2109"/>
          <p:cNvSpPr/>
          <p:nvPr/>
        </p:nvSpPr>
        <p:spPr>
          <a:xfrm>
            <a:off x="4627500" y="19732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11" name="Rounded Rectangle 2110"/>
          <p:cNvSpPr/>
          <p:nvPr/>
        </p:nvSpPr>
        <p:spPr>
          <a:xfrm>
            <a:off x="4897500" y="19932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112" name="Oval 2111"/>
          <p:cNvSpPr/>
          <p:nvPr/>
        </p:nvSpPr>
        <p:spPr>
          <a:xfrm>
            <a:off x="3087919" y="348481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Oval 2112"/>
          <p:cNvSpPr/>
          <p:nvPr/>
        </p:nvSpPr>
        <p:spPr>
          <a:xfrm>
            <a:off x="3127919" y="352481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114" name="Rounded Rectangle 2113"/>
          <p:cNvSpPr/>
          <p:nvPr/>
        </p:nvSpPr>
        <p:spPr>
          <a:xfrm>
            <a:off x="3397919" y="354481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115" name="Oval 2114"/>
          <p:cNvSpPr/>
          <p:nvPr/>
        </p:nvSpPr>
        <p:spPr>
          <a:xfrm>
            <a:off x="3449183" y="75853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Oval 2115"/>
          <p:cNvSpPr/>
          <p:nvPr/>
        </p:nvSpPr>
        <p:spPr>
          <a:xfrm>
            <a:off x="3489183" y="79853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117" name="Rounded Rectangle 2116"/>
          <p:cNvSpPr/>
          <p:nvPr/>
        </p:nvSpPr>
        <p:spPr>
          <a:xfrm>
            <a:off x="3759183" y="81853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118" name="Oval 2117"/>
          <p:cNvSpPr/>
          <p:nvPr/>
        </p:nvSpPr>
        <p:spPr>
          <a:xfrm>
            <a:off x="5069897" y="42474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Oval 2118"/>
          <p:cNvSpPr/>
          <p:nvPr/>
        </p:nvSpPr>
        <p:spPr>
          <a:xfrm>
            <a:off x="5109897" y="42874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120" name="Rounded Rectangle 2119"/>
          <p:cNvSpPr/>
          <p:nvPr/>
        </p:nvSpPr>
        <p:spPr>
          <a:xfrm>
            <a:off x="5379897" y="43074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121" name="Oval 2120"/>
          <p:cNvSpPr/>
          <p:nvPr/>
        </p:nvSpPr>
        <p:spPr>
          <a:xfrm>
            <a:off x="6854419" y="35316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Oval 2121"/>
          <p:cNvSpPr/>
          <p:nvPr/>
        </p:nvSpPr>
        <p:spPr>
          <a:xfrm>
            <a:off x="6894419" y="35716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123" name="Rounded Rectangle 2122"/>
          <p:cNvSpPr/>
          <p:nvPr/>
        </p:nvSpPr>
        <p:spPr>
          <a:xfrm>
            <a:off x="7164419" y="35916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124" name="Oval 2123"/>
          <p:cNvSpPr/>
          <p:nvPr/>
        </p:nvSpPr>
        <p:spPr>
          <a:xfrm>
            <a:off x="3850762" y="15795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Oval 2124"/>
          <p:cNvSpPr/>
          <p:nvPr/>
        </p:nvSpPr>
        <p:spPr>
          <a:xfrm>
            <a:off x="3890762" y="16195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126" name="Rounded Rectangle 2125"/>
          <p:cNvSpPr/>
          <p:nvPr/>
        </p:nvSpPr>
        <p:spPr>
          <a:xfrm>
            <a:off x="4160762" y="16395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127" name="Oval 2126"/>
          <p:cNvSpPr/>
          <p:nvPr/>
        </p:nvSpPr>
        <p:spPr>
          <a:xfrm>
            <a:off x="6593962" y="46270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Oval 2127"/>
          <p:cNvSpPr/>
          <p:nvPr/>
        </p:nvSpPr>
        <p:spPr>
          <a:xfrm>
            <a:off x="6633962" y="46670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129" name="Rounded Rectangle 2128"/>
          <p:cNvSpPr/>
          <p:nvPr/>
        </p:nvSpPr>
        <p:spPr>
          <a:xfrm>
            <a:off x="6903962" y="46870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"/>
          <p:cNvSpPr/>
          <p:nvPr/>
        </p:nvSpPr>
        <p:spPr>
          <a:xfrm>
            <a:off x="3114360" y="50760"/>
            <a:ext cx="29149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21: LTFJ | RWY 06 | STAR GELG1G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0" name=""/>
          <p:cNvSpPr/>
          <p:nvPr/>
        </p:nvSpPr>
        <p:spPr>
          <a:xfrm>
            <a:off x="1901880" y="3057480"/>
            <a:ext cx="1066680" cy="776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1" name=""/>
          <p:cNvSpPr/>
          <p:nvPr/>
        </p:nvSpPr>
        <p:spPr>
          <a:xfrm flipV="1">
            <a:off x="2968560" y="3611160"/>
            <a:ext cx="1144800" cy="222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2" name=""/>
          <p:cNvSpPr/>
          <p:nvPr/>
        </p:nvSpPr>
        <p:spPr>
          <a:xfrm flipV="1">
            <a:off x="4113360" y="3582720"/>
            <a:ext cx="1649160" cy="28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8360" bIns="-18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" name=""/>
          <p:cNvSpPr/>
          <p:nvPr/>
        </p:nvSpPr>
        <p:spPr>
          <a:xfrm>
            <a:off x="5762520" y="3583080"/>
            <a:ext cx="279360" cy="465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4" name=""/>
          <p:cNvSpPr/>
          <p:nvPr/>
        </p:nvSpPr>
        <p:spPr>
          <a:xfrm flipV="1">
            <a:off x="6041880" y="3652920"/>
            <a:ext cx="657360" cy="395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" name=""/>
          <p:cNvSpPr/>
          <p:nvPr/>
        </p:nvSpPr>
        <p:spPr>
          <a:xfrm flipV="1">
            <a:off x="6699240" y="3526920"/>
            <a:ext cx="216000" cy="125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6" name=""/>
          <p:cNvSpPr/>
          <p:nvPr/>
        </p:nvSpPr>
        <p:spPr>
          <a:xfrm flipV="1">
            <a:off x="6915240" y="3338640"/>
            <a:ext cx="326880" cy="188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7" name=""/>
          <p:cNvSpPr/>
          <p:nvPr/>
        </p:nvSpPr>
        <p:spPr>
          <a:xfrm flipH="1" flipV="1">
            <a:off x="7043400" y="2993760"/>
            <a:ext cx="198360" cy="344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8" name=""/>
          <p:cNvSpPr/>
          <p:nvPr/>
        </p:nvSpPr>
        <p:spPr>
          <a:xfrm flipH="1">
            <a:off x="6714720" y="2994120"/>
            <a:ext cx="328680" cy="188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9" name=""/>
          <p:cNvSpPr/>
          <p:nvPr/>
        </p:nvSpPr>
        <p:spPr>
          <a:xfrm flipH="1">
            <a:off x="6499080" y="3182760"/>
            <a:ext cx="216000" cy="125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0" name=""/>
          <p:cNvSpPr/>
          <p:nvPr/>
        </p:nvSpPr>
        <p:spPr>
          <a:xfrm flipH="1">
            <a:off x="6372360" y="3308400"/>
            <a:ext cx="126720" cy="76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1" name=""/>
          <p:cNvSpPr/>
          <p:nvPr/>
        </p:nvSpPr>
        <p:spPr>
          <a:xfrm flipV="1">
            <a:off x="6372360" y="3184560"/>
            <a:ext cx="0" cy="2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2" name=""/>
          <p:cNvSpPr/>
          <p:nvPr/>
        </p:nvSpPr>
        <p:spPr>
          <a:xfrm>
            <a:off x="6372360" y="318456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3" name=""/>
          <p:cNvSpPr/>
          <p:nvPr/>
        </p:nvSpPr>
        <p:spPr>
          <a:xfrm flipV="1">
            <a:off x="6372360" y="3144960"/>
            <a:ext cx="68040" cy="39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0" bIns="-7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4" name=""/>
          <p:cNvSpPr/>
          <p:nvPr/>
        </p:nvSpPr>
        <p:spPr>
          <a:xfrm flipV="1">
            <a:off x="6440400" y="3067200"/>
            <a:ext cx="127080" cy="77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5" name=""/>
          <p:cNvSpPr/>
          <p:nvPr/>
        </p:nvSpPr>
        <p:spPr>
          <a:xfrm flipV="1">
            <a:off x="6567480" y="2962080"/>
            <a:ext cx="181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86" name=""/>
          <p:cNvGrpSpPr/>
          <p:nvPr/>
        </p:nvGrpSpPr>
        <p:grpSpPr>
          <a:xfrm>
            <a:off x="1838160" y="2994120"/>
            <a:ext cx="600840" cy="200520"/>
            <a:chOff x="1838160" y="2994120"/>
            <a:chExt cx="600840" cy="200520"/>
          </a:xfrm>
        </p:grpSpPr>
        <p:sp>
          <p:nvSpPr>
            <p:cNvPr id="2087" name=""/>
            <p:cNvSpPr/>
            <p:nvPr/>
          </p:nvSpPr>
          <p:spPr>
            <a:xfrm>
              <a:off x="1838160" y="29941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8" name=""/>
            <p:cNvSpPr/>
            <p:nvPr/>
          </p:nvSpPr>
          <p:spPr>
            <a:xfrm>
              <a:off x="1949040" y="299412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GELBU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9" name=""/>
          <p:cNvGrpSpPr/>
          <p:nvPr/>
        </p:nvGrpSpPr>
        <p:grpSpPr>
          <a:xfrm>
            <a:off x="2917800" y="3770280"/>
            <a:ext cx="575280" cy="200520"/>
            <a:chOff x="2917800" y="3770280"/>
            <a:chExt cx="575280" cy="200520"/>
          </a:xfrm>
        </p:grpSpPr>
        <p:sp>
          <p:nvSpPr>
            <p:cNvPr id="2090" name=""/>
            <p:cNvSpPr/>
            <p:nvPr/>
          </p:nvSpPr>
          <p:spPr>
            <a:xfrm>
              <a:off x="2917800" y="37828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1" name=""/>
            <p:cNvSpPr/>
            <p:nvPr/>
          </p:nvSpPr>
          <p:spPr>
            <a:xfrm>
              <a:off x="3003120" y="37702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TURKO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2" name=""/>
          <p:cNvGrpSpPr/>
          <p:nvPr/>
        </p:nvGrpSpPr>
        <p:grpSpPr>
          <a:xfrm>
            <a:off x="4062240" y="3548160"/>
            <a:ext cx="543600" cy="200520"/>
            <a:chOff x="4062240" y="3548160"/>
            <a:chExt cx="543600" cy="200520"/>
          </a:xfrm>
        </p:grpSpPr>
        <p:sp>
          <p:nvSpPr>
            <p:cNvPr id="2093" name=""/>
            <p:cNvSpPr/>
            <p:nvPr/>
          </p:nvSpPr>
          <p:spPr>
            <a:xfrm>
              <a:off x="4062240" y="35607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4" name=""/>
            <p:cNvSpPr/>
            <p:nvPr/>
          </p:nvSpPr>
          <p:spPr>
            <a:xfrm>
              <a:off x="4179600" y="35481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5" name=""/>
          <p:cNvGrpSpPr/>
          <p:nvPr/>
        </p:nvGrpSpPr>
        <p:grpSpPr>
          <a:xfrm>
            <a:off x="5711760" y="3519360"/>
            <a:ext cx="543600" cy="200520"/>
            <a:chOff x="5711760" y="3519360"/>
            <a:chExt cx="543600" cy="200520"/>
          </a:xfrm>
        </p:grpSpPr>
        <p:sp>
          <p:nvSpPr>
            <p:cNvPr id="2096" name=""/>
            <p:cNvSpPr/>
            <p:nvPr/>
          </p:nvSpPr>
          <p:spPr>
            <a:xfrm>
              <a:off x="5711760" y="3532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7" name=""/>
            <p:cNvSpPr/>
            <p:nvPr/>
          </p:nvSpPr>
          <p:spPr>
            <a:xfrm>
              <a:off x="5829120" y="35193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8" name=""/>
          <p:cNvGrpSpPr/>
          <p:nvPr/>
        </p:nvGrpSpPr>
        <p:grpSpPr>
          <a:xfrm>
            <a:off x="5991120" y="3984480"/>
            <a:ext cx="543600" cy="200520"/>
            <a:chOff x="5991120" y="3984480"/>
            <a:chExt cx="543600" cy="200520"/>
          </a:xfrm>
        </p:grpSpPr>
        <p:sp>
          <p:nvSpPr>
            <p:cNvPr id="2099" name=""/>
            <p:cNvSpPr/>
            <p:nvPr/>
          </p:nvSpPr>
          <p:spPr>
            <a:xfrm>
              <a:off x="5991120" y="3997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0" name=""/>
            <p:cNvSpPr/>
            <p:nvPr/>
          </p:nvSpPr>
          <p:spPr>
            <a:xfrm>
              <a:off x="6108480" y="39844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1" name=""/>
          <p:cNvGrpSpPr/>
          <p:nvPr/>
        </p:nvGrpSpPr>
        <p:grpSpPr>
          <a:xfrm>
            <a:off x="6648480" y="3589200"/>
            <a:ext cx="543600" cy="200520"/>
            <a:chOff x="6648480" y="3589200"/>
            <a:chExt cx="543600" cy="200520"/>
          </a:xfrm>
        </p:grpSpPr>
        <p:sp>
          <p:nvSpPr>
            <p:cNvPr id="2102" name=""/>
            <p:cNvSpPr/>
            <p:nvPr/>
          </p:nvSpPr>
          <p:spPr>
            <a:xfrm>
              <a:off x="6648480" y="3602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3" name=""/>
            <p:cNvSpPr/>
            <p:nvPr/>
          </p:nvSpPr>
          <p:spPr>
            <a:xfrm>
              <a:off x="6765840" y="35892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4" name=""/>
          <p:cNvGrpSpPr/>
          <p:nvPr/>
        </p:nvGrpSpPr>
        <p:grpSpPr>
          <a:xfrm>
            <a:off x="6864480" y="3463920"/>
            <a:ext cx="572040" cy="200520"/>
            <a:chOff x="6864480" y="3463920"/>
            <a:chExt cx="572040" cy="200520"/>
          </a:xfrm>
        </p:grpSpPr>
        <p:sp>
          <p:nvSpPr>
            <p:cNvPr id="2105" name=""/>
            <p:cNvSpPr/>
            <p:nvPr/>
          </p:nvSpPr>
          <p:spPr>
            <a:xfrm>
              <a:off x="6864480" y="34765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6" name=""/>
            <p:cNvSpPr/>
            <p:nvPr/>
          </p:nvSpPr>
          <p:spPr>
            <a:xfrm>
              <a:off x="6952680" y="34639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BUKED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7" name=""/>
          <p:cNvGrpSpPr/>
          <p:nvPr/>
        </p:nvGrpSpPr>
        <p:grpSpPr>
          <a:xfrm>
            <a:off x="7191360" y="3274920"/>
            <a:ext cx="543600" cy="200520"/>
            <a:chOff x="7191360" y="3274920"/>
            <a:chExt cx="543600" cy="200520"/>
          </a:xfrm>
        </p:grpSpPr>
        <p:sp>
          <p:nvSpPr>
            <p:cNvPr id="2108" name=""/>
            <p:cNvSpPr/>
            <p:nvPr/>
          </p:nvSpPr>
          <p:spPr>
            <a:xfrm>
              <a:off x="7191360" y="3287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9" name=""/>
            <p:cNvSpPr/>
            <p:nvPr/>
          </p:nvSpPr>
          <p:spPr>
            <a:xfrm>
              <a:off x="7308720" y="32749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0" name=""/>
          <p:cNvGrpSpPr/>
          <p:nvPr/>
        </p:nvGrpSpPr>
        <p:grpSpPr>
          <a:xfrm>
            <a:off x="7002360" y="2930400"/>
            <a:ext cx="523080" cy="200520"/>
            <a:chOff x="7002360" y="2930400"/>
            <a:chExt cx="523080" cy="200520"/>
          </a:xfrm>
        </p:grpSpPr>
        <p:sp>
          <p:nvSpPr>
            <p:cNvPr id="2111" name=""/>
            <p:cNvSpPr/>
            <p:nvPr/>
          </p:nvSpPr>
          <p:spPr>
            <a:xfrm>
              <a:off x="7002360" y="29527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2" name=""/>
            <p:cNvSpPr/>
            <p:nvPr/>
          </p:nvSpPr>
          <p:spPr>
            <a:xfrm>
              <a:off x="7099200" y="29304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3" name=""/>
          <p:cNvGrpSpPr/>
          <p:nvPr/>
        </p:nvGrpSpPr>
        <p:grpSpPr>
          <a:xfrm>
            <a:off x="6675480" y="3119400"/>
            <a:ext cx="522720" cy="200520"/>
            <a:chOff x="6675480" y="3119400"/>
            <a:chExt cx="522720" cy="200520"/>
          </a:xfrm>
        </p:grpSpPr>
        <p:sp>
          <p:nvSpPr>
            <p:cNvPr id="2114" name=""/>
            <p:cNvSpPr/>
            <p:nvPr/>
          </p:nvSpPr>
          <p:spPr>
            <a:xfrm>
              <a:off x="6675480" y="31417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5" name=""/>
            <p:cNvSpPr/>
            <p:nvPr/>
          </p:nvSpPr>
          <p:spPr>
            <a:xfrm>
              <a:off x="6771960" y="31194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6" name=""/>
          <p:cNvGrpSpPr/>
          <p:nvPr/>
        </p:nvGrpSpPr>
        <p:grpSpPr>
          <a:xfrm>
            <a:off x="6448320" y="3244680"/>
            <a:ext cx="543600" cy="200520"/>
            <a:chOff x="6448320" y="3244680"/>
            <a:chExt cx="543600" cy="200520"/>
          </a:xfrm>
        </p:grpSpPr>
        <p:sp>
          <p:nvSpPr>
            <p:cNvPr id="2117" name=""/>
            <p:cNvSpPr/>
            <p:nvPr/>
          </p:nvSpPr>
          <p:spPr>
            <a:xfrm>
              <a:off x="6448320" y="32576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8" name=""/>
            <p:cNvSpPr/>
            <p:nvPr/>
          </p:nvSpPr>
          <p:spPr>
            <a:xfrm>
              <a:off x="6565680" y="32446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9" name=""/>
          <p:cNvGrpSpPr/>
          <p:nvPr/>
        </p:nvGrpSpPr>
        <p:grpSpPr>
          <a:xfrm>
            <a:off x="6321600" y="3321000"/>
            <a:ext cx="543240" cy="200520"/>
            <a:chOff x="6321600" y="3321000"/>
            <a:chExt cx="543240" cy="200520"/>
          </a:xfrm>
        </p:grpSpPr>
        <p:sp>
          <p:nvSpPr>
            <p:cNvPr id="2120" name=""/>
            <p:cNvSpPr/>
            <p:nvPr/>
          </p:nvSpPr>
          <p:spPr>
            <a:xfrm>
              <a:off x="6321600" y="33336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1" name=""/>
            <p:cNvSpPr/>
            <p:nvPr/>
          </p:nvSpPr>
          <p:spPr>
            <a:xfrm>
              <a:off x="6438600" y="33210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FJ519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2" name=""/>
          <p:cNvGrpSpPr/>
          <p:nvPr/>
        </p:nvGrpSpPr>
        <p:grpSpPr>
          <a:xfrm>
            <a:off x="6321600" y="3121200"/>
            <a:ext cx="500040" cy="200520"/>
            <a:chOff x="6321600" y="3121200"/>
            <a:chExt cx="500040" cy="200520"/>
          </a:xfrm>
        </p:grpSpPr>
        <p:sp>
          <p:nvSpPr>
            <p:cNvPr id="2123" name=""/>
            <p:cNvSpPr/>
            <p:nvPr/>
          </p:nvSpPr>
          <p:spPr>
            <a:xfrm>
              <a:off x="6321600" y="3133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4" name=""/>
            <p:cNvSpPr/>
            <p:nvPr/>
          </p:nvSpPr>
          <p:spPr>
            <a:xfrm>
              <a:off x="6430680" y="3121200"/>
              <a:ext cx="390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DISC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5" name=""/>
          <p:cNvGrpSpPr/>
          <p:nvPr/>
        </p:nvGrpSpPr>
        <p:grpSpPr>
          <a:xfrm>
            <a:off x="6330960" y="3121200"/>
            <a:ext cx="549360" cy="200520"/>
            <a:chOff x="6330960" y="3121200"/>
            <a:chExt cx="549360" cy="200520"/>
          </a:xfrm>
        </p:grpSpPr>
        <p:sp>
          <p:nvSpPr>
            <p:cNvPr id="2126" name=""/>
            <p:cNvSpPr/>
            <p:nvPr/>
          </p:nvSpPr>
          <p:spPr>
            <a:xfrm>
              <a:off x="6330960" y="3144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7" name=""/>
            <p:cNvSpPr/>
            <p:nvPr/>
          </p:nvSpPr>
          <p:spPr>
            <a:xfrm>
              <a:off x="6400800" y="31212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ASDEV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8" name=""/>
          <p:cNvGrpSpPr/>
          <p:nvPr/>
        </p:nvGrpSpPr>
        <p:grpSpPr>
          <a:xfrm>
            <a:off x="6399360" y="3081240"/>
            <a:ext cx="467280" cy="200520"/>
            <a:chOff x="6399360" y="3081240"/>
            <a:chExt cx="467280" cy="200520"/>
          </a:xfrm>
        </p:grpSpPr>
        <p:sp>
          <p:nvSpPr>
            <p:cNvPr id="2129" name=""/>
            <p:cNvSpPr/>
            <p:nvPr/>
          </p:nvSpPr>
          <p:spPr>
            <a:xfrm>
              <a:off x="6399360" y="310356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0" name=""/>
            <p:cNvSpPr/>
            <p:nvPr/>
          </p:nvSpPr>
          <p:spPr>
            <a:xfrm>
              <a:off x="6500160" y="308124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1" name=""/>
          <p:cNvGrpSpPr/>
          <p:nvPr/>
        </p:nvGrpSpPr>
        <p:grpSpPr>
          <a:xfrm>
            <a:off x="6527880" y="3003480"/>
            <a:ext cx="462960" cy="200520"/>
            <a:chOff x="6527880" y="3003480"/>
            <a:chExt cx="462960" cy="200520"/>
          </a:xfrm>
        </p:grpSpPr>
        <p:sp>
          <p:nvSpPr>
            <p:cNvPr id="2132" name=""/>
            <p:cNvSpPr/>
            <p:nvPr/>
          </p:nvSpPr>
          <p:spPr>
            <a:xfrm>
              <a:off x="6527880" y="3027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3" name=""/>
            <p:cNvSpPr/>
            <p:nvPr/>
          </p:nvSpPr>
          <p:spPr>
            <a:xfrm>
              <a:off x="6633360" y="300348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4" name=""/>
          <p:cNvGrpSpPr/>
          <p:nvPr/>
        </p:nvGrpSpPr>
        <p:grpSpPr>
          <a:xfrm>
            <a:off x="6684840" y="2898720"/>
            <a:ext cx="543600" cy="200520"/>
            <a:chOff x="6684840" y="2898720"/>
            <a:chExt cx="543600" cy="200520"/>
          </a:xfrm>
        </p:grpSpPr>
        <p:sp>
          <p:nvSpPr>
            <p:cNvPr id="2135" name=""/>
            <p:cNvSpPr/>
            <p:nvPr/>
          </p:nvSpPr>
          <p:spPr>
            <a:xfrm>
              <a:off x="6684840" y="28987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6" name=""/>
            <p:cNvSpPr/>
            <p:nvPr/>
          </p:nvSpPr>
          <p:spPr>
            <a:xfrm>
              <a:off x="6802200" y="28987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7" name=""/>
          <p:cNvGrpSpPr/>
          <p:nvPr/>
        </p:nvGrpSpPr>
        <p:grpSpPr>
          <a:xfrm>
            <a:off x="380880" y="5334120"/>
            <a:ext cx="479160" cy="200520"/>
            <a:chOff x="380880" y="5334120"/>
            <a:chExt cx="479160" cy="200520"/>
          </a:xfrm>
        </p:grpSpPr>
        <p:sp>
          <p:nvSpPr>
            <p:cNvPr id="2138" name=""/>
            <p:cNvSpPr/>
            <p:nvPr/>
          </p:nvSpPr>
          <p:spPr>
            <a:xfrm>
              <a:off x="380880" y="53402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9" name=""/>
            <p:cNvSpPr/>
            <p:nvPr/>
          </p:nvSpPr>
          <p:spPr>
            <a:xfrm>
              <a:off x="52236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0" name=""/>
          <p:cNvGrpSpPr/>
          <p:nvPr/>
        </p:nvGrpSpPr>
        <p:grpSpPr>
          <a:xfrm>
            <a:off x="6172200" y="3657600"/>
            <a:ext cx="479160" cy="200520"/>
            <a:chOff x="6172200" y="3657600"/>
            <a:chExt cx="479160" cy="200520"/>
          </a:xfrm>
        </p:grpSpPr>
        <p:sp>
          <p:nvSpPr>
            <p:cNvPr id="2141" name=""/>
            <p:cNvSpPr/>
            <p:nvPr/>
          </p:nvSpPr>
          <p:spPr>
            <a:xfrm>
              <a:off x="6172200" y="36637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2" name=""/>
            <p:cNvSpPr/>
            <p:nvPr/>
          </p:nvSpPr>
          <p:spPr>
            <a:xfrm>
              <a:off x="631368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3" name=""/>
          <p:cNvGrpSpPr/>
          <p:nvPr/>
        </p:nvGrpSpPr>
        <p:grpSpPr>
          <a:xfrm>
            <a:off x="8229600" y="914400"/>
            <a:ext cx="461880" cy="200520"/>
            <a:chOff x="8229600" y="914400"/>
            <a:chExt cx="461880" cy="200520"/>
          </a:xfrm>
        </p:grpSpPr>
        <p:sp>
          <p:nvSpPr>
            <p:cNvPr id="2144" name=""/>
            <p:cNvSpPr/>
            <p:nvPr/>
          </p:nvSpPr>
          <p:spPr>
            <a:xfrm>
              <a:off x="8229600" y="930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5" name=""/>
            <p:cNvSpPr/>
            <p:nvPr/>
          </p:nvSpPr>
          <p:spPr>
            <a:xfrm>
              <a:off x="835380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6" name=""/>
          <p:cNvGrpSpPr/>
          <p:nvPr/>
        </p:nvGrpSpPr>
        <p:grpSpPr>
          <a:xfrm>
            <a:off x="304920" y="2743200"/>
            <a:ext cx="461520" cy="200520"/>
            <a:chOff x="304920" y="2743200"/>
            <a:chExt cx="461520" cy="200520"/>
          </a:xfrm>
        </p:grpSpPr>
        <p:sp>
          <p:nvSpPr>
            <p:cNvPr id="2147" name=""/>
            <p:cNvSpPr/>
            <p:nvPr/>
          </p:nvSpPr>
          <p:spPr>
            <a:xfrm>
              <a:off x="304920" y="275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8" name=""/>
            <p:cNvSpPr/>
            <p:nvPr/>
          </p:nvSpPr>
          <p:spPr>
            <a:xfrm>
              <a:off x="42876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9" name=""/>
          <p:cNvGrpSpPr/>
          <p:nvPr/>
        </p:nvGrpSpPr>
        <p:grpSpPr>
          <a:xfrm>
            <a:off x="4724280" y="2438280"/>
            <a:ext cx="461520" cy="200520"/>
            <a:chOff x="4724280" y="2438280"/>
            <a:chExt cx="461520" cy="200520"/>
          </a:xfrm>
        </p:grpSpPr>
        <p:sp>
          <p:nvSpPr>
            <p:cNvPr id="2150" name=""/>
            <p:cNvSpPr/>
            <p:nvPr/>
          </p:nvSpPr>
          <p:spPr>
            <a:xfrm>
              <a:off x="4724280" y="2452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1" name=""/>
            <p:cNvSpPr/>
            <p:nvPr/>
          </p:nvSpPr>
          <p:spPr>
            <a:xfrm>
              <a:off x="484812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2" name=""/>
          <p:cNvGrpSpPr/>
          <p:nvPr/>
        </p:nvGrpSpPr>
        <p:grpSpPr>
          <a:xfrm>
            <a:off x="3505320" y="2743200"/>
            <a:ext cx="460080" cy="200520"/>
            <a:chOff x="3505320" y="2743200"/>
            <a:chExt cx="460080" cy="200520"/>
          </a:xfrm>
        </p:grpSpPr>
        <p:sp>
          <p:nvSpPr>
            <p:cNvPr id="2153" name=""/>
            <p:cNvSpPr/>
            <p:nvPr/>
          </p:nvSpPr>
          <p:spPr>
            <a:xfrm>
              <a:off x="3505320" y="275904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4" name=""/>
            <p:cNvSpPr/>
            <p:nvPr/>
          </p:nvSpPr>
          <p:spPr>
            <a:xfrm>
              <a:off x="362772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5" name=""/>
          <p:cNvGrpSpPr/>
          <p:nvPr/>
        </p:nvGrpSpPr>
        <p:grpSpPr>
          <a:xfrm>
            <a:off x="2133720" y="4191120"/>
            <a:ext cx="459720" cy="200520"/>
            <a:chOff x="2133720" y="4191120"/>
            <a:chExt cx="459720" cy="200520"/>
          </a:xfrm>
        </p:grpSpPr>
        <p:sp>
          <p:nvSpPr>
            <p:cNvPr id="2156" name=""/>
            <p:cNvSpPr/>
            <p:nvPr/>
          </p:nvSpPr>
          <p:spPr>
            <a:xfrm>
              <a:off x="2133720" y="42055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7" name=""/>
            <p:cNvSpPr/>
            <p:nvPr/>
          </p:nvSpPr>
          <p:spPr>
            <a:xfrm>
              <a:off x="225576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8" name=""/>
          <p:cNvGrpSpPr/>
          <p:nvPr/>
        </p:nvGrpSpPr>
        <p:grpSpPr>
          <a:xfrm>
            <a:off x="5105520" y="4572000"/>
            <a:ext cx="461160" cy="200520"/>
            <a:chOff x="5105520" y="4572000"/>
            <a:chExt cx="461160" cy="200520"/>
          </a:xfrm>
        </p:grpSpPr>
        <p:sp>
          <p:nvSpPr>
            <p:cNvPr id="2159" name=""/>
            <p:cNvSpPr/>
            <p:nvPr/>
          </p:nvSpPr>
          <p:spPr>
            <a:xfrm>
              <a:off x="5105520" y="45878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0" name=""/>
            <p:cNvSpPr/>
            <p:nvPr/>
          </p:nvSpPr>
          <p:spPr>
            <a:xfrm>
              <a:off x="52290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1" name=""/>
          <p:cNvGrpSpPr/>
          <p:nvPr/>
        </p:nvGrpSpPr>
        <p:grpSpPr>
          <a:xfrm>
            <a:off x="7010280" y="3962520"/>
            <a:ext cx="460080" cy="200520"/>
            <a:chOff x="7010280" y="3962520"/>
            <a:chExt cx="460080" cy="200520"/>
          </a:xfrm>
        </p:grpSpPr>
        <p:sp>
          <p:nvSpPr>
            <p:cNvPr id="2162" name=""/>
            <p:cNvSpPr/>
            <p:nvPr/>
          </p:nvSpPr>
          <p:spPr>
            <a:xfrm>
              <a:off x="7010280" y="3976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3" name=""/>
            <p:cNvSpPr/>
            <p:nvPr/>
          </p:nvSpPr>
          <p:spPr>
            <a:xfrm>
              <a:off x="713268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4" name=""/>
          <p:cNvGrpSpPr/>
          <p:nvPr/>
        </p:nvGrpSpPr>
        <p:grpSpPr>
          <a:xfrm>
            <a:off x="990720" y="3809880"/>
            <a:ext cx="461520" cy="200520"/>
            <a:chOff x="990720" y="3809880"/>
            <a:chExt cx="461520" cy="200520"/>
          </a:xfrm>
        </p:grpSpPr>
        <p:sp>
          <p:nvSpPr>
            <p:cNvPr id="2165" name=""/>
            <p:cNvSpPr/>
            <p:nvPr/>
          </p:nvSpPr>
          <p:spPr>
            <a:xfrm>
              <a:off x="990720" y="3823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6" name=""/>
            <p:cNvSpPr/>
            <p:nvPr/>
          </p:nvSpPr>
          <p:spPr>
            <a:xfrm>
              <a:off x="111456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7" name=""/>
          <p:cNvGrpSpPr/>
          <p:nvPr/>
        </p:nvGrpSpPr>
        <p:grpSpPr>
          <a:xfrm>
            <a:off x="3886200" y="1371600"/>
            <a:ext cx="461520" cy="200520"/>
            <a:chOff x="3886200" y="1371600"/>
            <a:chExt cx="461520" cy="200520"/>
          </a:xfrm>
        </p:grpSpPr>
        <p:sp>
          <p:nvSpPr>
            <p:cNvPr id="2168" name=""/>
            <p:cNvSpPr/>
            <p:nvPr/>
          </p:nvSpPr>
          <p:spPr>
            <a:xfrm>
              <a:off x="3886200" y="13870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9" name=""/>
            <p:cNvSpPr/>
            <p:nvPr/>
          </p:nvSpPr>
          <p:spPr>
            <a:xfrm>
              <a:off x="401004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0" name=""/>
          <p:cNvGrpSpPr/>
          <p:nvPr/>
        </p:nvGrpSpPr>
        <p:grpSpPr>
          <a:xfrm>
            <a:off x="8120160" y="3433680"/>
            <a:ext cx="468720" cy="200520"/>
            <a:chOff x="8120160" y="3433680"/>
            <a:chExt cx="468720" cy="200520"/>
          </a:xfrm>
        </p:grpSpPr>
        <p:sp>
          <p:nvSpPr>
            <p:cNvPr id="2171" name=""/>
            <p:cNvSpPr/>
            <p:nvPr/>
          </p:nvSpPr>
          <p:spPr>
            <a:xfrm>
              <a:off x="8120160" y="3449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2" name=""/>
            <p:cNvSpPr/>
            <p:nvPr/>
          </p:nvSpPr>
          <p:spPr>
            <a:xfrm>
              <a:off x="8251200" y="3433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3" name=""/>
          <p:cNvGrpSpPr/>
          <p:nvPr/>
        </p:nvGrpSpPr>
        <p:grpSpPr>
          <a:xfrm>
            <a:off x="3733920" y="4267080"/>
            <a:ext cx="461520" cy="200520"/>
            <a:chOff x="3733920" y="4267080"/>
            <a:chExt cx="461520" cy="200520"/>
          </a:xfrm>
        </p:grpSpPr>
        <p:sp>
          <p:nvSpPr>
            <p:cNvPr id="2174" name=""/>
            <p:cNvSpPr/>
            <p:nvPr/>
          </p:nvSpPr>
          <p:spPr>
            <a:xfrm>
              <a:off x="3733920" y="4281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5" name=""/>
            <p:cNvSpPr/>
            <p:nvPr/>
          </p:nvSpPr>
          <p:spPr>
            <a:xfrm>
              <a:off x="385776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6" name=""/>
          <p:cNvGrpSpPr/>
          <p:nvPr/>
        </p:nvGrpSpPr>
        <p:grpSpPr>
          <a:xfrm>
            <a:off x="2619360" y="3057480"/>
            <a:ext cx="468720" cy="200520"/>
            <a:chOff x="2619360" y="3057480"/>
            <a:chExt cx="468720" cy="200520"/>
          </a:xfrm>
        </p:grpSpPr>
        <p:sp>
          <p:nvSpPr>
            <p:cNvPr id="2177" name=""/>
            <p:cNvSpPr/>
            <p:nvPr/>
          </p:nvSpPr>
          <p:spPr>
            <a:xfrm>
              <a:off x="2619360" y="3073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8" name=""/>
            <p:cNvSpPr/>
            <p:nvPr/>
          </p:nvSpPr>
          <p:spPr>
            <a:xfrm>
              <a:off x="2750400" y="3057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9" name=""/>
          <p:cNvGrpSpPr/>
          <p:nvPr/>
        </p:nvGrpSpPr>
        <p:grpSpPr>
          <a:xfrm>
            <a:off x="5710320" y="3002040"/>
            <a:ext cx="460080" cy="200520"/>
            <a:chOff x="5710320" y="3002040"/>
            <a:chExt cx="460080" cy="200520"/>
          </a:xfrm>
        </p:grpSpPr>
        <p:sp>
          <p:nvSpPr>
            <p:cNvPr id="2180" name=""/>
            <p:cNvSpPr/>
            <p:nvPr/>
          </p:nvSpPr>
          <p:spPr>
            <a:xfrm>
              <a:off x="5710320" y="3016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1" name=""/>
            <p:cNvSpPr/>
            <p:nvPr/>
          </p:nvSpPr>
          <p:spPr>
            <a:xfrm>
              <a:off x="5832720" y="3002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2" name=""/>
          <p:cNvGrpSpPr/>
          <p:nvPr/>
        </p:nvGrpSpPr>
        <p:grpSpPr>
          <a:xfrm>
            <a:off x="4038480" y="6553080"/>
            <a:ext cx="461880" cy="200520"/>
            <a:chOff x="4038480" y="6553080"/>
            <a:chExt cx="461880" cy="200520"/>
          </a:xfrm>
        </p:grpSpPr>
        <p:sp>
          <p:nvSpPr>
            <p:cNvPr id="2183" name=""/>
            <p:cNvSpPr/>
            <p:nvPr/>
          </p:nvSpPr>
          <p:spPr>
            <a:xfrm>
              <a:off x="4038480" y="6568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4" name=""/>
            <p:cNvSpPr/>
            <p:nvPr/>
          </p:nvSpPr>
          <p:spPr>
            <a:xfrm>
              <a:off x="4162680" y="6553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5" name=""/>
          <p:cNvGrpSpPr/>
          <p:nvPr/>
        </p:nvGrpSpPr>
        <p:grpSpPr>
          <a:xfrm>
            <a:off x="7608960" y="2762280"/>
            <a:ext cx="468720" cy="200520"/>
            <a:chOff x="7608960" y="2762280"/>
            <a:chExt cx="468720" cy="200520"/>
          </a:xfrm>
        </p:grpSpPr>
        <p:sp>
          <p:nvSpPr>
            <p:cNvPr id="2186" name=""/>
            <p:cNvSpPr/>
            <p:nvPr/>
          </p:nvSpPr>
          <p:spPr>
            <a:xfrm>
              <a:off x="7608960" y="2776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7" name=""/>
            <p:cNvSpPr/>
            <p:nvPr/>
          </p:nvSpPr>
          <p:spPr>
            <a:xfrm>
              <a:off x="7740000" y="2762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8" name=""/>
          <p:cNvGrpSpPr/>
          <p:nvPr/>
        </p:nvGrpSpPr>
        <p:grpSpPr>
          <a:xfrm>
            <a:off x="990720" y="6095880"/>
            <a:ext cx="461160" cy="200520"/>
            <a:chOff x="990720" y="6095880"/>
            <a:chExt cx="461160" cy="200520"/>
          </a:xfrm>
        </p:grpSpPr>
        <p:sp>
          <p:nvSpPr>
            <p:cNvPr id="2189" name=""/>
            <p:cNvSpPr/>
            <p:nvPr/>
          </p:nvSpPr>
          <p:spPr>
            <a:xfrm>
              <a:off x="990720" y="611172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0" name=""/>
            <p:cNvSpPr/>
            <p:nvPr/>
          </p:nvSpPr>
          <p:spPr>
            <a:xfrm>
              <a:off x="11142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1" name=""/>
          <p:cNvGrpSpPr/>
          <p:nvPr/>
        </p:nvGrpSpPr>
        <p:grpSpPr>
          <a:xfrm>
            <a:off x="1752480" y="1905120"/>
            <a:ext cx="461520" cy="200520"/>
            <a:chOff x="1752480" y="1905120"/>
            <a:chExt cx="461520" cy="200520"/>
          </a:xfrm>
        </p:grpSpPr>
        <p:sp>
          <p:nvSpPr>
            <p:cNvPr id="2192" name=""/>
            <p:cNvSpPr/>
            <p:nvPr/>
          </p:nvSpPr>
          <p:spPr>
            <a:xfrm>
              <a:off x="1752480" y="192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3" name=""/>
            <p:cNvSpPr/>
            <p:nvPr/>
          </p:nvSpPr>
          <p:spPr>
            <a:xfrm>
              <a:off x="187632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4" name=""/>
          <p:cNvGrpSpPr/>
          <p:nvPr/>
        </p:nvGrpSpPr>
        <p:grpSpPr>
          <a:xfrm>
            <a:off x="6629400" y="5715000"/>
            <a:ext cx="461880" cy="200520"/>
            <a:chOff x="6629400" y="5715000"/>
            <a:chExt cx="461880" cy="200520"/>
          </a:xfrm>
        </p:grpSpPr>
        <p:sp>
          <p:nvSpPr>
            <p:cNvPr id="2195" name=""/>
            <p:cNvSpPr/>
            <p:nvPr/>
          </p:nvSpPr>
          <p:spPr>
            <a:xfrm>
              <a:off x="6629400" y="57308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6" name=""/>
            <p:cNvSpPr/>
            <p:nvPr/>
          </p:nvSpPr>
          <p:spPr>
            <a:xfrm>
              <a:off x="675360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97" name="Rounded Rectangle 2196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198" name="Oval 2197"/>
          <p:cNvSpPr/>
          <p:nvPr/>
        </p:nvSpPr>
        <p:spPr>
          <a:xfrm>
            <a:off x="277942" y="52374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Oval 2198"/>
          <p:cNvSpPr/>
          <p:nvPr/>
        </p:nvSpPr>
        <p:spPr>
          <a:xfrm>
            <a:off x="317942" y="52774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200" name="Rounded Rectangle 2199"/>
          <p:cNvSpPr/>
          <p:nvPr/>
        </p:nvSpPr>
        <p:spPr>
          <a:xfrm>
            <a:off x="587942" y="52974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201" name="Oval 2200"/>
          <p:cNvSpPr/>
          <p:nvPr/>
        </p:nvSpPr>
        <p:spPr>
          <a:xfrm>
            <a:off x="6069440" y="35609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Oval 2201"/>
          <p:cNvSpPr/>
          <p:nvPr/>
        </p:nvSpPr>
        <p:spPr>
          <a:xfrm>
            <a:off x="6109440" y="36009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203" name="Rounded Rectangle 2202"/>
          <p:cNvSpPr/>
          <p:nvPr/>
        </p:nvSpPr>
        <p:spPr>
          <a:xfrm>
            <a:off x="6379440" y="36209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204" name="Oval 2203"/>
          <p:cNvSpPr/>
          <p:nvPr/>
        </p:nvSpPr>
        <p:spPr>
          <a:xfrm>
            <a:off x="8118021" y="8186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Oval 2204"/>
          <p:cNvSpPr/>
          <p:nvPr/>
        </p:nvSpPr>
        <p:spPr>
          <a:xfrm>
            <a:off x="8158021" y="8586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206" name="Rounded Rectangle 2205"/>
          <p:cNvSpPr/>
          <p:nvPr/>
        </p:nvSpPr>
        <p:spPr>
          <a:xfrm>
            <a:off x="8428021" y="8786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207" name="Oval 2206"/>
          <p:cNvSpPr/>
          <p:nvPr/>
        </p:nvSpPr>
        <p:spPr>
          <a:xfrm>
            <a:off x="193341" y="26474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Oval 2207"/>
          <p:cNvSpPr/>
          <p:nvPr/>
        </p:nvSpPr>
        <p:spPr>
          <a:xfrm>
            <a:off x="233341" y="26874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209" name="Rounded Rectangle 2208"/>
          <p:cNvSpPr/>
          <p:nvPr/>
        </p:nvSpPr>
        <p:spPr>
          <a:xfrm>
            <a:off x="503341" y="27074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210" name="Oval 2209"/>
          <p:cNvSpPr/>
          <p:nvPr/>
        </p:nvSpPr>
        <p:spPr>
          <a:xfrm>
            <a:off x="4612519" y="23410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Oval 2210"/>
          <p:cNvSpPr/>
          <p:nvPr/>
        </p:nvSpPr>
        <p:spPr>
          <a:xfrm>
            <a:off x="4652519" y="23810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212" name="Rounded Rectangle 2211"/>
          <p:cNvSpPr/>
          <p:nvPr/>
        </p:nvSpPr>
        <p:spPr>
          <a:xfrm>
            <a:off x="4922519" y="24010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213" name="Oval 2212"/>
          <p:cNvSpPr/>
          <p:nvPr/>
        </p:nvSpPr>
        <p:spPr>
          <a:xfrm>
            <a:off x="3392842" y="26465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Oval 2213"/>
          <p:cNvSpPr/>
          <p:nvPr/>
        </p:nvSpPr>
        <p:spPr>
          <a:xfrm>
            <a:off x="3432842" y="26865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215" name="Rounded Rectangle 2214"/>
          <p:cNvSpPr/>
          <p:nvPr/>
        </p:nvSpPr>
        <p:spPr>
          <a:xfrm>
            <a:off x="3702842" y="27065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216" name="Oval 2215"/>
          <p:cNvSpPr/>
          <p:nvPr/>
        </p:nvSpPr>
        <p:spPr>
          <a:xfrm>
            <a:off x="2021239" y="4093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Oval 2216"/>
          <p:cNvSpPr/>
          <p:nvPr/>
        </p:nvSpPr>
        <p:spPr>
          <a:xfrm>
            <a:off x="2061239" y="4133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218" name="Rounded Rectangle 2217"/>
          <p:cNvSpPr/>
          <p:nvPr/>
        </p:nvSpPr>
        <p:spPr>
          <a:xfrm>
            <a:off x="2331239" y="4153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219" name="Oval 2218"/>
          <p:cNvSpPr/>
          <p:nvPr/>
        </p:nvSpPr>
        <p:spPr>
          <a:xfrm>
            <a:off x="4993761" y="44755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Oval 2219"/>
          <p:cNvSpPr/>
          <p:nvPr/>
        </p:nvSpPr>
        <p:spPr>
          <a:xfrm>
            <a:off x="5033761" y="45155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221" name="Rounded Rectangle 2220"/>
          <p:cNvSpPr/>
          <p:nvPr/>
        </p:nvSpPr>
        <p:spPr>
          <a:xfrm>
            <a:off x="5303761" y="45355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222" name="Oval 2221"/>
          <p:cNvSpPr/>
          <p:nvPr/>
        </p:nvSpPr>
        <p:spPr>
          <a:xfrm>
            <a:off x="6897981" y="38649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Oval 2222"/>
          <p:cNvSpPr/>
          <p:nvPr/>
        </p:nvSpPr>
        <p:spPr>
          <a:xfrm>
            <a:off x="6937981" y="39049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224" name="Rounded Rectangle 2223"/>
          <p:cNvSpPr/>
          <p:nvPr/>
        </p:nvSpPr>
        <p:spPr>
          <a:xfrm>
            <a:off x="7207981" y="39249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225" name="Oval 2224"/>
          <p:cNvSpPr/>
          <p:nvPr/>
        </p:nvSpPr>
        <p:spPr>
          <a:xfrm>
            <a:off x="879140" y="37123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Oval 2225"/>
          <p:cNvSpPr/>
          <p:nvPr/>
        </p:nvSpPr>
        <p:spPr>
          <a:xfrm>
            <a:off x="919140" y="37523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227" name="Rounded Rectangle 2226"/>
          <p:cNvSpPr/>
          <p:nvPr/>
        </p:nvSpPr>
        <p:spPr>
          <a:xfrm>
            <a:off x="1189140" y="37723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228" name="Oval 2227"/>
          <p:cNvSpPr/>
          <p:nvPr/>
        </p:nvSpPr>
        <p:spPr>
          <a:xfrm>
            <a:off x="3774618" y="12745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Oval 2228"/>
          <p:cNvSpPr/>
          <p:nvPr/>
        </p:nvSpPr>
        <p:spPr>
          <a:xfrm>
            <a:off x="3814618" y="13145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230" name="Rounded Rectangle 2229"/>
          <p:cNvSpPr/>
          <p:nvPr/>
        </p:nvSpPr>
        <p:spPr>
          <a:xfrm>
            <a:off x="4084618" y="13345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231" name="Oval 2230"/>
          <p:cNvSpPr/>
          <p:nvPr/>
        </p:nvSpPr>
        <p:spPr>
          <a:xfrm>
            <a:off x="8008579" y="3337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Oval 2231"/>
          <p:cNvSpPr/>
          <p:nvPr/>
        </p:nvSpPr>
        <p:spPr>
          <a:xfrm>
            <a:off x="8048579" y="3377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233" name="Rounded Rectangle 2232"/>
          <p:cNvSpPr/>
          <p:nvPr/>
        </p:nvSpPr>
        <p:spPr>
          <a:xfrm>
            <a:off x="8318579" y="3397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234" name="Oval 2233"/>
          <p:cNvSpPr/>
          <p:nvPr/>
        </p:nvSpPr>
        <p:spPr>
          <a:xfrm>
            <a:off x="3622342" y="41698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Oval 2234"/>
          <p:cNvSpPr/>
          <p:nvPr/>
        </p:nvSpPr>
        <p:spPr>
          <a:xfrm>
            <a:off x="3662342" y="42098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236" name="Rounded Rectangle 2235"/>
          <p:cNvSpPr/>
          <p:nvPr/>
        </p:nvSpPr>
        <p:spPr>
          <a:xfrm>
            <a:off x="3932342" y="42298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237" name="Oval 2236"/>
          <p:cNvSpPr/>
          <p:nvPr/>
        </p:nvSpPr>
        <p:spPr>
          <a:xfrm>
            <a:off x="2507779" y="2961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Oval 2237"/>
          <p:cNvSpPr/>
          <p:nvPr/>
        </p:nvSpPr>
        <p:spPr>
          <a:xfrm>
            <a:off x="2547779" y="3001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239" name="Rounded Rectangle 2238"/>
          <p:cNvSpPr/>
          <p:nvPr/>
        </p:nvSpPr>
        <p:spPr>
          <a:xfrm>
            <a:off x="2817779" y="3021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240" name="Oval 2239"/>
          <p:cNvSpPr/>
          <p:nvPr/>
        </p:nvSpPr>
        <p:spPr>
          <a:xfrm>
            <a:off x="5597839" y="29048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Oval 2240"/>
          <p:cNvSpPr/>
          <p:nvPr/>
        </p:nvSpPr>
        <p:spPr>
          <a:xfrm>
            <a:off x="5637839" y="29448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242" name="Rounded Rectangle 2241"/>
          <p:cNvSpPr/>
          <p:nvPr/>
        </p:nvSpPr>
        <p:spPr>
          <a:xfrm>
            <a:off x="5907839" y="29648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243" name="Oval 2242"/>
          <p:cNvSpPr/>
          <p:nvPr/>
        </p:nvSpPr>
        <p:spPr>
          <a:xfrm>
            <a:off x="3926899" y="64566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Oval 2243"/>
          <p:cNvSpPr/>
          <p:nvPr/>
        </p:nvSpPr>
        <p:spPr>
          <a:xfrm>
            <a:off x="3966899" y="64966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245" name="Rounded Rectangle 2244"/>
          <p:cNvSpPr/>
          <p:nvPr/>
        </p:nvSpPr>
        <p:spPr>
          <a:xfrm>
            <a:off x="4236899" y="65166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246" name="Oval 2245"/>
          <p:cNvSpPr/>
          <p:nvPr/>
        </p:nvSpPr>
        <p:spPr>
          <a:xfrm>
            <a:off x="7497381" y="26650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Oval 2246"/>
          <p:cNvSpPr/>
          <p:nvPr/>
        </p:nvSpPr>
        <p:spPr>
          <a:xfrm>
            <a:off x="7537381" y="27050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248" name="Rounded Rectangle 2247"/>
          <p:cNvSpPr/>
          <p:nvPr/>
        </p:nvSpPr>
        <p:spPr>
          <a:xfrm>
            <a:off x="7807381" y="27250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249" name="Oval 2248"/>
          <p:cNvSpPr/>
          <p:nvPr/>
        </p:nvSpPr>
        <p:spPr>
          <a:xfrm>
            <a:off x="878961" y="59994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Oval 2249"/>
          <p:cNvSpPr/>
          <p:nvPr/>
        </p:nvSpPr>
        <p:spPr>
          <a:xfrm>
            <a:off x="918961" y="60394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251" name="Rounded Rectangle 2250"/>
          <p:cNvSpPr/>
          <p:nvPr/>
        </p:nvSpPr>
        <p:spPr>
          <a:xfrm>
            <a:off x="1188961" y="60594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252" name="Oval 2251"/>
          <p:cNvSpPr/>
          <p:nvPr/>
        </p:nvSpPr>
        <p:spPr>
          <a:xfrm>
            <a:off x="1640898" y="18093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Oval 2252"/>
          <p:cNvSpPr/>
          <p:nvPr/>
        </p:nvSpPr>
        <p:spPr>
          <a:xfrm>
            <a:off x="1680898" y="18493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254" name="Rounded Rectangle 2253"/>
          <p:cNvSpPr/>
          <p:nvPr/>
        </p:nvSpPr>
        <p:spPr>
          <a:xfrm>
            <a:off x="1950898" y="18693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255" name="Oval 2254"/>
          <p:cNvSpPr/>
          <p:nvPr/>
        </p:nvSpPr>
        <p:spPr>
          <a:xfrm>
            <a:off x="6517820" y="56185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Oval 2255"/>
          <p:cNvSpPr/>
          <p:nvPr/>
        </p:nvSpPr>
        <p:spPr>
          <a:xfrm>
            <a:off x="6557820" y="56585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257" name="Rounded Rectangle 2256"/>
          <p:cNvSpPr/>
          <p:nvPr/>
        </p:nvSpPr>
        <p:spPr>
          <a:xfrm>
            <a:off x="6827820" y="56785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"/>
          <p:cNvSpPr/>
          <p:nvPr/>
        </p:nvSpPr>
        <p:spPr>
          <a:xfrm>
            <a:off x="3137400" y="50760"/>
            <a:ext cx="2869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22: LTFJ | RWY 24 | STAR TETS1H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8" name=""/>
          <p:cNvSpPr/>
          <p:nvPr/>
        </p:nvSpPr>
        <p:spPr>
          <a:xfrm>
            <a:off x="2592360" y="1639800"/>
            <a:ext cx="2487600" cy="954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9" name=""/>
          <p:cNvSpPr/>
          <p:nvPr/>
        </p:nvSpPr>
        <p:spPr>
          <a:xfrm>
            <a:off x="5079960" y="2593800"/>
            <a:ext cx="1471680" cy="595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0" name=""/>
          <p:cNvSpPr/>
          <p:nvPr/>
        </p:nvSpPr>
        <p:spPr>
          <a:xfrm flipH="1">
            <a:off x="6157800" y="3189240"/>
            <a:ext cx="393840" cy="1851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1" name=""/>
          <p:cNvSpPr/>
          <p:nvPr/>
        </p:nvSpPr>
        <p:spPr>
          <a:xfrm flipH="1">
            <a:off x="5586120" y="5040360"/>
            <a:ext cx="571320" cy="330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2" name=""/>
          <p:cNvSpPr/>
          <p:nvPr/>
        </p:nvSpPr>
        <p:spPr>
          <a:xfrm flipH="1" flipV="1">
            <a:off x="5376960" y="5009760"/>
            <a:ext cx="209520" cy="360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3" name=""/>
          <p:cNvSpPr/>
          <p:nvPr/>
        </p:nvSpPr>
        <p:spPr>
          <a:xfrm flipV="1">
            <a:off x="5376960" y="4905000"/>
            <a:ext cx="18072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4" name=""/>
          <p:cNvSpPr/>
          <p:nvPr/>
        </p:nvSpPr>
        <p:spPr>
          <a:xfrm flipV="1">
            <a:off x="5557680" y="4800240"/>
            <a:ext cx="181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5" name=""/>
          <p:cNvSpPr/>
          <p:nvPr/>
        </p:nvSpPr>
        <p:spPr>
          <a:xfrm flipV="1">
            <a:off x="5738760" y="4695480"/>
            <a:ext cx="181080" cy="104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6" name=""/>
          <p:cNvSpPr/>
          <p:nvPr/>
        </p:nvSpPr>
        <p:spPr>
          <a:xfrm>
            <a:off x="5919840" y="469584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7" name=""/>
          <p:cNvSpPr/>
          <p:nvPr/>
        </p:nvSpPr>
        <p:spPr>
          <a:xfrm flipH="1">
            <a:off x="5292720" y="4695840"/>
            <a:ext cx="62712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8" name=""/>
          <p:cNvSpPr/>
          <p:nvPr/>
        </p:nvSpPr>
        <p:spPr>
          <a:xfrm flipH="1">
            <a:off x="5214960" y="4695840"/>
            <a:ext cx="77760" cy="46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" bIns="-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9" name=""/>
          <p:cNvSpPr/>
          <p:nvPr/>
        </p:nvSpPr>
        <p:spPr>
          <a:xfrm flipH="1">
            <a:off x="4943520" y="4741920"/>
            <a:ext cx="271440" cy="156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0" name=""/>
          <p:cNvSpPr/>
          <p:nvPr/>
        </p:nvSpPr>
        <p:spPr>
          <a:xfrm flipH="1">
            <a:off x="4702320" y="4898880"/>
            <a:ext cx="24120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11" name=""/>
          <p:cNvGrpSpPr/>
          <p:nvPr/>
        </p:nvGrpSpPr>
        <p:grpSpPr>
          <a:xfrm>
            <a:off x="2529000" y="1576440"/>
            <a:ext cx="590760" cy="200520"/>
            <a:chOff x="2529000" y="1576440"/>
            <a:chExt cx="590760" cy="200520"/>
          </a:xfrm>
        </p:grpSpPr>
        <p:sp>
          <p:nvSpPr>
            <p:cNvPr id="2212" name=""/>
            <p:cNvSpPr/>
            <p:nvPr/>
          </p:nvSpPr>
          <p:spPr>
            <a:xfrm>
              <a:off x="252900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3" name=""/>
            <p:cNvSpPr/>
            <p:nvPr/>
          </p:nvSpPr>
          <p:spPr>
            <a:xfrm>
              <a:off x="2649600" y="15764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TETSA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4" name=""/>
          <p:cNvGrpSpPr/>
          <p:nvPr/>
        </p:nvGrpSpPr>
        <p:grpSpPr>
          <a:xfrm>
            <a:off x="5029200" y="2530440"/>
            <a:ext cx="575280" cy="200520"/>
            <a:chOff x="5029200" y="2530440"/>
            <a:chExt cx="575280" cy="200520"/>
          </a:xfrm>
        </p:grpSpPr>
        <p:sp>
          <p:nvSpPr>
            <p:cNvPr id="2215" name=""/>
            <p:cNvSpPr/>
            <p:nvPr/>
          </p:nvSpPr>
          <p:spPr>
            <a:xfrm>
              <a:off x="5029200" y="25430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6" name=""/>
            <p:cNvSpPr/>
            <p:nvPr/>
          </p:nvSpPr>
          <p:spPr>
            <a:xfrm>
              <a:off x="5114520" y="253044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PABDO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7" name=""/>
          <p:cNvGrpSpPr/>
          <p:nvPr/>
        </p:nvGrpSpPr>
        <p:grpSpPr>
          <a:xfrm>
            <a:off x="6500880" y="3125880"/>
            <a:ext cx="567720" cy="200520"/>
            <a:chOff x="6500880" y="3125880"/>
            <a:chExt cx="567720" cy="200520"/>
          </a:xfrm>
        </p:grpSpPr>
        <p:sp>
          <p:nvSpPr>
            <p:cNvPr id="2218" name=""/>
            <p:cNvSpPr/>
            <p:nvPr/>
          </p:nvSpPr>
          <p:spPr>
            <a:xfrm>
              <a:off x="6500880" y="3138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9" name=""/>
            <p:cNvSpPr/>
            <p:nvPr/>
          </p:nvSpPr>
          <p:spPr>
            <a:xfrm>
              <a:off x="6593760" y="312588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PAZAR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0" name=""/>
          <p:cNvGrpSpPr/>
          <p:nvPr/>
        </p:nvGrpSpPr>
        <p:grpSpPr>
          <a:xfrm>
            <a:off x="6118200" y="4976640"/>
            <a:ext cx="559440" cy="200520"/>
            <a:chOff x="6118200" y="4976640"/>
            <a:chExt cx="559440" cy="200520"/>
          </a:xfrm>
        </p:grpSpPr>
        <p:sp>
          <p:nvSpPr>
            <p:cNvPr id="2221" name=""/>
            <p:cNvSpPr/>
            <p:nvPr/>
          </p:nvSpPr>
          <p:spPr>
            <a:xfrm>
              <a:off x="6118200" y="5000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2" name=""/>
            <p:cNvSpPr/>
            <p:nvPr/>
          </p:nvSpPr>
          <p:spPr>
            <a:xfrm>
              <a:off x="6178320" y="497664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MEBOV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3" name=""/>
          <p:cNvGrpSpPr/>
          <p:nvPr/>
        </p:nvGrpSpPr>
        <p:grpSpPr>
          <a:xfrm>
            <a:off x="5535720" y="5307120"/>
            <a:ext cx="543240" cy="200520"/>
            <a:chOff x="5535720" y="5307120"/>
            <a:chExt cx="543240" cy="200520"/>
          </a:xfrm>
        </p:grpSpPr>
        <p:sp>
          <p:nvSpPr>
            <p:cNvPr id="2224" name=""/>
            <p:cNvSpPr/>
            <p:nvPr/>
          </p:nvSpPr>
          <p:spPr>
            <a:xfrm>
              <a:off x="553572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5" name=""/>
            <p:cNvSpPr/>
            <p:nvPr/>
          </p:nvSpPr>
          <p:spPr>
            <a:xfrm>
              <a:off x="5652720" y="53071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6" name=""/>
          <p:cNvGrpSpPr/>
          <p:nvPr/>
        </p:nvGrpSpPr>
        <p:grpSpPr>
          <a:xfrm>
            <a:off x="5326200" y="4946760"/>
            <a:ext cx="543240" cy="200520"/>
            <a:chOff x="5326200" y="4946760"/>
            <a:chExt cx="543240" cy="200520"/>
          </a:xfrm>
        </p:grpSpPr>
        <p:sp>
          <p:nvSpPr>
            <p:cNvPr id="2227" name=""/>
            <p:cNvSpPr/>
            <p:nvPr/>
          </p:nvSpPr>
          <p:spPr>
            <a:xfrm>
              <a:off x="5326200" y="4959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8" name=""/>
            <p:cNvSpPr/>
            <p:nvPr/>
          </p:nvSpPr>
          <p:spPr>
            <a:xfrm>
              <a:off x="5443200" y="49467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9" name=""/>
          <p:cNvGrpSpPr/>
          <p:nvPr/>
        </p:nvGrpSpPr>
        <p:grpSpPr>
          <a:xfrm>
            <a:off x="5506920" y="4842000"/>
            <a:ext cx="543600" cy="200520"/>
            <a:chOff x="5506920" y="4842000"/>
            <a:chExt cx="543600" cy="200520"/>
          </a:xfrm>
        </p:grpSpPr>
        <p:sp>
          <p:nvSpPr>
            <p:cNvPr id="2230" name=""/>
            <p:cNvSpPr/>
            <p:nvPr/>
          </p:nvSpPr>
          <p:spPr>
            <a:xfrm>
              <a:off x="5506920" y="48546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1" name=""/>
            <p:cNvSpPr/>
            <p:nvPr/>
          </p:nvSpPr>
          <p:spPr>
            <a:xfrm>
              <a:off x="5624280" y="48420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2" name=""/>
          <p:cNvGrpSpPr/>
          <p:nvPr/>
        </p:nvGrpSpPr>
        <p:grpSpPr>
          <a:xfrm>
            <a:off x="5688000" y="4737240"/>
            <a:ext cx="543600" cy="200520"/>
            <a:chOff x="5688000" y="4737240"/>
            <a:chExt cx="543600" cy="200520"/>
          </a:xfrm>
        </p:grpSpPr>
        <p:sp>
          <p:nvSpPr>
            <p:cNvPr id="2233" name=""/>
            <p:cNvSpPr/>
            <p:nvPr/>
          </p:nvSpPr>
          <p:spPr>
            <a:xfrm>
              <a:off x="5688000" y="47498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4" name=""/>
            <p:cNvSpPr/>
            <p:nvPr/>
          </p:nvSpPr>
          <p:spPr>
            <a:xfrm>
              <a:off x="5805360" y="47372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5" name=""/>
          <p:cNvGrpSpPr/>
          <p:nvPr/>
        </p:nvGrpSpPr>
        <p:grpSpPr>
          <a:xfrm>
            <a:off x="5869080" y="4632480"/>
            <a:ext cx="543240" cy="200520"/>
            <a:chOff x="5869080" y="4632480"/>
            <a:chExt cx="543240" cy="200520"/>
          </a:xfrm>
        </p:grpSpPr>
        <p:sp>
          <p:nvSpPr>
            <p:cNvPr id="2236" name=""/>
            <p:cNvSpPr/>
            <p:nvPr/>
          </p:nvSpPr>
          <p:spPr>
            <a:xfrm>
              <a:off x="5869080" y="46450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7" name=""/>
            <p:cNvSpPr/>
            <p:nvPr/>
          </p:nvSpPr>
          <p:spPr>
            <a:xfrm>
              <a:off x="5986080" y="46324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FJ935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38" name=""/>
          <p:cNvGrpSpPr/>
          <p:nvPr/>
        </p:nvGrpSpPr>
        <p:grpSpPr>
          <a:xfrm>
            <a:off x="5878440" y="4632480"/>
            <a:ext cx="479880" cy="200520"/>
            <a:chOff x="5878440" y="4632480"/>
            <a:chExt cx="479880" cy="200520"/>
          </a:xfrm>
        </p:grpSpPr>
        <p:sp>
          <p:nvSpPr>
            <p:cNvPr id="2239" name=""/>
            <p:cNvSpPr/>
            <p:nvPr/>
          </p:nvSpPr>
          <p:spPr>
            <a:xfrm>
              <a:off x="5878440" y="4656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0" name=""/>
            <p:cNvSpPr/>
            <p:nvPr/>
          </p:nvSpPr>
          <p:spPr>
            <a:xfrm>
              <a:off x="5967360" y="4632480"/>
              <a:ext cx="390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DISC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1" name=""/>
          <p:cNvGrpSpPr/>
          <p:nvPr/>
        </p:nvGrpSpPr>
        <p:grpSpPr>
          <a:xfrm>
            <a:off x="5253120" y="4632480"/>
            <a:ext cx="554400" cy="200520"/>
            <a:chOff x="5253120" y="4632480"/>
            <a:chExt cx="554400" cy="200520"/>
          </a:xfrm>
        </p:grpSpPr>
        <p:sp>
          <p:nvSpPr>
            <p:cNvPr id="2242" name=""/>
            <p:cNvSpPr/>
            <p:nvPr/>
          </p:nvSpPr>
          <p:spPr>
            <a:xfrm>
              <a:off x="5253120" y="46562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3" name=""/>
            <p:cNvSpPr/>
            <p:nvPr/>
          </p:nvSpPr>
          <p:spPr>
            <a:xfrm>
              <a:off x="5317560" y="46324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BEMKA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4" name=""/>
          <p:cNvGrpSpPr/>
          <p:nvPr/>
        </p:nvGrpSpPr>
        <p:grpSpPr>
          <a:xfrm>
            <a:off x="5173560" y="4678200"/>
            <a:ext cx="467640" cy="200520"/>
            <a:chOff x="5173560" y="4678200"/>
            <a:chExt cx="467640" cy="200520"/>
          </a:xfrm>
        </p:grpSpPr>
        <p:sp>
          <p:nvSpPr>
            <p:cNvPr id="2245" name=""/>
            <p:cNvSpPr/>
            <p:nvPr/>
          </p:nvSpPr>
          <p:spPr>
            <a:xfrm>
              <a:off x="5173560" y="47005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6" name=""/>
            <p:cNvSpPr/>
            <p:nvPr/>
          </p:nvSpPr>
          <p:spPr>
            <a:xfrm>
              <a:off x="5274720" y="46782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7" name=""/>
          <p:cNvGrpSpPr/>
          <p:nvPr/>
        </p:nvGrpSpPr>
        <p:grpSpPr>
          <a:xfrm>
            <a:off x="4902120" y="4835520"/>
            <a:ext cx="464760" cy="200520"/>
            <a:chOff x="4902120" y="4835520"/>
            <a:chExt cx="464760" cy="200520"/>
          </a:xfrm>
        </p:grpSpPr>
        <p:sp>
          <p:nvSpPr>
            <p:cNvPr id="2248" name=""/>
            <p:cNvSpPr/>
            <p:nvPr/>
          </p:nvSpPr>
          <p:spPr>
            <a:xfrm>
              <a:off x="4902120" y="485784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9" name=""/>
            <p:cNvSpPr/>
            <p:nvPr/>
          </p:nvSpPr>
          <p:spPr>
            <a:xfrm>
              <a:off x="5009400" y="48355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0" name=""/>
          <p:cNvGrpSpPr/>
          <p:nvPr/>
        </p:nvGrpSpPr>
        <p:grpSpPr>
          <a:xfrm>
            <a:off x="4638600" y="4973760"/>
            <a:ext cx="543600" cy="200520"/>
            <a:chOff x="4638600" y="4973760"/>
            <a:chExt cx="543600" cy="200520"/>
          </a:xfrm>
        </p:grpSpPr>
        <p:sp>
          <p:nvSpPr>
            <p:cNvPr id="2251" name=""/>
            <p:cNvSpPr/>
            <p:nvPr/>
          </p:nvSpPr>
          <p:spPr>
            <a:xfrm>
              <a:off x="4638600" y="497376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2" name=""/>
            <p:cNvSpPr/>
            <p:nvPr/>
          </p:nvSpPr>
          <p:spPr>
            <a:xfrm>
              <a:off x="4755960" y="49737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3" name=""/>
          <p:cNvGrpSpPr/>
          <p:nvPr/>
        </p:nvGrpSpPr>
        <p:grpSpPr>
          <a:xfrm>
            <a:off x="4800600" y="5486400"/>
            <a:ext cx="479160" cy="200520"/>
            <a:chOff x="4800600" y="5486400"/>
            <a:chExt cx="479160" cy="200520"/>
          </a:xfrm>
        </p:grpSpPr>
        <p:sp>
          <p:nvSpPr>
            <p:cNvPr id="2254" name=""/>
            <p:cNvSpPr/>
            <p:nvPr/>
          </p:nvSpPr>
          <p:spPr>
            <a:xfrm>
              <a:off x="4800600" y="54925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5" name=""/>
            <p:cNvSpPr/>
            <p:nvPr/>
          </p:nvSpPr>
          <p:spPr>
            <a:xfrm>
              <a:off x="494208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6" name=""/>
          <p:cNvGrpSpPr/>
          <p:nvPr/>
        </p:nvGrpSpPr>
        <p:grpSpPr>
          <a:xfrm>
            <a:off x="8458200" y="3352680"/>
            <a:ext cx="461880" cy="200520"/>
            <a:chOff x="8458200" y="3352680"/>
            <a:chExt cx="461880" cy="200520"/>
          </a:xfrm>
        </p:grpSpPr>
        <p:sp>
          <p:nvSpPr>
            <p:cNvPr id="2257" name=""/>
            <p:cNvSpPr/>
            <p:nvPr/>
          </p:nvSpPr>
          <p:spPr>
            <a:xfrm>
              <a:off x="8458200" y="3368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8" name=""/>
            <p:cNvSpPr/>
            <p:nvPr/>
          </p:nvSpPr>
          <p:spPr>
            <a:xfrm>
              <a:off x="8582400" y="3352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59" name=""/>
          <p:cNvGrpSpPr/>
          <p:nvPr/>
        </p:nvGrpSpPr>
        <p:grpSpPr>
          <a:xfrm>
            <a:off x="2514600" y="3124080"/>
            <a:ext cx="461880" cy="200520"/>
            <a:chOff x="2514600" y="3124080"/>
            <a:chExt cx="461880" cy="200520"/>
          </a:xfrm>
        </p:grpSpPr>
        <p:sp>
          <p:nvSpPr>
            <p:cNvPr id="2260" name=""/>
            <p:cNvSpPr/>
            <p:nvPr/>
          </p:nvSpPr>
          <p:spPr>
            <a:xfrm>
              <a:off x="2514600" y="3139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1" name=""/>
            <p:cNvSpPr/>
            <p:nvPr/>
          </p:nvSpPr>
          <p:spPr>
            <a:xfrm>
              <a:off x="26388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2" name=""/>
          <p:cNvGrpSpPr/>
          <p:nvPr/>
        </p:nvGrpSpPr>
        <p:grpSpPr>
          <a:xfrm>
            <a:off x="152280" y="1676520"/>
            <a:ext cx="461880" cy="200520"/>
            <a:chOff x="152280" y="1676520"/>
            <a:chExt cx="461880" cy="200520"/>
          </a:xfrm>
        </p:grpSpPr>
        <p:sp>
          <p:nvSpPr>
            <p:cNvPr id="2263" name=""/>
            <p:cNvSpPr/>
            <p:nvPr/>
          </p:nvSpPr>
          <p:spPr>
            <a:xfrm>
              <a:off x="152280" y="16923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4" name=""/>
            <p:cNvSpPr/>
            <p:nvPr/>
          </p:nvSpPr>
          <p:spPr>
            <a:xfrm>
              <a:off x="27648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5" name=""/>
          <p:cNvGrpSpPr/>
          <p:nvPr/>
        </p:nvGrpSpPr>
        <p:grpSpPr>
          <a:xfrm>
            <a:off x="5562720" y="4038480"/>
            <a:ext cx="460080" cy="200520"/>
            <a:chOff x="5562720" y="4038480"/>
            <a:chExt cx="460080" cy="200520"/>
          </a:xfrm>
        </p:grpSpPr>
        <p:sp>
          <p:nvSpPr>
            <p:cNvPr id="2266" name=""/>
            <p:cNvSpPr/>
            <p:nvPr/>
          </p:nvSpPr>
          <p:spPr>
            <a:xfrm>
              <a:off x="5562720" y="405432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7" name=""/>
            <p:cNvSpPr/>
            <p:nvPr/>
          </p:nvSpPr>
          <p:spPr>
            <a:xfrm>
              <a:off x="56851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8" name=""/>
          <p:cNvGrpSpPr/>
          <p:nvPr/>
        </p:nvGrpSpPr>
        <p:grpSpPr>
          <a:xfrm>
            <a:off x="7010280" y="5638680"/>
            <a:ext cx="461880" cy="200520"/>
            <a:chOff x="7010280" y="5638680"/>
            <a:chExt cx="461880" cy="200520"/>
          </a:xfrm>
        </p:grpSpPr>
        <p:sp>
          <p:nvSpPr>
            <p:cNvPr id="2269" name=""/>
            <p:cNvSpPr/>
            <p:nvPr/>
          </p:nvSpPr>
          <p:spPr>
            <a:xfrm>
              <a:off x="7010280" y="5654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0" name=""/>
            <p:cNvSpPr/>
            <p:nvPr/>
          </p:nvSpPr>
          <p:spPr>
            <a:xfrm>
              <a:off x="713448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1" name=""/>
          <p:cNvGrpSpPr/>
          <p:nvPr/>
        </p:nvGrpSpPr>
        <p:grpSpPr>
          <a:xfrm>
            <a:off x="5105520" y="3505320"/>
            <a:ext cx="461520" cy="200520"/>
            <a:chOff x="5105520" y="3505320"/>
            <a:chExt cx="461520" cy="200520"/>
          </a:xfrm>
        </p:grpSpPr>
        <p:sp>
          <p:nvSpPr>
            <p:cNvPr id="2272" name=""/>
            <p:cNvSpPr/>
            <p:nvPr/>
          </p:nvSpPr>
          <p:spPr>
            <a:xfrm>
              <a:off x="5105520" y="35211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3" name=""/>
            <p:cNvSpPr/>
            <p:nvPr/>
          </p:nvSpPr>
          <p:spPr>
            <a:xfrm>
              <a:off x="522936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4" name=""/>
          <p:cNvGrpSpPr/>
          <p:nvPr/>
        </p:nvGrpSpPr>
        <p:grpSpPr>
          <a:xfrm>
            <a:off x="6119640" y="1714680"/>
            <a:ext cx="469080" cy="200520"/>
            <a:chOff x="6119640" y="1714680"/>
            <a:chExt cx="469080" cy="200520"/>
          </a:xfrm>
        </p:grpSpPr>
        <p:sp>
          <p:nvSpPr>
            <p:cNvPr id="2275" name=""/>
            <p:cNvSpPr/>
            <p:nvPr/>
          </p:nvSpPr>
          <p:spPr>
            <a:xfrm>
              <a:off x="6119640" y="1730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6" name=""/>
            <p:cNvSpPr/>
            <p:nvPr/>
          </p:nvSpPr>
          <p:spPr>
            <a:xfrm>
              <a:off x="6251040" y="1714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7" name=""/>
          <p:cNvGrpSpPr/>
          <p:nvPr/>
        </p:nvGrpSpPr>
        <p:grpSpPr>
          <a:xfrm>
            <a:off x="3719520" y="3006720"/>
            <a:ext cx="468720" cy="200520"/>
            <a:chOff x="3719520" y="3006720"/>
            <a:chExt cx="468720" cy="200520"/>
          </a:xfrm>
        </p:grpSpPr>
        <p:sp>
          <p:nvSpPr>
            <p:cNvPr id="2278" name=""/>
            <p:cNvSpPr/>
            <p:nvPr/>
          </p:nvSpPr>
          <p:spPr>
            <a:xfrm>
              <a:off x="3719520" y="302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9" name=""/>
            <p:cNvSpPr/>
            <p:nvPr/>
          </p:nvSpPr>
          <p:spPr>
            <a:xfrm>
              <a:off x="3850560" y="300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0" name=""/>
          <p:cNvGrpSpPr/>
          <p:nvPr/>
        </p:nvGrpSpPr>
        <p:grpSpPr>
          <a:xfrm>
            <a:off x="7308720" y="4316400"/>
            <a:ext cx="469080" cy="200520"/>
            <a:chOff x="7308720" y="4316400"/>
            <a:chExt cx="469080" cy="200520"/>
          </a:xfrm>
        </p:grpSpPr>
        <p:sp>
          <p:nvSpPr>
            <p:cNvPr id="2281" name=""/>
            <p:cNvSpPr/>
            <p:nvPr/>
          </p:nvSpPr>
          <p:spPr>
            <a:xfrm>
              <a:off x="7308720" y="433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2" name=""/>
            <p:cNvSpPr/>
            <p:nvPr/>
          </p:nvSpPr>
          <p:spPr>
            <a:xfrm>
              <a:off x="7440120" y="431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3" name=""/>
          <p:cNvGrpSpPr/>
          <p:nvPr/>
        </p:nvGrpSpPr>
        <p:grpSpPr>
          <a:xfrm>
            <a:off x="1747800" y="2576520"/>
            <a:ext cx="468720" cy="200520"/>
            <a:chOff x="1747800" y="2576520"/>
            <a:chExt cx="468720" cy="200520"/>
          </a:xfrm>
        </p:grpSpPr>
        <p:sp>
          <p:nvSpPr>
            <p:cNvPr id="2284" name=""/>
            <p:cNvSpPr/>
            <p:nvPr/>
          </p:nvSpPr>
          <p:spPr>
            <a:xfrm>
              <a:off x="1747800" y="2590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5" name=""/>
            <p:cNvSpPr/>
            <p:nvPr/>
          </p:nvSpPr>
          <p:spPr>
            <a:xfrm>
              <a:off x="1878840" y="25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6" name=""/>
          <p:cNvGrpSpPr/>
          <p:nvPr/>
        </p:nvGrpSpPr>
        <p:grpSpPr>
          <a:xfrm>
            <a:off x="7238880" y="2590920"/>
            <a:ext cx="461880" cy="200520"/>
            <a:chOff x="7238880" y="2590920"/>
            <a:chExt cx="461880" cy="200520"/>
          </a:xfrm>
        </p:grpSpPr>
        <p:sp>
          <p:nvSpPr>
            <p:cNvPr id="2287" name=""/>
            <p:cNvSpPr/>
            <p:nvPr/>
          </p:nvSpPr>
          <p:spPr>
            <a:xfrm>
              <a:off x="7238880" y="260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8" name=""/>
            <p:cNvSpPr/>
            <p:nvPr/>
          </p:nvSpPr>
          <p:spPr>
            <a:xfrm>
              <a:off x="73630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9" name=""/>
          <p:cNvGrpSpPr/>
          <p:nvPr/>
        </p:nvGrpSpPr>
        <p:grpSpPr>
          <a:xfrm>
            <a:off x="3962520" y="4114800"/>
            <a:ext cx="461160" cy="200520"/>
            <a:chOff x="3962520" y="4114800"/>
            <a:chExt cx="461160" cy="200520"/>
          </a:xfrm>
        </p:grpSpPr>
        <p:sp>
          <p:nvSpPr>
            <p:cNvPr id="2290" name=""/>
            <p:cNvSpPr/>
            <p:nvPr/>
          </p:nvSpPr>
          <p:spPr>
            <a:xfrm>
              <a:off x="3962520" y="413064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1" name=""/>
            <p:cNvSpPr/>
            <p:nvPr/>
          </p:nvSpPr>
          <p:spPr>
            <a:xfrm>
              <a:off x="408600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2" name=""/>
          <p:cNvGrpSpPr/>
          <p:nvPr/>
        </p:nvGrpSpPr>
        <p:grpSpPr>
          <a:xfrm>
            <a:off x="1730520" y="835200"/>
            <a:ext cx="468720" cy="200520"/>
            <a:chOff x="1730520" y="835200"/>
            <a:chExt cx="468720" cy="200520"/>
          </a:xfrm>
        </p:grpSpPr>
        <p:sp>
          <p:nvSpPr>
            <p:cNvPr id="2293" name=""/>
            <p:cNvSpPr/>
            <p:nvPr/>
          </p:nvSpPr>
          <p:spPr>
            <a:xfrm>
              <a:off x="1730520" y="8510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4" name=""/>
            <p:cNvSpPr/>
            <p:nvPr/>
          </p:nvSpPr>
          <p:spPr>
            <a:xfrm>
              <a:off x="1861560" y="835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5" name=""/>
          <p:cNvGrpSpPr/>
          <p:nvPr/>
        </p:nvGrpSpPr>
        <p:grpSpPr>
          <a:xfrm>
            <a:off x="5937120" y="4495680"/>
            <a:ext cx="461520" cy="200520"/>
            <a:chOff x="5937120" y="4495680"/>
            <a:chExt cx="461520" cy="200520"/>
          </a:xfrm>
        </p:grpSpPr>
        <p:sp>
          <p:nvSpPr>
            <p:cNvPr id="2296" name=""/>
            <p:cNvSpPr/>
            <p:nvPr/>
          </p:nvSpPr>
          <p:spPr>
            <a:xfrm>
              <a:off x="5937120" y="4511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7" name=""/>
            <p:cNvSpPr/>
            <p:nvPr/>
          </p:nvSpPr>
          <p:spPr>
            <a:xfrm>
              <a:off x="60609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8" name=""/>
          <p:cNvGrpSpPr/>
          <p:nvPr/>
        </p:nvGrpSpPr>
        <p:grpSpPr>
          <a:xfrm>
            <a:off x="3124080" y="6324480"/>
            <a:ext cx="461520" cy="200520"/>
            <a:chOff x="3124080" y="6324480"/>
            <a:chExt cx="461520" cy="200520"/>
          </a:xfrm>
        </p:grpSpPr>
        <p:sp>
          <p:nvSpPr>
            <p:cNvPr id="2299" name=""/>
            <p:cNvSpPr/>
            <p:nvPr/>
          </p:nvSpPr>
          <p:spPr>
            <a:xfrm>
              <a:off x="3124080" y="6340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0" name=""/>
            <p:cNvSpPr/>
            <p:nvPr/>
          </p:nvSpPr>
          <p:spPr>
            <a:xfrm>
              <a:off x="324792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1" name=""/>
          <p:cNvGrpSpPr/>
          <p:nvPr/>
        </p:nvGrpSpPr>
        <p:grpSpPr>
          <a:xfrm>
            <a:off x="3340080" y="844560"/>
            <a:ext cx="468720" cy="200520"/>
            <a:chOff x="3340080" y="844560"/>
            <a:chExt cx="468720" cy="200520"/>
          </a:xfrm>
        </p:grpSpPr>
        <p:sp>
          <p:nvSpPr>
            <p:cNvPr id="2302" name=""/>
            <p:cNvSpPr/>
            <p:nvPr/>
          </p:nvSpPr>
          <p:spPr>
            <a:xfrm>
              <a:off x="3340080" y="858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3" name=""/>
            <p:cNvSpPr/>
            <p:nvPr/>
          </p:nvSpPr>
          <p:spPr>
            <a:xfrm>
              <a:off x="3471120" y="84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4" name=""/>
          <p:cNvGrpSpPr/>
          <p:nvPr/>
        </p:nvGrpSpPr>
        <p:grpSpPr>
          <a:xfrm>
            <a:off x="1447920" y="5105520"/>
            <a:ext cx="461520" cy="200520"/>
            <a:chOff x="1447920" y="5105520"/>
            <a:chExt cx="461520" cy="200520"/>
          </a:xfrm>
        </p:grpSpPr>
        <p:sp>
          <p:nvSpPr>
            <p:cNvPr id="2305" name=""/>
            <p:cNvSpPr/>
            <p:nvPr/>
          </p:nvSpPr>
          <p:spPr>
            <a:xfrm>
              <a:off x="1447920" y="5119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6" name=""/>
            <p:cNvSpPr/>
            <p:nvPr/>
          </p:nvSpPr>
          <p:spPr>
            <a:xfrm>
              <a:off x="157176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7" name=""/>
          <p:cNvGrpSpPr/>
          <p:nvPr/>
        </p:nvGrpSpPr>
        <p:grpSpPr>
          <a:xfrm>
            <a:off x="5562720" y="609480"/>
            <a:ext cx="461160" cy="200520"/>
            <a:chOff x="5562720" y="609480"/>
            <a:chExt cx="461160" cy="200520"/>
          </a:xfrm>
        </p:grpSpPr>
        <p:sp>
          <p:nvSpPr>
            <p:cNvPr id="2308" name=""/>
            <p:cNvSpPr/>
            <p:nvPr/>
          </p:nvSpPr>
          <p:spPr>
            <a:xfrm>
              <a:off x="5562720" y="6238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9" name=""/>
            <p:cNvSpPr/>
            <p:nvPr/>
          </p:nvSpPr>
          <p:spPr>
            <a:xfrm>
              <a:off x="56862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10" name=""/>
          <p:cNvGrpSpPr/>
          <p:nvPr/>
        </p:nvGrpSpPr>
        <p:grpSpPr>
          <a:xfrm>
            <a:off x="4267080" y="1371600"/>
            <a:ext cx="460080" cy="200520"/>
            <a:chOff x="4267080" y="1371600"/>
            <a:chExt cx="460080" cy="200520"/>
          </a:xfrm>
        </p:grpSpPr>
        <p:sp>
          <p:nvSpPr>
            <p:cNvPr id="2311" name=""/>
            <p:cNvSpPr/>
            <p:nvPr/>
          </p:nvSpPr>
          <p:spPr>
            <a:xfrm>
              <a:off x="4267080" y="1385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2" name=""/>
            <p:cNvSpPr/>
            <p:nvPr/>
          </p:nvSpPr>
          <p:spPr>
            <a:xfrm>
              <a:off x="4389480" y="1371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13" name="Rounded Rectangle 231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314" name="Oval 2313"/>
          <p:cNvSpPr/>
          <p:nvPr/>
        </p:nvSpPr>
        <p:spPr>
          <a:xfrm>
            <a:off x="4697840" y="53897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Oval 2314"/>
          <p:cNvSpPr/>
          <p:nvPr/>
        </p:nvSpPr>
        <p:spPr>
          <a:xfrm>
            <a:off x="4737840" y="54297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316" name="Rounded Rectangle 2315"/>
          <p:cNvSpPr/>
          <p:nvPr/>
        </p:nvSpPr>
        <p:spPr>
          <a:xfrm>
            <a:off x="5007840" y="54497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317" name="Oval 2316"/>
          <p:cNvSpPr/>
          <p:nvPr/>
        </p:nvSpPr>
        <p:spPr>
          <a:xfrm>
            <a:off x="8346621" y="32560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Oval 2317"/>
          <p:cNvSpPr/>
          <p:nvPr/>
        </p:nvSpPr>
        <p:spPr>
          <a:xfrm>
            <a:off x="8386621" y="32960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319" name="Rounded Rectangle 2318"/>
          <p:cNvSpPr/>
          <p:nvPr/>
        </p:nvSpPr>
        <p:spPr>
          <a:xfrm>
            <a:off x="8656621" y="33160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320" name="Oval 2319"/>
          <p:cNvSpPr/>
          <p:nvPr/>
        </p:nvSpPr>
        <p:spPr>
          <a:xfrm>
            <a:off x="2403023" y="30276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Oval 2320"/>
          <p:cNvSpPr/>
          <p:nvPr/>
        </p:nvSpPr>
        <p:spPr>
          <a:xfrm>
            <a:off x="2443023" y="30676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322" name="Rounded Rectangle 2321"/>
          <p:cNvSpPr/>
          <p:nvPr/>
        </p:nvSpPr>
        <p:spPr>
          <a:xfrm>
            <a:off x="2713023" y="30876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323" name="Oval 2322"/>
          <p:cNvSpPr/>
          <p:nvPr/>
        </p:nvSpPr>
        <p:spPr>
          <a:xfrm>
            <a:off x="40700" y="15798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Oval 2323"/>
          <p:cNvSpPr/>
          <p:nvPr/>
        </p:nvSpPr>
        <p:spPr>
          <a:xfrm>
            <a:off x="80700" y="16198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325" name="Rounded Rectangle 2324"/>
          <p:cNvSpPr/>
          <p:nvPr/>
        </p:nvSpPr>
        <p:spPr>
          <a:xfrm>
            <a:off x="350700" y="16398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326" name="Oval 2325"/>
          <p:cNvSpPr/>
          <p:nvPr/>
        </p:nvSpPr>
        <p:spPr>
          <a:xfrm>
            <a:off x="5450421" y="39420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Oval 2326"/>
          <p:cNvSpPr/>
          <p:nvPr/>
        </p:nvSpPr>
        <p:spPr>
          <a:xfrm>
            <a:off x="5490421" y="39820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328" name="Rounded Rectangle 2327"/>
          <p:cNvSpPr/>
          <p:nvPr/>
        </p:nvSpPr>
        <p:spPr>
          <a:xfrm>
            <a:off x="5760421" y="40020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329" name="Oval 2328"/>
          <p:cNvSpPr/>
          <p:nvPr/>
        </p:nvSpPr>
        <p:spPr>
          <a:xfrm>
            <a:off x="6898699" y="55420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Oval 2329"/>
          <p:cNvSpPr/>
          <p:nvPr/>
        </p:nvSpPr>
        <p:spPr>
          <a:xfrm>
            <a:off x="6938699" y="55820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331" name="Rounded Rectangle 2330"/>
          <p:cNvSpPr/>
          <p:nvPr/>
        </p:nvSpPr>
        <p:spPr>
          <a:xfrm>
            <a:off x="7208699" y="56020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332" name="Oval 2331"/>
          <p:cNvSpPr/>
          <p:nvPr/>
        </p:nvSpPr>
        <p:spPr>
          <a:xfrm>
            <a:off x="4993938" y="34088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Oval 2332"/>
          <p:cNvSpPr/>
          <p:nvPr/>
        </p:nvSpPr>
        <p:spPr>
          <a:xfrm>
            <a:off x="5033938" y="34488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334" name="Rounded Rectangle 2333"/>
          <p:cNvSpPr/>
          <p:nvPr/>
        </p:nvSpPr>
        <p:spPr>
          <a:xfrm>
            <a:off x="5303938" y="34688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335" name="Oval 2334"/>
          <p:cNvSpPr/>
          <p:nvPr/>
        </p:nvSpPr>
        <p:spPr>
          <a:xfrm>
            <a:off x="6008058" y="16180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Oval 2335"/>
          <p:cNvSpPr/>
          <p:nvPr/>
        </p:nvSpPr>
        <p:spPr>
          <a:xfrm>
            <a:off x="6048058" y="16580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337" name="Rounded Rectangle 2336"/>
          <p:cNvSpPr/>
          <p:nvPr/>
        </p:nvSpPr>
        <p:spPr>
          <a:xfrm>
            <a:off x="6318058" y="16780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338" name="Oval 2337"/>
          <p:cNvSpPr/>
          <p:nvPr/>
        </p:nvSpPr>
        <p:spPr>
          <a:xfrm>
            <a:off x="3607940" y="29095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Oval 2338"/>
          <p:cNvSpPr/>
          <p:nvPr/>
        </p:nvSpPr>
        <p:spPr>
          <a:xfrm>
            <a:off x="3647940" y="29495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340" name="Rounded Rectangle 2339"/>
          <p:cNvSpPr/>
          <p:nvPr/>
        </p:nvSpPr>
        <p:spPr>
          <a:xfrm>
            <a:off x="3917940" y="29695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341" name="Oval 2340"/>
          <p:cNvSpPr/>
          <p:nvPr/>
        </p:nvSpPr>
        <p:spPr>
          <a:xfrm>
            <a:off x="7197142" y="42206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Oval 2341"/>
          <p:cNvSpPr/>
          <p:nvPr/>
        </p:nvSpPr>
        <p:spPr>
          <a:xfrm>
            <a:off x="7237142" y="42606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343" name="Rounded Rectangle 2342"/>
          <p:cNvSpPr/>
          <p:nvPr/>
        </p:nvSpPr>
        <p:spPr>
          <a:xfrm>
            <a:off x="7507142" y="42806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344" name="Oval 2343"/>
          <p:cNvSpPr/>
          <p:nvPr/>
        </p:nvSpPr>
        <p:spPr>
          <a:xfrm>
            <a:off x="1636223" y="24793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Oval 2344"/>
          <p:cNvSpPr/>
          <p:nvPr/>
        </p:nvSpPr>
        <p:spPr>
          <a:xfrm>
            <a:off x="1676223" y="25193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346" name="Rounded Rectangle 2345"/>
          <p:cNvSpPr/>
          <p:nvPr/>
        </p:nvSpPr>
        <p:spPr>
          <a:xfrm>
            <a:off x="1946223" y="25393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347" name="Oval 2346"/>
          <p:cNvSpPr/>
          <p:nvPr/>
        </p:nvSpPr>
        <p:spPr>
          <a:xfrm>
            <a:off x="7127299" y="2493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Oval 2347"/>
          <p:cNvSpPr/>
          <p:nvPr/>
        </p:nvSpPr>
        <p:spPr>
          <a:xfrm>
            <a:off x="7167299" y="2533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349" name="Rounded Rectangle 2348"/>
          <p:cNvSpPr/>
          <p:nvPr/>
        </p:nvSpPr>
        <p:spPr>
          <a:xfrm>
            <a:off x="7437299" y="2553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350" name="Oval 2349"/>
          <p:cNvSpPr/>
          <p:nvPr/>
        </p:nvSpPr>
        <p:spPr>
          <a:xfrm>
            <a:off x="3850764" y="40181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Oval 2350"/>
          <p:cNvSpPr/>
          <p:nvPr/>
        </p:nvSpPr>
        <p:spPr>
          <a:xfrm>
            <a:off x="3890764" y="40581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352" name="Rounded Rectangle 2351"/>
          <p:cNvSpPr/>
          <p:nvPr/>
        </p:nvSpPr>
        <p:spPr>
          <a:xfrm>
            <a:off x="4160764" y="40781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353" name="Oval 2352"/>
          <p:cNvSpPr/>
          <p:nvPr/>
        </p:nvSpPr>
        <p:spPr>
          <a:xfrm>
            <a:off x="1618943" y="7385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Oval 2353"/>
          <p:cNvSpPr/>
          <p:nvPr/>
        </p:nvSpPr>
        <p:spPr>
          <a:xfrm>
            <a:off x="1658943" y="7785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355" name="Rounded Rectangle 2354"/>
          <p:cNvSpPr/>
          <p:nvPr/>
        </p:nvSpPr>
        <p:spPr>
          <a:xfrm>
            <a:off x="1928943" y="7985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356" name="Oval 2355"/>
          <p:cNvSpPr/>
          <p:nvPr/>
        </p:nvSpPr>
        <p:spPr>
          <a:xfrm>
            <a:off x="5825543" y="43990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Oval 2356"/>
          <p:cNvSpPr/>
          <p:nvPr/>
        </p:nvSpPr>
        <p:spPr>
          <a:xfrm>
            <a:off x="5865543" y="44390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358" name="Rounded Rectangle 2357"/>
          <p:cNvSpPr/>
          <p:nvPr/>
        </p:nvSpPr>
        <p:spPr>
          <a:xfrm>
            <a:off x="6135543" y="44590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359" name="Oval 2358"/>
          <p:cNvSpPr/>
          <p:nvPr/>
        </p:nvSpPr>
        <p:spPr>
          <a:xfrm>
            <a:off x="3012500" y="62287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Oval 2359"/>
          <p:cNvSpPr/>
          <p:nvPr/>
        </p:nvSpPr>
        <p:spPr>
          <a:xfrm>
            <a:off x="3052500" y="62687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361" name="Rounded Rectangle 2360"/>
          <p:cNvSpPr/>
          <p:nvPr/>
        </p:nvSpPr>
        <p:spPr>
          <a:xfrm>
            <a:off x="3322500" y="62887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362" name="Oval 2361"/>
          <p:cNvSpPr/>
          <p:nvPr/>
        </p:nvSpPr>
        <p:spPr>
          <a:xfrm>
            <a:off x="3228503" y="7473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Oval 2362"/>
          <p:cNvSpPr/>
          <p:nvPr/>
        </p:nvSpPr>
        <p:spPr>
          <a:xfrm>
            <a:off x="3268503" y="7873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364" name="Rounded Rectangle 2363"/>
          <p:cNvSpPr/>
          <p:nvPr/>
        </p:nvSpPr>
        <p:spPr>
          <a:xfrm>
            <a:off x="3538503" y="8073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365" name="Oval 2364"/>
          <p:cNvSpPr/>
          <p:nvPr/>
        </p:nvSpPr>
        <p:spPr>
          <a:xfrm>
            <a:off x="1336339" y="50079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Oval 2365"/>
          <p:cNvSpPr/>
          <p:nvPr/>
        </p:nvSpPr>
        <p:spPr>
          <a:xfrm>
            <a:off x="1376339" y="50479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367" name="Rounded Rectangle 2366"/>
          <p:cNvSpPr/>
          <p:nvPr/>
        </p:nvSpPr>
        <p:spPr>
          <a:xfrm>
            <a:off x="1646339" y="50679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368" name="Oval 2367"/>
          <p:cNvSpPr/>
          <p:nvPr/>
        </p:nvSpPr>
        <p:spPr>
          <a:xfrm>
            <a:off x="5450964" y="5123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Oval 2368"/>
          <p:cNvSpPr/>
          <p:nvPr/>
        </p:nvSpPr>
        <p:spPr>
          <a:xfrm>
            <a:off x="5490964" y="5523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370" name="Rounded Rectangle 2369"/>
          <p:cNvSpPr/>
          <p:nvPr/>
        </p:nvSpPr>
        <p:spPr>
          <a:xfrm>
            <a:off x="5760964" y="5723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371" name="Oval 2370"/>
          <p:cNvSpPr/>
          <p:nvPr/>
        </p:nvSpPr>
        <p:spPr>
          <a:xfrm>
            <a:off x="4154602" y="12740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Oval 2371"/>
          <p:cNvSpPr/>
          <p:nvPr/>
        </p:nvSpPr>
        <p:spPr>
          <a:xfrm>
            <a:off x="4194602" y="13140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373" name="Rounded Rectangle 2372"/>
          <p:cNvSpPr/>
          <p:nvPr/>
        </p:nvSpPr>
        <p:spPr>
          <a:xfrm>
            <a:off x="4464602" y="13340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"/>
          <p:cNvSpPr/>
          <p:nvPr/>
        </p:nvSpPr>
        <p:spPr>
          <a:xfrm>
            <a:off x="3083400" y="50760"/>
            <a:ext cx="2977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23: VTBS | RWY 01L | STAR CABI1B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4" name=""/>
          <p:cNvSpPr/>
          <p:nvPr/>
        </p:nvSpPr>
        <p:spPr>
          <a:xfrm flipH="1" flipV="1">
            <a:off x="4452480" y="2295360"/>
            <a:ext cx="2490840" cy="3075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5" name=""/>
          <p:cNvSpPr/>
          <p:nvPr/>
        </p:nvSpPr>
        <p:spPr>
          <a:xfrm flipH="1" flipV="1">
            <a:off x="3483000" y="2108160"/>
            <a:ext cx="969840" cy="187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6" name=""/>
          <p:cNvSpPr/>
          <p:nvPr/>
        </p:nvSpPr>
        <p:spPr>
          <a:xfrm flipH="1">
            <a:off x="3056040" y="2108160"/>
            <a:ext cx="426960" cy="1592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7" name=""/>
          <p:cNvSpPr/>
          <p:nvPr/>
        </p:nvSpPr>
        <p:spPr>
          <a:xfrm flipH="1" flipV="1">
            <a:off x="2259000" y="3485880"/>
            <a:ext cx="797040" cy="214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8" name=""/>
          <p:cNvSpPr/>
          <p:nvPr/>
        </p:nvSpPr>
        <p:spPr>
          <a:xfrm flipH="1" flipV="1">
            <a:off x="2199960" y="2928960"/>
            <a:ext cx="58680" cy="557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9" name=""/>
          <p:cNvSpPr/>
          <p:nvPr/>
        </p:nvSpPr>
        <p:spPr>
          <a:xfrm flipV="1">
            <a:off x="2200320" y="2658960"/>
            <a:ext cx="73080" cy="270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0" name=""/>
          <p:cNvSpPr/>
          <p:nvPr/>
        </p:nvSpPr>
        <p:spPr>
          <a:xfrm flipV="1">
            <a:off x="2273400" y="2260080"/>
            <a:ext cx="106200" cy="39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1" name=""/>
          <p:cNvSpPr/>
          <p:nvPr/>
        </p:nvSpPr>
        <p:spPr>
          <a:xfrm flipV="1">
            <a:off x="2379600" y="1639800"/>
            <a:ext cx="166680" cy="620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22" name=""/>
          <p:cNvGrpSpPr/>
          <p:nvPr/>
        </p:nvGrpSpPr>
        <p:grpSpPr>
          <a:xfrm>
            <a:off x="6880320" y="5307120"/>
            <a:ext cx="585360" cy="200520"/>
            <a:chOff x="6880320" y="5307120"/>
            <a:chExt cx="585360" cy="200520"/>
          </a:xfrm>
        </p:grpSpPr>
        <p:sp>
          <p:nvSpPr>
            <p:cNvPr id="2323" name=""/>
            <p:cNvSpPr/>
            <p:nvPr/>
          </p:nvSpPr>
          <p:spPr>
            <a:xfrm>
              <a:off x="688032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4" name=""/>
            <p:cNvSpPr/>
            <p:nvPr/>
          </p:nvSpPr>
          <p:spPr>
            <a:xfrm>
              <a:off x="7005960" y="530712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CABIN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5" name=""/>
          <p:cNvGrpSpPr/>
          <p:nvPr/>
        </p:nvGrpSpPr>
        <p:grpSpPr>
          <a:xfrm>
            <a:off x="4402080" y="2232000"/>
            <a:ext cx="553320" cy="200520"/>
            <a:chOff x="4402080" y="2232000"/>
            <a:chExt cx="553320" cy="200520"/>
          </a:xfrm>
        </p:grpSpPr>
        <p:sp>
          <p:nvSpPr>
            <p:cNvPr id="2326" name=""/>
            <p:cNvSpPr/>
            <p:nvPr/>
          </p:nvSpPr>
          <p:spPr>
            <a:xfrm>
              <a:off x="4402080" y="22446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7" name=""/>
            <p:cNvSpPr/>
            <p:nvPr/>
          </p:nvSpPr>
          <p:spPr>
            <a:xfrm>
              <a:off x="4509360" y="223200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BS652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8" name=""/>
          <p:cNvGrpSpPr/>
          <p:nvPr/>
        </p:nvGrpSpPr>
        <p:grpSpPr>
          <a:xfrm>
            <a:off x="3432240" y="2044800"/>
            <a:ext cx="553320" cy="200520"/>
            <a:chOff x="3432240" y="2044800"/>
            <a:chExt cx="553320" cy="200520"/>
          </a:xfrm>
        </p:grpSpPr>
        <p:sp>
          <p:nvSpPr>
            <p:cNvPr id="2329" name=""/>
            <p:cNvSpPr/>
            <p:nvPr/>
          </p:nvSpPr>
          <p:spPr>
            <a:xfrm>
              <a:off x="3432240" y="20574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0" name=""/>
            <p:cNvSpPr/>
            <p:nvPr/>
          </p:nvSpPr>
          <p:spPr>
            <a:xfrm>
              <a:off x="3539520" y="204480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BS651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1" name=""/>
          <p:cNvGrpSpPr/>
          <p:nvPr/>
        </p:nvGrpSpPr>
        <p:grpSpPr>
          <a:xfrm>
            <a:off x="3005280" y="3637080"/>
            <a:ext cx="569880" cy="200520"/>
            <a:chOff x="3005280" y="3637080"/>
            <a:chExt cx="569880" cy="200520"/>
          </a:xfrm>
        </p:grpSpPr>
        <p:sp>
          <p:nvSpPr>
            <p:cNvPr id="2332" name=""/>
            <p:cNvSpPr/>
            <p:nvPr/>
          </p:nvSpPr>
          <p:spPr>
            <a:xfrm>
              <a:off x="3005280" y="3649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3" name=""/>
            <p:cNvSpPr/>
            <p:nvPr/>
          </p:nvSpPr>
          <p:spPr>
            <a:xfrm>
              <a:off x="3095640" y="36370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BYLON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4" name=""/>
          <p:cNvGrpSpPr/>
          <p:nvPr/>
        </p:nvGrpSpPr>
        <p:grpSpPr>
          <a:xfrm>
            <a:off x="2208240" y="3422520"/>
            <a:ext cx="572400" cy="200520"/>
            <a:chOff x="2208240" y="3422520"/>
            <a:chExt cx="572400" cy="200520"/>
          </a:xfrm>
        </p:grpSpPr>
        <p:sp>
          <p:nvSpPr>
            <p:cNvPr id="2335" name=""/>
            <p:cNvSpPr/>
            <p:nvPr/>
          </p:nvSpPr>
          <p:spPr>
            <a:xfrm>
              <a:off x="2208240" y="3435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6" name=""/>
            <p:cNvSpPr/>
            <p:nvPr/>
          </p:nvSpPr>
          <p:spPr>
            <a:xfrm>
              <a:off x="2296800" y="34225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SHEEN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7" name=""/>
          <p:cNvGrpSpPr/>
          <p:nvPr/>
        </p:nvGrpSpPr>
        <p:grpSpPr>
          <a:xfrm>
            <a:off x="2149560" y="2865600"/>
            <a:ext cx="565200" cy="200520"/>
            <a:chOff x="2149560" y="2865600"/>
            <a:chExt cx="565200" cy="200520"/>
          </a:xfrm>
        </p:grpSpPr>
        <p:sp>
          <p:nvSpPr>
            <p:cNvPr id="2338" name=""/>
            <p:cNvSpPr/>
            <p:nvPr/>
          </p:nvSpPr>
          <p:spPr>
            <a:xfrm>
              <a:off x="2149560" y="2878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9" name=""/>
            <p:cNvSpPr/>
            <p:nvPr/>
          </p:nvSpPr>
          <p:spPr>
            <a:xfrm>
              <a:off x="2244600" y="286560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LASER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0" name=""/>
          <p:cNvGrpSpPr/>
          <p:nvPr/>
        </p:nvGrpSpPr>
        <p:grpSpPr>
          <a:xfrm>
            <a:off x="2222640" y="2595600"/>
            <a:ext cx="547560" cy="200520"/>
            <a:chOff x="2222640" y="2595600"/>
            <a:chExt cx="547560" cy="200520"/>
          </a:xfrm>
        </p:grpSpPr>
        <p:sp>
          <p:nvSpPr>
            <p:cNvPr id="2341" name=""/>
            <p:cNvSpPr/>
            <p:nvPr/>
          </p:nvSpPr>
          <p:spPr>
            <a:xfrm>
              <a:off x="2222640" y="2608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2" name=""/>
            <p:cNvSpPr/>
            <p:nvPr/>
          </p:nvSpPr>
          <p:spPr>
            <a:xfrm>
              <a:off x="2334960" y="25956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LEVIN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3" name=""/>
          <p:cNvGrpSpPr/>
          <p:nvPr/>
        </p:nvGrpSpPr>
        <p:grpSpPr>
          <a:xfrm>
            <a:off x="2328840" y="2197080"/>
            <a:ext cx="533520" cy="200520"/>
            <a:chOff x="2328840" y="2197080"/>
            <a:chExt cx="533520" cy="200520"/>
          </a:xfrm>
        </p:grpSpPr>
        <p:sp>
          <p:nvSpPr>
            <p:cNvPr id="2344" name=""/>
            <p:cNvSpPr/>
            <p:nvPr/>
          </p:nvSpPr>
          <p:spPr>
            <a:xfrm>
              <a:off x="2328840" y="220968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5" name=""/>
            <p:cNvSpPr/>
            <p:nvPr/>
          </p:nvSpPr>
          <p:spPr>
            <a:xfrm>
              <a:off x="2455920" y="219708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6" name=""/>
          <p:cNvGrpSpPr/>
          <p:nvPr/>
        </p:nvGrpSpPr>
        <p:grpSpPr>
          <a:xfrm>
            <a:off x="2482920" y="1576440"/>
            <a:ext cx="595440" cy="200520"/>
            <a:chOff x="2482920" y="1576440"/>
            <a:chExt cx="595440" cy="200520"/>
          </a:xfrm>
        </p:grpSpPr>
        <p:sp>
          <p:nvSpPr>
            <p:cNvPr id="2347" name=""/>
            <p:cNvSpPr/>
            <p:nvPr/>
          </p:nvSpPr>
          <p:spPr>
            <a:xfrm>
              <a:off x="2482920" y="15764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8" name=""/>
            <p:cNvSpPr/>
            <p:nvPr/>
          </p:nvSpPr>
          <p:spPr>
            <a:xfrm>
              <a:off x="2598840" y="157644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RW01L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9" name=""/>
          <p:cNvGrpSpPr/>
          <p:nvPr/>
        </p:nvGrpSpPr>
        <p:grpSpPr>
          <a:xfrm>
            <a:off x="1295280" y="3048120"/>
            <a:ext cx="461880" cy="200520"/>
            <a:chOff x="1295280" y="3048120"/>
            <a:chExt cx="461880" cy="200520"/>
          </a:xfrm>
        </p:grpSpPr>
        <p:sp>
          <p:nvSpPr>
            <p:cNvPr id="2350" name=""/>
            <p:cNvSpPr/>
            <p:nvPr/>
          </p:nvSpPr>
          <p:spPr>
            <a:xfrm>
              <a:off x="1295280" y="3062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1" name=""/>
            <p:cNvSpPr/>
            <p:nvPr/>
          </p:nvSpPr>
          <p:spPr>
            <a:xfrm>
              <a:off x="141948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2" name=""/>
          <p:cNvGrpSpPr/>
          <p:nvPr/>
        </p:nvGrpSpPr>
        <p:grpSpPr>
          <a:xfrm>
            <a:off x="533520" y="6324480"/>
            <a:ext cx="461160" cy="200520"/>
            <a:chOff x="533520" y="6324480"/>
            <a:chExt cx="461160" cy="200520"/>
          </a:xfrm>
        </p:grpSpPr>
        <p:sp>
          <p:nvSpPr>
            <p:cNvPr id="2353" name=""/>
            <p:cNvSpPr/>
            <p:nvPr/>
          </p:nvSpPr>
          <p:spPr>
            <a:xfrm>
              <a:off x="533520" y="634068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4" name=""/>
            <p:cNvSpPr/>
            <p:nvPr/>
          </p:nvSpPr>
          <p:spPr>
            <a:xfrm>
              <a:off x="65700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5" name=""/>
          <p:cNvGrpSpPr/>
          <p:nvPr/>
        </p:nvGrpSpPr>
        <p:grpSpPr>
          <a:xfrm>
            <a:off x="3200400" y="6248520"/>
            <a:ext cx="460080" cy="200520"/>
            <a:chOff x="3200400" y="6248520"/>
            <a:chExt cx="460080" cy="200520"/>
          </a:xfrm>
        </p:grpSpPr>
        <p:sp>
          <p:nvSpPr>
            <p:cNvPr id="2356" name=""/>
            <p:cNvSpPr/>
            <p:nvPr/>
          </p:nvSpPr>
          <p:spPr>
            <a:xfrm>
              <a:off x="3200400" y="6264360"/>
              <a:ext cx="95040" cy="9612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7" name=""/>
            <p:cNvSpPr/>
            <p:nvPr/>
          </p:nvSpPr>
          <p:spPr>
            <a:xfrm>
              <a:off x="33228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58" name=""/>
          <p:cNvGrpSpPr/>
          <p:nvPr/>
        </p:nvGrpSpPr>
        <p:grpSpPr>
          <a:xfrm>
            <a:off x="2819520" y="533520"/>
            <a:ext cx="461160" cy="200520"/>
            <a:chOff x="2819520" y="533520"/>
            <a:chExt cx="461160" cy="200520"/>
          </a:xfrm>
        </p:grpSpPr>
        <p:sp>
          <p:nvSpPr>
            <p:cNvPr id="2359" name=""/>
            <p:cNvSpPr/>
            <p:nvPr/>
          </p:nvSpPr>
          <p:spPr>
            <a:xfrm>
              <a:off x="2819520" y="5475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0" name=""/>
            <p:cNvSpPr/>
            <p:nvPr/>
          </p:nvSpPr>
          <p:spPr>
            <a:xfrm>
              <a:off x="29430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1" name=""/>
          <p:cNvGrpSpPr/>
          <p:nvPr/>
        </p:nvGrpSpPr>
        <p:grpSpPr>
          <a:xfrm>
            <a:off x="4876920" y="4495680"/>
            <a:ext cx="461520" cy="200520"/>
            <a:chOff x="4876920" y="4495680"/>
            <a:chExt cx="461520" cy="200520"/>
          </a:xfrm>
        </p:grpSpPr>
        <p:sp>
          <p:nvSpPr>
            <p:cNvPr id="2362" name=""/>
            <p:cNvSpPr/>
            <p:nvPr/>
          </p:nvSpPr>
          <p:spPr>
            <a:xfrm>
              <a:off x="4876920" y="4511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3" name=""/>
            <p:cNvSpPr/>
            <p:nvPr/>
          </p:nvSpPr>
          <p:spPr>
            <a:xfrm>
              <a:off x="50007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4" name=""/>
          <p:cNvGrpSpPr/>
          <p:nvPr/>
        </p:nvGrpSpPr>
        <p:grpSpPr>
          <a:xfrm>
            <a:off x="6324480" y="609480"/>
            <a:ext cx="461880" cy="200520"/>
            <a:chOff x="6324480" y="609480"/>
            <a:chExt cx="461880" cy="200520"/>
          </a:xfrm>
        </p:grpSpPr>
        <p:sp>
          <p:nvSpPr>
            <p:cNvPr id="2365" name=""/>
            <p:cNvSpPr/>
            <p:nvPr/>
          </p:nvSpPr>
          <p:spPr>
            <a:xfrm>
              <a:off x="6324480" y="62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6" name=""/>
            <p:cNvSpPr/>
            <p:nvPr/>
          </p:nvSpPr>
          <p:spPr>
            <a:xfrm>
              <a:off x="644868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7" name=""/>
          <p:cNvGrpSpPr/>
          <p:nvPr/>
        </p:nvGrpSpPr>
        <p:grpSpPr>
          <a:xfrm>
            <a:off x="5486400" y="2209680"/>
            <a:ext cx="461880" cy="200520"/>
            <a:chOff x="5486400" y="2209680"/>
            <a:chExt cx="461880" cy="200520"/>
          </a:xfrm>
        </p:grpSpPr>
        <p:sp>
          <p:nvSpPr>
            <p:cNvPr id="2368" name=""/>
            <p:cNvSpPr/>
            <p:nvPr/>
          </p:nvSpPr>
          <p:spPr>
            <a:xfrm>
              <a:off x="5486400" y="222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9" name=""/>
            <p:cNvSpPr/>
            <p:nvPr/>
          </p:nvSpPr>
          <p:spPr>
            <a:xfrm>
              <a:off x="561060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0" name=""/>
          <p:cNvGrpSpPr/>
          <p:nvPr/>
        </p:nvGrpSpPr>
        <p:grpSpPr>
          <a:xfrm>
            <a:off x="3505320" y="4495680"/>
            <a:ext cx="461520" cy="200520"/>
            <a:chOff x="3505320" y="4495680"/>
            <a:chExt cx="461520" cy="200520"/>
          </a:xfrm>
        </p:grpSpPr>
        <p:sp>
          <p:nvSpPr>
            <p:cNvPr id="2371" name=""/>
            <p:cNvSpPr/>
            <p:nvPr/>
          </p:nvSpPr>
          <p:spPr>
            <a:xfrm>
              <a:off x="3505320" y="4511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2" name=""/>
            <p:cNvSpPr/>
            <p:nvPr/>
          </p:nvSpPr>
          <p:spPr>
            <a:xfrm>
              <a:off x="362916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3" name=""/>
          <p:cNvGrpSpPr/>
          <p:nvPr/>
        </p:nvGrpSpPr>
        <p:grpSpPr>
          <a:xfrm>
            <a:off x="1203480" y="890640"/>
            <a:ext cx="468720" cy="200520"/>
            <a:chOff x="1203480" y="890640"/>
            <a:chExt cx="468720" cy="200520"/>
          </a:xfrm>
        </p:grpSpPr>
        <p:sp>
          <p:nvSpPr>
            <p:cNvPr id="2374" name=""/>
            <p:cNvSpPr/>
            <p:nvPr/>
          </p:nvSpPr>
          <p:spPr>
            <a:xfrm>
              <a:off x="1203480" y="906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5" name=""/>
            <p:cNvSpPr/>
            <p:nvPr/>
          </p:nvSpPr>
          <p:spPr>
            <a:xfrm>
              <a:off x="1334520" y="890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6" name=""/>
          <p:cNvGrpSpPr/>
          <p:nvPr/>
        </p:nvGrpSpPr>
        <p:grpSpPr>
          <a:xfrm>
            <a:off x="914400" y="4572000"/>
            <a:ext cx="461880" cy="200520"/>
            <a:chOff x="914400" y="4572000"/>
            <a:chExt cx="461880" cy="200520"/>
          </a:xfrm>
        </p:grpSpPr>
        <p:sp>
          <p:nvSpPr>
            <p:cNvPr id="2377" name=""/>
            <p:cNvSpPr/>
            <p:nvPr/>
          </p:nvSpPr>
          <p:spPr>
            <a:xfrm>
              <a:off x="914400" y="45874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8" name=""/>
            <p:cNvSpPr/>
            <p:nvPr/>
          </p:nvSpPr>
          <p:spPr>
            <a:xfrm>
              <a:off x="10386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9" name=""/>
          <p:cNvGrpSpPr/>
          <p:nvPr/>
        </p:nvGrpSpPr>
        <p:grpSpPr>
          <a:xfrm>
            <a:off x="6095880" y="6019920"/>
            <a:ext cx="461520" cy="200520"/>
            <a:chOff x="6095880" y="6019920"/>
            <a:chExt cx="461520" cy="200520"/>
          </a:xfrm>
        </p:grpSpPr>
        <p:sp>
          <p:nvSpPr>
            <p:cNvPr id="2380" name=""/>
            <p:cNvSpPr/>
            <p:nvPr/>
          </p:nvSpPr>
          <p:spPr>
            <a:xfrm>
              <a:off x="6095880" y="60357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1" name=""/>
            <p:cNvSpPr/>
            <p:nvPr/>
          </p:nvSpPr>
          <p:spPr>
            <a:xfrm>
              <a:off x="621972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2" name=""/>
          <p:cNvGrpSpPr/>
          <p:nvPr/>
        </p:nvGrpSpPr>
        <p:grpSpPr>
          <a:xfrm>
            <a:off x="8381880" y="2057400"/>
            <a:ext cx="461880" cy="200520"/>
            <a:chOff x="8381880" y="2057400"/>
            <a:chExt cx="461880" cy="200520"/>
          </a:xfrm>
        </p:grpSpPr>
        <p:sp>
          <p:nvSpPr>
            <p:cNvPr id="2383" name=""/>
            <p:cNvSpPr/>
            <p:nvPr/>
          </p:nvSpPr>
          <p:spPr>
            <a:xfrm>
              <a:off x="8381880" y="20714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4" name=""/>
            <p:cNvSpPr/>
            <p:nvPr/>
          </p:nvSpPr>
          <p:spPr>
            <a:xfrm>
              <a:off x="850608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5" name=""/>
          <p:cNvGrpSpPr/>
          <p:nvPr/>
        </p:nvGrpSpPr>
        <p:grpSpPr>
          <a:xfrm>
            <a:off x="4114800" y="1295280"/>
            <a:ext cx="461520" cy="200520"/>
            <a:chOff x="4114800" y="1295280"/>
            <a:chExt cx="461520" cy="200520"/>
          </a:xfrm>
        </p:grpSpPr>
        <p:sp>
          <p:nvSpPr>
            <p:cNvPr id="2386" name=""/>
            <p:cNvSpPr/>
            <p:nvPr/>
          </p:nvSpPr>
          <p:spPr>
            <a:xfrm>
              <a:off x="4114800" y="1311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7" name=""/>
            <p:cNvSpPr/>
            <p:nvPr/>
          </p:nvSpPr>
          <p:spPr>
            <a:xfrm>
              <a:off x="423864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8" name=""/>
          <p:cNvGrpSpPr/>
          <p:nvPr/>
        </p:nvGrpSpPr>
        <p:grpSpPr>
          <a:xfrm>
            <a:off x="3962520" y="3124080"/>
            <a:ext cx="461160" cy="200520"/>
            <a:chOff x="3962520" y="3124080"/>
            <a:chExt cx="461160" cy="200520"/>
          </a:xfrm>
        </p:grpSpPr>
        <p:sp>
          <p:nvSpPr>
            <p:cNvPr id="2389" name=""/>
            <p:cNvSpPr/>
            <p:nvPr/>
          </p:nvSpPr>
          <p:spPr>
            <a:xfrm>
              <a:off x="3962520" y="31384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0" name=""/>
            <p:cNvSpPr/>
            <p:nvPr/>
          </p:nvSpPr>
          <p:spPr>
            <a:xfrm>
              <a:off x="40860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1" name=""/>
          <p:cNvGrpSpPr/>
          <p:nvPr/>
        </p:nvGrpSpPr>
        <p:grpSpPr>
          <a:xfrm>
            <a:off x="7920000" y="4478400"/>
            <a:ext cx="468720" cy="200520"/>
            <a:chOff x="7920000" y="4478400"/>
            <a:chExt cx="468720" cy="200520"/>
          </a:xfrm>
        </p:grpSpPr>
        <p:sp>
          <p:nvSpPr>
            <p:cNvPr id="2392" name=""/>
            <p:cNvSpPr/>
            <p:nvPr/>
          </p:nvSpPr>
          <p:spPr>
            <a:xfrm>
              <a:off x="7920000" y="4492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3" name=""/>
            <p:cNvSpPr/>
            <p:nvPr/>
          </p:nvSpPr>
          <p:spPr>
            <a:xfrm>
              <a:off x="8051040" y="4478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4" name=""/>
          <p:cNvGrpSpPr/>
          <p:nvPr/>
        </p:nvGrpSpPr>
        <p:grpSpPr>
          <a:xfrm>
            <a:off x="6781680" y="2743200"/>
            <a:ext cx="461880" cy="200520"/>
            <a:chOff x="6781680" y="2743200"/>
            <a:chExt cx="461880" cy="200520"/>
          </a:xfrm>
        </p:grpSpPr>
        <p:sp>
          <p:nvSpPr>
            <p:cNvPr id="2395" name=""/>
            <p:cNvSpPr/>
            <p:nvPr/>
          </p:nvSpPr>
          <p:spPr>
            <a:xfrm>
              <a:off x="6781680" y="2759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6" name=""/>
            <p:cNvSpPr/>
            <p:nvPr/>
          </p:nvSpPr>
          <p:spPr>
            <a:xfrm>
              <a:off x="69058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7" name=""/>
          <p:cNvGrpSpPr/>
          <p:nvPr/>
        </p:nvGrpSpPr>
        <p:grpSpPr>
          <a:xfrm>
            <a:off x="7881840" y="5992920"/>
            <a:ext cx="469080" cy="200520"/>
            <a:chOff x="7881840" y="5992920"/>
            <a:chExt cx="469080" cy="200520"/>
          </a:xfrm>
        </p:grpSpPr>
        <p:sp>
          <p:nvSpPr>
            <p:cNvPr id="2398" name=""/>
            <p:cNvSpPr/>
            <p:nvPr/>
          </p:nvSpPr>
          <p:spPr>
            <a:xfrm>
              <a:off x="7881840" y="6006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9" name=""/>
            <p:cNvSpPr/>
            <p:nvPr/>
          </p:nvSpPr>
          <p:spPr>
            <a:xfrm>
              <a:off x="8013240" y="5992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0" name=""/>
          <p:cNvGrpSpPr/>
          <p:nvPr/>
        </p:nvGrpSpPr>
        <p:grpSpPr>
          <a:xfrm>
            <a:off x="2209680" y="4114800"/>
            <a:ext cx="461520" cy="200520"/>
            <a:chOff x="2209680" y="4114800"/>
            <a:chExt cx="461520" cy="200520"/>
          </a:xfrm>
        </p:grpSpPr>
        <p:sp>
          <p:nvSpPr>
            <p:cNvPr id="2401" name=""/>
            <p:cNvSpPr/>
            <p:nvPr/>
          </p:nvSpPr>
          <p:spPr>
            <a:xfrm>
              <a:off x="2209680" y="4129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2" name=""/>
            <p:cNvSpPr/>
            <p:nvPr/>
          </p:nvSpPr>
          <p:spPr>
            <a:xfrm>
              <a:off x="233352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3" name=""/>
          <p:cNvGrpSpPr/>
          <p:nvPr/>
        </p:nvGrpSpPr>
        <p:grpSpPr>
          <a:xfrm>
            <a:off x="2743200" y="3200400"/>
            <a:ext cx="461880" cy="200520"/>
            <a:chOff x="2743200" y="3200400"/>
            <a:chExt cx="461880" cy="200520"/>
          </a:xfrm>
        </p:grpSpPr>
        <p:sp>
          <p:nvSpPr>
            <p:cNvPr id="2404" name=""/>
            <p:cNvSpPr/>
            <p:nvPr/>
          </p:nvSpPr>
          <p:spPr>
            <a:xfrm>
              <a:off x="2743200" y="3214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5" name=""/>
            <p:cNvSpPr/>
            <p:nvPr/>
          </p:nvSpPr>
          <p:spPr>
            <a:xfrm>
              <a:off x="286740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6" name=""/>
          <p:cNvGrpSpPr/>
          <p:nvPr/>
        </p:nvGrpSpPr>
        <p:grpSpPr>
          <a:xfrm>
            <a:off x="1022400" y="1984320"/>
            <a:ext cx="468720" cy="200520"/>
            <a:chOff x="1022400" y="1984320"/>
            <a:chExt cx="468720" cy="200520"/>
          </a:xfrm>
        </p:grpSpPr>
        <p:sp>
          <p:nvSpPr>
            <p:cNvPr id="2407" name=""/>
            <p:cNvSpPr/>
            <p:nvPr/>
          </p:nvSpPr>
          <p:spPr>
            <a:xfrm>
              <a:off x="1022400" y="199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8" name=""/>
            <p:cNvSpPr/>
            <p:nvPr/>
          </p:nvSpPr>
          <p:spPr>
            <a:xfrm>
              <a:off x="1153440" y="1984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09" name="Rounded Rectangle 240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410" name="Oval 2409"/>
          <p:cNvSpPr/>
          <p:nvPr/>
        </p:nvSpPr>
        <p:spPr>
          <a:xfrm>
            <a:off x="1183704" y="29509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Oval 2410"/>
          <p:cNvSpPr/>
          <p:nvPr/>
        </p:nvSpPr>
        <p:spPr>
          <a:xfrm>
            <a:off x="1223704" y="29909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412" name="Rounded Rectangle 2411"/>
          <p:cNvSpPr/>
          <p:nvPr/>
        </p:nvSpPr>
        <p:spPr>
          <a:xfrm>
            <a:off x="1493704" y="30109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413" name="Oval 2412"/>
          <p:cNvSpPr/>
          <p:nvPr/>
        </p:nvSpPr>
        <p:spPr>
          <a:xfrm>
            <a:off x="421767" y="622890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Oval 2413"/>
          <p:cNvSpPr/>
          <p:nvPr/>
        </p:nvSpPr>
        <p:spPr>
          <a:xfrm>
            <a:off x="461767" y="626890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415" name="Rounded Rectangle 2414"/>
          <p:cNvSpPr/>
          <p:nvPr/>
        </p:nvSpPr>
        <p:spPr>
          <a:xfrm>
            <a:off x="731767" y="628890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416" name="Oval 2415"/>
          <p:cNvSpPr/>
          <p:nvPr/>
        </p:nvSpPr>
        <p:spPr>
          <a:xfrm>
            <a:off x="3087926" y="615241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Oval 2416"/>
          <p:cNvSpPr/>
          <p:nvPr/>
        </p:nvSpPr>
        <p:spPr>
          <a:xfrm>
            <a:off x="3127926" y="619241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418" name="Rounded Rectangle 2417"/>
          <p:cNvSpPr/>
          <p:nvPr/>
        </p:nvSpPr>
        <p:spPr>
          <a:xfrm>
            <a:off x="3397926" y="621241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419" name="Oval 2418"/>
          <p:cNvSpPr/>
          <p:nvPr/>
        </p:nvSpPr>
        <p:spPr>
          <a:xfrm>
            <a:off x="2707758" y="43597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Oval 2419"/>
          <p:cNvSpPr/>
          <p:nvPr/>
        </p:nvSpPr>
        <p:spPr>
          <a:xfrm>
            <a:off x="2747758" y="47597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421" name="Rounded Rectangle 2420"/>
          <p:cNvSpPr/>
          <p:nvPr/>
        </p:nvSpPr>
        <p:spPr>
          <a:xfrm>
            <a:off x="3017758" y="49597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422" name="Oval 2421"/>
          <p:cNvSpPr/>
          <p:nvPr/>
        </p:nvSpPr>
        <p:spPr>
          <a:xfrm>
            <a:off x="4765350" y="439992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Oval 2422"/>
          <p:cNvSpPr/>
          <p:nvPr/>
        </p:nvSpPr>
        <p:spPr>
          <a:xfrm>
            <a:off x="4805350" y="443992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424" name="Rounded Rectangle 2423"/>
          <p:cNvSpPr/>
          <p:nvPr/>
        </p:nvSpPr>
        <p:spPr>
          <a:xfrm>
            <a:off x="5075350" y="445992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425" name="Oval 2424"/>
          <p:cNvSpPr/>
          <p:nvPr/>
        </p:nvSpPr>
        <p:spPr>
          <a:xfrm>
            <a:off x="6212909" y="5137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Oval 2425"/>
          <p:cNvSpPr/>
          <p:nvPr/>
        </p:nvSpPr>
        <p:spPr>
          <a:xfrm>
            <a:off x="6252909" y="5537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427" name="Rounded Rectangle 2426"/>
          <p:cNvSpPr/>
          <p:nvPr/>
        </p:nvSpPr>
        <p:spPr>
          <a:xfrm>
            <a:off x="6522909" y="5737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428" name="Oval 2427"/>
          <p:cNvSpPr/>
          <p:nvPr/>
        </p:nvSpPr>
        <p:spPr>
          <a:xfrm>
            <a:off x="5374823" y="21139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Oval 2428"/>
          <p:cNvSpPr/>
          <p:nvPr/>
        </p:nvSpPr>
        <p:spPr>
          <a:xfrm>
            <a:off x="5414823" y="21539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430" name="Rounded Rectangle 2429"/>
          <p:cNvSpPr/>
          <p:nvPr/>
        </p:nvSpPr>
        <p:spPr>
          <a:xfrm>
            <a:off x="5684823" y="21739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431" name="Oval 2430"/>
          <p:cNvSpPr/>
          <p:nvPr/>
        </p:nvSpPr>
        <p:spPr>
          <a:xfrm>
            <a:off x="3393743" y="43990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Oval 2431"/>
          <p:cNvSpPr/>
          <p:nvPr/>
        </p:nvSpPr>
        <p:spPr>
          <a:xfrm>
            <a:off x="3433743" y="44390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433" name="Rounded Rectangle 2432"/>
          <p:cNvSpPr/>
          <p:nvPr/>
        </p:nvSpPr>
        <p:spPr>
          <a:xfrm>
            <a:off x="3703743" y="44590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434" name="Oval 2433"/>
          <p:cNvSpPr/>
          <p:nvPr/>
        </p:nvSpPr>
        <p:spPr>
          <a:xfrm>
            <a:off x="1091909" y="79488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Oval 2434"/>
          <p:cNvSpPr/>
          <p:nvPr/>
        </p:nvSpPr>
        <p:spPr>
          <a:xfrm>
            <a:off x="1131909" y="83488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436" name="Rounded Rectangle 2435"/>
          <p:cNvSpPr/>
          <p:nvPr/>
        </p:nvSpPr>
        <p:spPr>
          <a:xfrm>
            <a:off x="1401909" y="85488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437" name="Oval 2436"/>
          <p:cNvSpPr/>
          <p:nvPr/>
        </p:nvSpPr>
        <p:spPr>
          <a:xfrm>
            <a:off x="802826" y="447571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Oval 2437"/>
          <p:cNvSpPr/>
          <p:nvPr/>
        </p:nvSpPr>
        <p:spPr>
          <a:xfrm>
            <a:off x="842826" y="451571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439" name="Rounded Rectangle 2438"/>
          <p:cNvSpPr/>
          <p:nvPr/>
        </p:nvSpPr>
        <p:spPr>
          <a:xfrm>
            <a:off x="1112826" y="453571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440" name="Oval 2439"/>
          <p:cNvSpPr/>
          <p:nvPr/>
        </p:nvSpPr>
        <p:spPr>
          <a:xfrm>
            <a:off x="5984297" y="592345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Oval 2440"/>
          <p:cNvSpPr/>
          <p:nvPr/>
        </p:nvSpPr>
        <p:spPr>
          <a:xfrm>
            <a:off x="6024297" y="596345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442" name="Rounded Rectangle 2441"/>
          <p:cNvSpPr/>
          <p:nvPr/>
        </p:nvSpPr>
        <p:spPr>
          <a:xfrm>
            <a:off x="6294297" y="598345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443" name="Oval 2442"/>
          <p:cNvSpPr/>
          <p:nvPr/>
        </p:nvSpPr>
        <p:spPr>
          <a:xfrm>
            <a:off x="8270304" y="19596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Oval 2443"/>
          <p:cNvSpPr/>
          <p:nvPr/>
        </p:nvSpPr>
        <p:spPr>
          <a:xfrm>
            <a:off x="8310304" y="19996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445" name="Rounded Rectangle 2444"/>
          <p:cNvSpPr/>
          <p:nvPr/>
        </p:nvSpPr>
        <p:spPr>
          <a:xfrm>
            <a:off x="8580304" y="20196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446" name="Oval 2445"/>
          <p:cNvSpPr/>
          <p:nvPr/>
        </p:nvSpPr>
        <p:spPr>
          <a:xfrm>
            <a:off x="4003232" y="11995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Oval 2446"/>
          <p:cNvSpPr/>
          <p:nvPr/>
        </p:nvSpPr>
        <p:spPr>
          <a:xfrm>
            <a:off x="4043232" y="12395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448" name="Rounded Rectangle 2447"/>
          <p:cNvSpPr/>
          <p:nvPr/>
        </p:nvSpPr>
        <p:spPr>
          <a:xfrm>
            <a:off x="4313232" y="12595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449" name="Oval 2448"/>
          <p:cNvSpPr/>
          <p:nvPr/>
        </p:nvSpPr>
        <p:spPr>
          <a:xfrm>
            <a:off x="3850769" y="302688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Oval 2449"/>
          <p:cNvSpPr/>
          <p:nvPr/>
        </p:nvSpPr>
        <p:spPr>
          <a:xfrm>
            <a:off x="3890769" y="306688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451" name="Rounded Rectangle 2450"/>
          <p:cNvSpPr/>
          <p:nvPr/>
        </p:nvSpPr>
        <p:spPr>
          <a:xfrm>
            <a:off x="4160769" y="308688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452" name="Oval 2451"/>
          <p:cNvSpPr/>
          <p:nvPr/>
        </p:nvSpPr>
        <p:spPr>
          <a:xfrm>
            <a:off x="7808430" y="43812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Oval 2452"/>
          <p:cNvSpPr/>
          <p:nvPr/>
        </p:nvSpPr>
        <p:spPr>
          <a:xfrm>
            <a:off x="7848430" y="44212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454" name="Rounded Rectangle 2453"/>
          <p:cNvSpPr/>
          <p:nvPr/>
        </p:nvSpPr>
        <p:spPr>
          <a:xfrm>
            <a:off x="8118430" y="44412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455" name="Oval 2454"/>
          <p:cNvSpPr/>
          <p:nvPr/>
        </p:nvSpPr>
        <p:spPr>
          <a:xfrm>
            <a:off x="6670100" y="2647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Oval 2455"/>
          <p:cNvSpPr/>
          <p:nvPr/>
        </p:nvSpPr>
        <p:spPr>
          <a:xfrm>
            <a:off x="6710100" y="2687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457" name="Rounded Rectangle 2456"/>
          <p:cNvSpPr/>
          <p:nvPr/>
        </p:nvSpPr>
        <p:spPr>
          <a:xfrm>
            <a:off x="6980100" y="2707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458" name="Oval 2457"/>
          <p:cNvSpPr/>
          <p:nvPr/>
        </p:nvSpPr>
        <p:spPr>
          <a:xfrm>
            <a:off x="7770265" y="58953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Oval 2458"/>
          <p:cNvSpPr/>
          <p:nvPr/>
        </p:nvSpPr>
        <p:spPr>
          <a:xfrm>
            <a:off x="7810265" y="59353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460" name="Rounded Rectangle 2459"/>
          <p:cNvSpPr/>
          <p:nvPr/>
        </p:nvSpPr>
        <p:spPr>
          <a:xfrm>
            <a:off x="8080265" y="59553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461" name="Oval 2460"/>
          <p:cNvSpPr/>
          <p:nvPr/>
        </p:nvSpPr>
        <p:spPr>
          <a:xfrm>
            <a:off x="2098103" y="40176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Oval 2461"/>
          <p:cNvSpPr/>
          <p:nvPr/>
        </p:nvSpPr>
        <p:spPr>
          <a:xfrm>
            <a:off x="2138103" y="40576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463" name="Rounded Rectangle 2462"/>
          <p:cNvSpPr/>
          <p:nvPr/>
        </p:nvSpPr>
        <p:spPr>
          <a:xfrm>
            <a:off x="2408103" y="40776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464" name="Oval 2463"/>
          <p:cNvSpPr/>
          <p:nvPr/>
        </p:nvSpPr>
        <p:spPr>
          <a:xfrm>
            <a:off x="2631625" y="31032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Oval 2464"/>
          <p:cNvSpPr/>
          <p:nvPr/>
        </p:nvSpPr>
        <p:spPr>
          <a:xfrm>
            <a:off x="2671625" y="31432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466" name="Rounded Rectangle 2465"/>
          <p:cNvSpPr/>
          <p:nvPr/>
        </p:nvSpPr>
        <p:spPr>
          <a:xfrm>
            <a:off x="2941625" y="31632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467" name="Oval 2466"/>
          <p:cNvSpPr/>
          <p:nvPr/>
        </p:nvSpPr>
        <p:spPr>
          <a:xfrm>
            <a:off x="910826" y="18871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Oval 2467"/>
          <p:cNvSpPr/>
          <p:nvPr/>
        </p:nvSpPr>
        <p:spPr>
          <a:xfrm>
            <a:off x="950826" y="19271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469" name="Rounded Rectangle 2468"/>
          <p:cNvSpPr/>
          <p:nvPr/>
        </p:nvSpPr>
        <p:spPr>
          <a:xfrm>
            <a:off x="1220826" y="19471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"/>
          <p:cNvSpPr/>
          <p:nvPr/>
        </p:nvSpPr>
        <p:spPr>
          <a:xfrm>
            <a:off x="3098520" y="50760"/>
            <a:ext cx="2946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24: VTBS | RWY 19L | STAR SILV1B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0" name=""/>
          <p:cNvSpPr/>
          <p:nvPr/>
        </p:nvSpPr>
        <p:spPr>
          <a:xfrm flipV="1">
            <a:off x="3259080" y="3432240"/>
            <a:ext cx="1514520" cy="19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1" name=""/>
          <p:cNvSpPr/>
          <p:nvPr/>
        </p:nvSpPr>
        <p:spPr>
          <a:xfrm flipV="1">
            <a:off x="4773600" y="1639440"/>
            <a:ext cx="479520" cy="1792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2" name=""/>
          <p:cNvSpPr/>
          <p:nvPr/>
        </p:nvSpPr>
        <p:spPr>
          <a:xfrm>
            <a:off x="5253120" y="1639800"/>
            <a:ext cx="595080" cy="158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3" name=""/>
          <p:cNvSpPr/>
          <p:nvPr/>
        </p:nvSpPr>
        <p:spPr>
          <a:xfrm>
            <a:off x="5848200" y="1798560"/>
            <a:ext cx="36720" cy="428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4" name=""/>
          <p:cNvSpPr/>
          <p:nvPr/>
        </p:nvSpPr>
        <p:spPr>
          <a:xfrm flipH="1">
            <a:off x="5799240" y="2227320"/>
            <a:ext cx="85680" cy="320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5" name=""/>
          <p:cNvSpPr/>
          <p:nvPr/>
        </p:nvSpPr>
        <p:spPr>
          <a:xfrm flipH="1">
            <a:off x="5729400" y="2548080"/>
            <a:ext cx="69840" cy="261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6" name=""/>
          <p:cNvSpPr/>
          <p:nvPr/>
        </p:nvSpPr>
        <p:spPr>
          <a:xfrm flipH="1">
            <a:off x="5601960" y="2809800"/>
            <a:ext cx="127080" cy="474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17" name=""/>
          <p:cNvGrpSpPr/>
          <p:nvPr/>
        </p:nvGrpSpPr>
        <p:grpSpPr>
          <a:xfrm>
            <a:off x="3195720" y="5307120"/>
            <a:ext cx="575640" cy="200520"/>
            <a:chOff x="3195720" y="5307120"/>
            <a:chExt cx="575640" cy="200520"/>
          </a:xfrm>
        </p:grpSpPr>
        <p:sp>
          <p:nvSpPr>
            <p:cNvPr id="2418" name=""/>
            <p:cNvSpPr/>
            <p:nvPr/>
          </p:nvSpPr>
          <p:spPr>
            <a:xfrm>
              <a:off x="319572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9" name=""/>
            <p:cNvSpPr/>
            <p:nvPr/>
          </p:nvSpPr>
          <p:spPr>
            <a:xfrm>
              <a:off x="3331440" y="530712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SILVA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0" name=""/>
          <p:cNvGrpSpPr/>
          <p:nvPr/>
        </p:nvGrpSpPr>
        <p:grpSpPr>
          <a:xfrm>
            <a:off x="4722840" y="3368520"/>
            <a:ext cx="567720" cy="200520"/>
            <a:chOff x="4722840" y="3368520"/>
            <a:chExt cx="567720" cy="200520"/>
          </a:xfrm>
        </p:grpSpPr>
        <p:sp>
          <p:nvSpPr>
            <p:cNvPr id="2421" name=""/>
            <p:cNvSpPr/>
            <p:nvPr/>
          </p:nvSpPr>
          <p:spPr>
            <a:xfrm>
              <a:off x="4722840" y="33814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2" name=""/>
            <p:cNvSpPr/>
            <p:nvPr/>
          </p:nvSpPr>
          <p:spPr>
            <a:xfrm>
              <a:off x="4815720" y="336852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BAKKE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3" name=""/>
          <p:cNvGrpSpPr/>
          <p:nvPr/>
        </p:nvGrpSpPr>
        <p:grpSpPr>
          <a:xfrm>
            <a:off x="5202360" y="1576440"/>
            <a:ext cx="567360" cy="200520"/>
            <a:chOff x="5202360" y="1576440"/>
            <a:chExt cx="567360" cy="200520"/>
          </a:xfrm>
        </p:grpSpPr>
        <p:sp>
          <p:nvSpPr>
            <p:cNvPr id="2424" name=""/>
            <p:cNvSpPr/>
            <p:nvPr/>
          </p:nvSpPr>
          <p:spPr>
            <a:xfrm>
              <a:off x="520236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5" name=""/>
            <p:cNvSpPr/>
            <p:nvPr/>
          </p:nvSpPr>
          <p:spPr>
            <a:xfrm>
              <a:off x="5294880" y="157644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PETER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6" name=""/>
          <p:cNvGrpSpPr/>
          <p:nvPr/>
        </p:nvGrpSpPr>
        <p:grpSpPr>
          <a:xfrm>
            <a:off x="5797440" y="1735200"/>
            <a:ext cx="560160" cy="200520"/>
            <a:chOff x="5797440" y="1735200"/>
            <a:chExt cx="560160" cy="200520"/>
          </a:xfrm>
        </p:grpSpPr>
        <p:sp>
          <p:nvSpPr>
            <p:cNvPr id="2427" name=""/>
            <p:cNvSpPr/>
            <p:nvPr/>
          </p:nvSpPr>
          <p:spPr>
            <a:xfrm>
              <a:off x="5797440" y="174780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8" name=""/>
            <p:cNvSpPr/>
            <p:nvPr/>
          </p:nvSpPr>
          <p:spPr>
            <a:xfrm>
              <a:off x="5897880" y="17352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ROBIN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9" name=""/>
          <p:cNvGrpSpPr/>
          <p:nvPr/>
        </p:nvGrpSpPr>
        <p:grpSpPr>
          <a:xfrm>
            <a:off x="5845320" y="2163600"/>
            <a:ext cx="546840" cy="200520"/>
            <a:chOff x="5845320" y="2163600"/>
            <a:chExt cx="546840" cy="200520"/>
          </a:xfrm>
        </p:grpSpPr>
        <p:sp>
          <p:nvSpPr>
            <p:cNvPr id="2430" name=""/>
            <p:cNvSpPr/>
            <p:nvPr/>
          </p:nvSpPr>
          <p:spPr>
            <a:xfrm>
              <a:off x="5845320" y="218592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1" name=""/>
            <p:cNvSpPr/>
            <p:nvPr/>
          </p:nvSpPr>
          <p:spPr>
            <a:xfrm>
              <a:off x="5917320" y="216360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LYNDA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2" name=""/>
          <p:cNvGrpSpPr/>
          <p:nvPr/>
        </p:nvGrpSpPr>
        <p:grpSpPr>
          <a:xfrm>
            <a:off x="5748480" y="2484360"/>
            <a:ext cx="577440" cy="200520"/>
            <a:chOff x="5748480" y="2484360"/>
            <a:chExt cx="577440" cy="200520"/>
          </a:xfrm>
        </p:grpSpPr>
        <p:sp>
          <p:nvSpPr>
            <p:cNvPr id="2433" name=""/>
            <p:cNvSpPr/>
            <p:nvPr/>
          </p:nvSpPr>
          <p:spPr>
            <a:xfrm>
              <a:off x="5748480" y="24969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4" name=""/>
            <p:cNvSpPr/>
            <p:nvPr/>
          </p:nvSpPr>
          <p:spPr>
            <a:xfrm>
              <a:off x="5831280" y="24843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LEMON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5" name=""/>
          <p:cNvGrpSpPr/>
          <p:nvPr/>
        </p:nvGrpSpPr>
        <p:grpSpPr>
          <a:xfrm>
            <a:off x="5678640" y="2746440"/>
            <a:ext cx="533160" cy="200520"/>
            <a:chOff x="5678640" y="2746440"/>
            <a:chExt cx="533160" cy="200520"/>
          </a:xfrm>
        </p:grpSpPr>
        <p:sp>
          <p:nvSpPr>
            <p:cNvPr id="2436" name=""/>
            <p:cNvSpPr/>
            <p:nvPr/>
          </p:nvSpPr>
          <p:spPr>
            <a:xfrm>
              <a:off x="5678640" y="275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7" name=""/>
            <p:cNvSpPr/>
            <p:nvPr/>
          </p:nvSpPr>
          <p:spPr>
            <a:xfrm>
              <a:off x="5805360" y="2746440"/>
              <a:ext cx="406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FI19L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8" name=""/>
          <p:cNvGrpSpPr/>
          <p:nvPr/>
        </p:nvGrpSpPr>
        <p:grpSpPr>
          <a:xfrm>
            <a:off x="5538960" y="3220920"/>
            <a:ext cx="595440" cy="200520"/>
            <a:chOff x="5538960" y="3220920"/>
            <a:chExt cx="595440" cy="200520"/>
          </a:xfrm>
        </p:grpSpPr>
        <p:sp>
          <p:nvSpPr>
            <p:cNvPr id="2439" name=""/>
            <p:cNvSpPr/>
            <p:nvPr/>
          </p:nvSpPr>
          <p:spPr>
            <a:xfrm>
              <a:off x="5538960" y="322092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0" name=""/>
            <p:cNvSpPr/>
            <p:nvPr/>
          </p:nvSpPr>
          <p:spPr>
            <a:xfrm>
              <a:off x="5654880" y="32209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RW19L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1" name=""/>
          <p:cNvGrpSpPr/>
          <p:nvPr/>
        </p:nvGrpSpPr>
        <p:grpSpPr>
          <a:xfrm>
            <a:off x="5257800" y="4038480"/>
            <a:ext cx="479160" cy="200520"/>
            <a:chOff x="5257800" y="4038480"/>
            <a:chExt cx="479160" cy="200520"/>
          </a:xfrm>
        </p:grpSpPr>
        <p:sp>
          <p:nvSpPr>
            <p:cNvPr id="2442" name=""/>
            <p:cNvSpPr/>
            <p:nvPr/>
          </p:nvSpPr>
          <p:spPr>
            <a:xfrm>
              <a:off x="5257800" y="40446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3" name=""/>
            <p:cNvSpPr/>
            <p:nvPr/>
          </p:nvSpPr>
          <p:spPr>
            <a:xfrm>
              <a:off x="539928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4" name=""/>
          <p:cNvGrpSpPr/>
          <p:nvPr/>
        </p:nvGrpSpPr>
        <p:grpSpPr>
          <a:xfrm>
            <a:off x="6477120" y="1828800"/>
            <a:ext cx="461520" cy="200520"/>
            <a:chOff x="6477120" y="1828800"/>
            <a:chExt cx="461520" cy="200520"/>
          </a:xfrm>
        </p:grpSpPr>
        <p:sp>
          <p:nvSpPr>
            <p:cNvPr id="2445" name=""/>
            <p:cNvSpPr/>
            <p:nvPr/>
          </p:nvSpPr>
          <p:spPr>
            <a:xfrm>
              <a:off x="6477120" y="1843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6" name=""/>
            <p:cNvSpPr/>
            <p:nvPr/>
          </p:nvSpPr>
          <p:spPr>
            <a:xfrm>
              <a:off x="660096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7" name=""/>
          <p:cNvGrpSpPr/>
          <p:nvPr/>
        </p:nvGrpSpPr>
        <p:grpSpPr>
          <a:xfrm>
            <a:off x="2590920" y="3124080"/>
            <a:ext cx="461160" cy="200520"/>
            <a:chOff x="2590920" y="3124080"/>
            <a:chExt cx="461160" cy="200520"/>
          </a:xfrm>
        </p:grpSpPr>
        <p:sp>
          <p:nvSpPr>
            <p:cNvPr id="2448" name=""/>
            <p:cNvSpPr/>
            <p:nvPr/>
          </p:nvSpPr>
          <p:spPr>
            <a:xfrm>
              <a:off x="2590920" y="31399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9" name=""/>
            <p:cNvSpPr/>
            <p:nvPr/>
          </p:nvSpPr>
          <p:spPr>
            <a:xfrm>
              <a:off x="27144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0" name=""/>
          <p:cNvGrpSpPr/>
          <p:nvPr/>
        </p:nvGrpSpPr>
        <p:grpSpPr>
          <a:xfrm>
            <a:off x="6324480" y="3886200"/>
            <a:ext cx="461880" cy="200520"/>
            <a:chOff x="6324480" y="3886200"/>
            <a:chExt cx="461880" cy="200520"/>
          </a:xfrm>
        </p:grpSpPr>
        <p:sp>
          <p:nvSpPr>
            <p:cNvPr id="2451" name=""/>
            <p:cNvSpPr/>
            <p:nvPr/>
          </p:nvSpPr>
          <p:spPr>
            <a:xfrm>
              <a:off x="6324480" y="39020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2" name=""/>
            <p:cNvSpPr/>
            <p:nvPr/>
          </p:nvSpPr>
          <p:spPr>
            <a:xfrm>
              <a:off x="6448680" y="388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3" name=""/>
          <p:cNvGrpSpPr/>
          <p:nvPr/>
        </p:nvGrpSpPr>
        <p:grpSpPr>
          <a:xfrm>
            <a:off x="5029200" y="4724280"/>
            <a:ext cx="461880" cy="200520"/>
            <a:chOff x="5029200" y="4724280"/>
            <a:chExt cx="461880" cy="200520"/>
          </a:xfrm>
        </p:grpSpPr>
        <p:sp>
          <p:nvSpPr>
            <p:cNvPr id="2454" name=""/>
            <p:cNvSpPr/>
            <p:nvPr/>
          </p:nvSpPr>
          <p:spPr>
            <a:xfrm>
              <a:off x="5029200" y="47401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5" name=""/>
            <p:cNvSpPr/>
            <p:nvPr/>
          </p:nvSpPr>
          <p:spPr>
            <a:xfrm>
              <a:off x="51534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6" name=""/>
          <p:cNvGrpSpPr/>
          <p:nvPr/>
        </p:nvGrpSpPr>
        <p:grpSpPr>
          <a:xfrm>
            <a:off x="3713040" y="1893960"/>
            <a:ext cx="469080" cy="200520"/>
            <a:chOff x="3713040" y="1893960"/>
            <a:chExt cx="469080" cy="200520"/>
          </a:xfrm>
        </p:grpSpPr>
        <p:sp>
          <p:nvSpPr>
            <p:cNvPr id="2457" name=""/>
            <p:cNvSpPr/>
            <p:nvPr/>
          </p:nvSpPr>
          <p:spPr>
            <a:xfrm>
              <a:off x="3713040" y="1908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8" name=""/>
            <p:cNvSpPr/>
            <p:nvPr/>
          </p:nvSpPr>
          <p:spPr>
            <a:xfrm>
              <a:off x="3844440" y="1893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9" name=""/>
          <p:cNvGrpSpPr/>
          <p:nvPr/>
        </p:nvGrpSpPr>
        <p:grpSpPr>
          <a:xfrm>
            <a:off x="990720" y="1143000"/>
            <a:ext cx="461160" cy="200520"/>
            <a:chOff x="990720" y="1143000"/>
            <a:chExt cx="461160" cy="200520"/>
          </a:xfrm>
        </p:grpSpPr>
        <p:sp>
          <p:nvSpPr>
            <p:cNvPr id="2460" name=""/>
            <p:cNvSpPr/>
            <p:nvPr/>
          </p:nvSpPr>
          <p:spPr>
            <a:xfrm>
              <a:off x="990720" y="1158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1" name=""/>
            <p:cNvSpPr/>
            <p:nvPr/>
          </p:nvSpPr>
          <p:spPr>
            <a:xfrm>
              <a:off x="111420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2" name=""/>
          <p:cNvGrpSpPr/>
          <p:nvPr/>
        </p:nvGrpSpPr>
        <p:grpSpPr>
          <a:xfrm>
            <a:off x="2895480" y="4191120"/>
            <a:ext cx="461520" cy="200520"/>
            <a:chOff x="2895480" y="4191120"/>
            <a:chExt cx="461520" cy="200520"/>
          </a:xfrm>
        </p:grpSpPr>
        <p:sp>
          <p:nvSpPr>
            <p:cNvPr id="2463" name=""/>
            <p:cNvSpPr/>
            <p:nvPr/>
          </p:nvSpPr>
          <p:spPr>
            <a:xfrm>
              <a:off x="2895480" y="4206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4" name=""/>
            <p:cNvSpPr/>
            <p:nvPr/>
          </p:nvSpPr>
          <p:spPr>
            <a:xfrm>
              <a:off x="301932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5" name=""/>
          <p:cNvGrpSpPr/>
          <p:nvPr/>
        </p:nvGrpSpPr>
        <p:grpSpPr>
          <a:xfrm>
            <a:off x="4048200" y="820800"/>
            <a:ext cx="468720" cy="200520"/>
            <a:chOff x="4048200" y="820800"/>
            <a:chExt cx="468720" cy="200520"/>
          </a:xfrm>
        </p:grpSpPr>
        <p:sp>
          <p:nvSpPr>
            <p:cNvPr id="2466" name=""/>
            <p:cNvSpPr/>
            <p:nvPr/>
          </p:nvSpPr>
          <p:spPr>
            <a:xfrm>
              <a:off x="4048200" y="83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7" name=""/>
            <p:cNvSpPr/>
            <p:nvPr/>
          </p:nvSpPr>
          <p:spPr>
            <a:xfrm>
              <a:off x="4179240" y="82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8" name=""/>
          <p:cNvGrpSpPr/>
          <p:nvPr/>
        </p:nvGrpSpPr>
        <p:grpSpPr>
          <a:xfrm>
            <a:off x="7467480" y="5791320"/>
            <a:ext cx="460440" cy="200520"/>
            <a:chOff x="7467480" y="5791320"/>
            <a:chExt cx="460440" cy="200520"/>
          </a:xfrm>
        </p:grpSpPr>
        <p:sp>
          <p:nvSpPr>
            <p:cNvPr id="2469" name=""/>
            <p:cNvSpPr/>
            <p:nvPr/>
          </p:nvSpPr>
          <p:spPr>
            <a:xfrm>
              <a:off x="7467480" y="58071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0" name=""/>
            <p:cNvSpPr/>
            <p:nvPr/>
          </p:nvSpPr>
          <p:spPr>
            <a:xfrm>
              <a:off x="759024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1" name=""/>
          <p:cNvGrpSpPr/>
          <p:nvPr/>
        </p:nvGrpSpPr>
        <p:grpSpPr>
          <a:xfrm>
            <a:off x="6346800" y="820800"/>
            <a:ext cx="468720" cy="200520"/>
            <a:chOff x="6346800" y="820800"/>
            <a:chExt cx="468720" cy="200520"/>
          </a:xfrm>
        </p:grpSpPr>
        <p:sp>
          <p:nvSpPr>
            <p:cNvPr id="2472" name=""/>
            <p:cNvSpPr/>
            <p:nvPr/>
          </p:nvSpPr>
          <p:spPr>
            <a:xfrm>
              <a:off x="6346800" y="83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3" name=""/>
            <p:cNvSpPr/>
            <p:nvPr/>
          </p:nvSpPr>
          <p:spPr>
            <a:xfrm>
              <a:off x="6477840" y="82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4" name=""/>
          <p:cNvGrpSpPr/>
          <p:nvPr/>
        </p:nvGrpSpPr>
        <p:grpSpPr>
          <a:xfrm>
            <a:off x="6629400" y="2971800"/>
            <a:ext cx="459720" cy="200520"/>
            <a:chOff x="6629400" y="2971800"/>
            <a:chExt cx="459720" cy="200520"/>
          </a:xfrm>
        </p:grpSpPr>
        <p:sp>
          <p:nvSpPr>
            <p:cNvPr id="2475" name=""/>
            <p:cNvSpPr/>
            <p:nvPr/>
          </p:nvSpPr>
          <p:spPr>
            <a:xfrm>
              <a:off x="6629400" y="29858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6" name=""/>
            <p:cNvSpPr/>
            <p:nvPr/>
          </p:nvSpPr>
          <p:spPr>
            <a:xfrm>
              <a:off x="675144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7" name=""/>
          <p:cNvGrpSpPr/>
          <p:nvPr/>
        </p:nvGrpSpPr>
        <p:grpSpPr>
          <a:xfrm>
            <a:off x="4191120" y="5029200"/>
            <a:ext cx="461160" cy="200520"/>
            <a:chOff x="4191120" y="5029200"/>
            <a:chExt cx="461160" cy="200520"/>
          </a:xfrm>
        </p:grpSpPr>
        <p:sp>
          <p:nvSpPr>
            <p:cNvPr id="2478" name=""/>
            <p:cNvSpPr/>
            <p:nvPr/>
          </p:nvSpPr>
          <p:spPr>
            <a:xfrm>
              <a:off x="4191120" y="5044680"/>
              <a:ext cx="9648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9" name=""/>
            <p:cNvSpPr/>
            <p:nvPr/>
          </p:nvSpPr>
          <p:spPr>
            <a:xfrm>
              <a:off x="43146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0" name=""/>
          <p:cNvGrpSpPr/>
          <p:nvPr/>
        </p:nvGrpSpPr>
        <p:grpSpPr>
          <a:xfrm>
            <a:off x="5181480" y="1066680"/>
            <a:ext cx="460080" cy="200520"/>
            <a:chOff x="5181480" y="1066680"/>
            <a:chExt cx="460080" cy="200520"/>
          </a:xfrm>
        </p:grpSpPr>
        <p:sp>
          <p:nvSpPr>
            <p:cNvPr id="2481" name=""/>
            <p:cNvSpPr/>
            <p:nvPr/>
          </p:nvSpPr>
          <p:spPr>
            <a:xfrm>
              <a:off x="5181480" y="1081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2" name=""/>
            <p:cNvSpPr/>
            <p:nvPr/>
          </p:nvSpPr>
          <p:spPr>
            <a:xfrm>
              <a:off x="530388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3" name=""/>
          <p:cNvGrpSpPr/>
          <p:nvPr/>
        </p:nvGrpSpPr>
        <p:grpSpPr>
          <a:xfrm>
            <a:off x="2209680" y="5486400"/>
            <a:ext cx="460080" cy="200520"/>
            <a:chOff x="2209680" y="5486400"/>
            <a:chExt cx="460080" cy="200520"/>
          </a:xfrm>
        </p:grpSpPr>
        <p:sp>
          <p:nvSpPr>
            <p:cNvPr id="2484" name=""/>
            <p:cNvSpPr/>
            <p:nvPr/>
          </p:nvSpPr>
          <p:spPr>
            <a:xfrm>
              <a:off x="2209680" y="55004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5" name=""/>
            <p:cNvSpPr/>
            <p:nvPr/>
          </p:nvSpPr>
          <p:spPr>
            <a:xfrm>
              <a:off x="233208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6" name=""/>
          <p:cNvGrpSpPr/>
          <p:nvPr/>
        </p:nvGrpSpPr>
        <p:grpSpPr>
          <a:xfrm>
            <a:off x="5105520" y="2819520"/>
            <a:ext cx="461160" cy="200520"/>
            <a:chOff x="5105520" y="2819520"/>
            <a:chExt cx="461160" cy="200520"/>
          </a:xfrm>
        </p:grpSpPr>
        <p:sp>
          <p:nvSpPr>
            <p:cNvPr id="2487" name=""/>
            <p:cNvSpPr/>
            <p:nvPr/>
          </p:nvSpPr>
          <p:spPr>
            <a:xfrm>
              <a:off x="5105520" y="2835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8" name=""/>
            <p:cNvSpPr/>
            <p:nvPr/>
          </p:nvSpPr>
          <p:spPr>
            <a:xfrm>
              <a:off x="52290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9" name=""/>
          <p:cNvGrpSpPr/>
          <p:nvPr/>
        </p:nvGrpSpPr>
        <p:grpSpPr>
          <a:xfrm>
            <a:off x="3429000" y="6172200"/>
            <a:ext cx="461520" cy="200520"/>
            <a:chOff x="3429000" y="6172200"/>
            <a:chExt cx="461520" cy="200520"/>
          </a:xfrm>
        </p:grpSpPr>
        <p:sp>
          <p:nvSpPr>
            <p:cNvPr id="2490" name=""/>
            <p:cNvSpPr/>
            <p:nvPr/>
          </p:nvSpPr>
          <p:spPr>
            <a:xfrm>
              <a:off x="3429000" y="6186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1" name=""/>
            <p:cNvSpPr/>
            <p:nvPr/>
          </p:nvSpPr>
          <p:spPr>
            <a:xfrm>
              <a:off x="355284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2" name=""/>
          <p:cNvGrpSpPr/>
          <p:nvPr/>
        </p:nvGrpSpPr>
        <p:grpSpPr>
          <a:xfrm>
            <a:off x="5334120" y="1828800"/>
            <a:ext cx="461520" cy="200520"/>
            <a:chOff x="5334120" y="1828800"/>
            <a:chExt cx="461520" cy="200520"/>
          </a:xfrm>
        </p:grpSpPr>
        <p:sp>
          <p:nvSpPr>
            <p:cNvPr id="2493" name=""/>
            <p:cNvSpPr/>
            <p:nvPr/>
          </p:nvSpPr>
          <p:spPr>
            <a:xfrm>
              <a:off x="5334120" y="1842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4" name=""/>
            <p:cNvSpPr/>
            <p:nvPr/>
          </p:nvSpPr>
          <p:spPr>
            <a:xfrm>
              <a:off x="545796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5" name=""/>
          <p:cNvGrpSpPr/>
          <p:nvPr/>
        </p:nvGrpSpPr>
        <p:grpSpPr>
          <a:xfrm>
            <a:off x="762120" y="4495680"/>
            <a:ext cx="461160" cy="200520"/>
            <a:chOff x="762120" y="4495680"/>
            <a:chExt cx="461160" cy="200520"/>
          </a:xfrm>
        </p:grpSpPr>
        <p:sp>
          <p:nvSpPr>
            <p:cNvPr id="2496" name=""/>
            <p:cNvSpPr/>
            <p:nvPr/>
          </p:nvSpPr>
          <p:spPr>
            <a:xfrm>
              <a:off x="762120" y="45115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7" name=""/>
            <p:cNvSpPr/>
            <p:nvPr/>
          </p:nvSpPr>
          <p:spPr>
            <a:xfrm>
              <a:off x="88560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8" name=""/>
          <p:cNvGrpSpPr/>
          <p:nvPr/>
        </p:nvGrpSpPr>
        <p:grpSpPr>
          <a:xfrm>
            <a:off x="3581280" y="2971800"/>
            <a:ext cx="461880" cy="200520"/>
            <a:chOff x="3581280" y="2971800"/>
            <a:chExt cx="461880" cy="200520"/>
          </a:xfrm>
        </p:grpSpPr>
        <p:sp>
          <p:nvSpPr>
            <p:cNvPr id="2499" name=""/>
            <p:cNvSpPr/>
            <p:nvPr/>
          </p:nvSpPr>
          <p:spPr>
            <a:xfrm>
              <a:off x="3581280" y="29858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0" name=""/>
            <p:cNvSpPr/>
            <p:nvPr/>
          </p:nvSpPr>
          <p:spPr>
            <a:xfrm>
              <a:off x="370548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01" name="Rounded Rectangle 250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502" name="Oval 2501"/>
          <p:cNvSpPr/>
          <p:nvPr/>
        </p:nvSpPr>
        <p:spPr>
          <a:xfrm>
            <a:off x="5155047" y="39418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Oval 2502"/>
          <p:cNvSpPr/>
          <p:nvPr/>
        </p:nvSpPr>
        <p:spPr>
          <a:xfrm>
            <a:off x="5195047" y="39818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504" name="Rounded Rectangle 2503"/>
          <p:cNvSpPr/>
          <p:nvPr/>
        </p:nvSpPr>
        <p:spPr>
          <a:xfrm>
            <a:off x="5465047" y="40018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505" name="Oval 2504"/>
          <p:cNvSpPr/>
          <p:nvPr/>
        </p:nvSpPr>
        <p:spPr>
          <a:xfrm>
            <a:off x="6365551" y="17316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Oval 2505"/>
          <p:cNvSpPr/>
          <p:nvPr/>
        </p:nvSpPr>
        <p:spPr>
          <a:xfrm>
            <a:off x="6405551" y="17716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507" name="Rounded Rectangle 2506"/>
          <p:cNvSpPr/>
          <p:nvPr/>
        </p:nvSpPr>
        <p:spPr>
          <a:xfrm>
            <a:off x="6675551" y="17916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508" name="Oval 2507"/>
          <p:cNvSpPr/>
          <p:nvPr/>
        </p:nvSpPr>
        <p:spPr>
          <a:xfrm>
            <a:off x="2479171" y="30283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Oval 2508"/>
          <p:cNvSpPr/>
          <p:nvPr/>
        </p:nvSpPr>
        <p:spPr>
          <a:xfrm>
            <a:off x="2519171" y="30683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510" name="Rounded Rectangle 2509"/>
          <p:cNvSpPr/>
          <p:nvPr/>
        </p:nvSpPr>
        <p:spPr>
          <a:xfrm>
            <a:off x="2789171" y="30883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511" name="Oval 2510"/>
          <p:cNvSpPr/>
          <p:nvPr/>
        </p:nvSpPr>
        <p:spPr>
          <a:xfrm>
            <a:off x="6212910" y="37893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Oval 2511"/>
          <p:cNvSpPr/>
          <p:nvPr/>
        </p:nvSpPr>
        <p:spPr>
          <a:xfrm>
            <a:off x="6252910" y="38293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513" name="Rounded Rectangle 2512"/>
          <p:cNvSpPr/>
          <p:nvPr/>
        </p:nvSpPr>
        <p:spPr>
          <a:xfrm>
            <a:off x="6522910" y="38493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514" name="Oval 2513"/>
          <p:cNvSpPr/>
          <p:nvPr/>
        </p:nvSpPr>
        <p:spPr>
          <a:xfrm>
            <a:off x="4917626" y="462781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Oval 2514"/>
          <p:cNvSpPr/>
          <p:nvPr/>
        </p:nvSpPr>
        <p:spPr>
          <a:xfrm>
            <a:off x="4957626" y="466781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516" name="Rounded Rectangle 2515"/>
          <p:cNvSpPr/>
          <p:nvPr/>
        </p:nvSpPr>
        <p:spPr>
          <a:xfrm>
            <a:off x="5227626" y="468781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517" name="Oval 2516"/>
          <p:cNvSpPr/>
          <p:nvPr/>
        </p:nvSpPr>
        <p:spPr>
          <a:xfrm>
            <a:off x="3601464" y="179641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Oval 2517"/>
          <p:cNvSpPr/>
          <p:nvPr/>
        </p:nvSpPr>
        <p:spPr>
          <a:xfrm>
            <a:off x="3641464" y="183641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519" name="Rounded Rectangle 2518"/>
          <p:cNvSpPr/>
          <p:nvPr/>
        </p:nvSpPr>
        <p:spPr>
          <a:xfrm>
            <a:off x="3911464" y="185641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520" name="Oval 2519"/>
          <p:cNvSpPr/>
          <p:nvPr/>
        </p:nvSpPr>
        <p:spPr>
          <a:xfrm>
            <a:off x="878961" y="104725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Oval 2520"/>
          <p:cNvSpPr/>
          <p:nvPr/>
        </p:nvSpPr>
        <p:spPr>
          <a:xfrm>
            <a:off x="918961" y="108725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522" name="Rounded Rectangle 2521"/>
          <p:cNvSpPr/>
          <p:nvPr/>
        </p:nvSpPr>
        <p:spPr>
          <a:xfrm>
            <a:off x="1188961" y="110725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523" name="Oval 2522"/>
          <p:cNvSpPr/>
          <p:nvPr/>
        </p:nvSpPr>
        <p:spPr>
          <a:xfrm>
            <a:off x="2783911" y="409537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Oval 2523"/>
          <p:cNvSpPr/>
          <p:nvPr/>
        </p:nvSpPr>
        <p:spPr>
          <a:xfrm>
            <a:off x="2823911" y="413537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525" name="Rounded Rectangle 2524"/>
          <p:cNvSpPr/>
          <p:nvPr/>
        </p:nvSpPr>
        <p:spPr>
          <a:xfrm>
            <a:off x="3093911" y="415537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526" name="Oval 2525"/>
          <p:cNvSpPr/>
          <p:nvPr/>
        </p:nvSpPr>
        <p:spPr>
          <a:xfrm>
            <a:off x="3936625" y="72505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Oval 2526"/>
          <p:cNvSpPr/>
          <p:nvPr/>
        </p:nvSpPr>
        <p:spPr>
          <a:xfrm>
            <a:off x="3976625" y="76505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528" name="Rounded Rectangle 2527"/>
          <p:cNvSpPr/>
          <p:nvPr/>
        </p:nvSpPr>
        <p:spPr>
          <a:xfrm>
            <a:off x="4246625" y="78505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529" name="Oval 2528"/>
          <p:cNvSpPr/>
          <p:nvPr/>
        </p:nvSpPr>
        <p:spPr>
          <a:xfrm>
            <a:off x="7355184" y="56953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Oval 2529"/>
          <p:cNvSpPr/>
          <p:nvPr/>
        </p:nvSpPr>
        <p:spPr>
          <a:xfrm>
            <a:off x="7395184" y="57353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531" name="Rounded Rectangle 2530"/>
          <p:cNvSpPr/>
          <p:nvPr/>
        </p:nvSpPr>
        <p:spPr>
          <a:xfrm>
            <a:off x="7665184" y="57553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532" name="Oval 2531"/>
          <p:cNvSpPr/>
          <p:nvPr/>
        </p:nvSpPr>
        <p:spPr>
          <a:xfrm>
            <a:off x="6235227" y="72505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Oval 2532"/>
          <p:cNvSpPr/>
          <p:nvPr/>
        </p:nvSpPr>
        <p:spPr>
          <a:xfrm>
            <a:off x="6275227" y="76505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34" name="Rounded Rectangle 2533"/>
          <p:cNvSpPr/>
          <p:nvPr/>
        </p:nvSpPr>
        <p:spPr>
          <a:xfrm>
            <a:off x="6545227" y="78505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535" name="Oval 2534"/>
          <p:cNvSpPr/>
          <p:nvPr/>
        </p:nvSpPr>
        <p:spPr>
          <a:xfrm>
            <a:off x="6516925" y="28742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Oval 2535"/>
          <p:cNvSpPr/>
          <p:nvPr/>
        </p:nvSpPr>
        <p:spPr>
          <a:xfrm>
            <a:off x="6556925" y="29142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537" name="Rounded Rectangle 2536"/>
          <p:cNvSpPr/>
          <p:nvPr/>
        </p:nvSpPr>
        <p:spPr>
          <a:xfrm>
            <a:off x="6826925" y="29342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538" name="Oval 2537"/>
          <p:cNvSpPr/>
          <p:nvPr/>
        </p:nvSpPr>
        <p:spPr>
          <a:xfrm>
            <a:off x="4079367" y="493219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Oval 2538"/>
          <p:cNvSpPr/>
          <p:nvPr/>
        </p:nvSpPr>
        <p:spPr>
          <a:xfrm>
            <a:off x="4119367" y="497219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540" name="Rounded Rectangle 2539"/>
          <p:cNvSpPr/>
          <p:nvPr/>
        </p:nvSpPr>
        <p:spPr>
          <a:xfrm>
            <a:off x="4389367" y="499219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541" name="Oval 2540"/>
          <p:cNvSpPr/>
          <p:nvPr/>
        </p:nvSpPr>
        <p:spPr>
          <a:xfrm>
            <a:off x="5069001" y="96949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Oval 2541"/>
          <p:cNvSpPr/>
          <p:nvPr/>
        </p:nvSpPr>
        <p:spPr>
          <a:xfrm>
            <a:off x="5109001" y="100949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543" name="Rounded Rectangle 2542"/>
          <p:cNvSpPr/>
          <p:nvPr/>
        </p:nvSpPr>
        <p:spPr>
          <a:xfrm>
            <a:off x="5379001" y="102949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544" name="Oval 2543"/>
          <p:cNvSpPr/>
          <p:nvPr/>
        </p:nvSpPr>
        <p:spPr>
          <a:xfrm>
            <a:off x="2097384" y="538885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Oval 2544"/>
          <p:cNvSpPr/>
          <p:nvPr/>
        </p:nvSpPr>
        <p:spPr>
          <a:xfrm>
            <a:off x="2137384" y="542885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546" name="Rounded Rectangle 2545"/>
          <p:cNvSpPr/>
          <p:nvPr/>
        </p:nvSpPr>
        <p:spPr>
          <a:xfrm>
            <a:off x="2407384" y="544885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547" name="Oval 2546"/>
          <p:cNvSpPr/>
          <p:nvPr/>
        </p:nvSpPr>
        <p:spPr>
          <a:xfrm>
            <a:off x="4993762" y="272377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Oval 2547"/>
          <p:cNvSpPr/>
          <p:nvPr/>
        </p:nvSpPr>
        <p:spPr>
          <a:xfrm>
            <a:off x="5033762" y="276377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549" name="Rounded Rectangle 2548"/>
          <p:cNvSpPr/>
          <p:nvPr/>
        </p:nvSpPr>
        <p:spPr>
          <a:xfrm>
            <a:off x="5303762" y="278377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550" name="Oval 2549"/>
          <p:cNvSpPr/>
          <p:nvPr/>
        </p:nvSpPr>
        <p:spPr>
          <a:xfrm>
            <a:off x="3317429" y="607446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Oval 2550"/>
          <p:cNvSpPr/>
          <p:nvPr/>
        </p:nvSpPr>
        <p:spPr>
          <a:xfrm>
            <a:off x="3357429" y="611446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552" name="Rounded Rectangle 2551"/>
          <p:cNvSpPr/>
          <p:nvPr/>
        </p:nvSpPr>
        <p:spPr>
          <a:xfrm>
            <a:off x="3627429" y="613446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553" name="Oval 2552"/>
          <p:cNvSpPr/>
          <p:nvPr/>
        </p:nvSpPr>
        <p:spPr>
          <a:xfrm>
            <a:off x="5222551" y="17310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Oval 2553"/>
          <p:cNvSpPr/>
          <p:nvPr/>
        </p:nvSpPr>
        <p:spPr>
          <a:xfrm>
            <a:off x="5262551" y="17710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555" name="Rounded Rectangle 2554"/>
          <p:cNvSpPr/>
          <p:nvPr/>
        </p:nvSpPr>
        <p:spPr>
          <a:xfrm>
            <a:off x="5532551" y="17910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556" name="Oval 2555"/>
          <p:cNvSpPr/>
          <p:nvPr/>
        </p:nvSpPr>
        <p:spPr>
          <a:xfrm>
            <a:off x="650369" y="439993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Oval 2556"/>
          <p:cNvSpPr/>
          <p:nvPr/>
        </p:nvSpPr>
        <p:spPr>
          <a:xfrm>
            <a:off x="690369" y="443993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558" name="Rounded Rectangle 2557"/>
          <p:cNvSpPr/>
          <p:nvPr/>
        </p:nvSpPr>
        <p:spPr>
          <a:xfrm>
            <a:off x="960369" y="445993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559" name="Oval 2558"/>
          <p:cNvSpPr/>
          <p:nvPr/>
        </p:nvSpPr>
        <p:spPr>
          <a:xfrm>
            <a:off x="3469701" y="28740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Oval 2559"/>
          <p:cNvSpPr/>
          <p:nvPr/>
        </p:nvSpPr>
        <p:spPr>
          <a:xfrm>
            <a:off x="3509701" y="29140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561" name="Rounded Rectangle 2560"/>
          <p:cNvSpPr/>
          <p:nvPr/>
        </p:nvSpPr>
        <p:spPr>
          <a:xfrm>
            <a:off x="3779701" y="29340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"/>
          <p:cNvSpPr/>
          <p:nvPr/>
        </p:nvSpPr>
        <p:spPr>
          <a:xfrm>
            <a:off x="3055680" y="50760"/>
            <a:ext cx="303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25: WADD | RWY 27 | STAR GAGA1B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2" name=""/>
          <p:cNvSpPr/>
          <p:nvPr/>
        </p:nvSpPr>
        <p:spPr>
          <a:xfrm flipH="1" flipV="1">
            <a:off x="3863520" y="2776320"/>
            <a:ext cx="2505240" cy="2593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3" name=""/>
          <p:cNvSpPr/>
          <p:nvPr/>
        </p:nvSpPr>
        <p:spPr>
          <a:xfrm flipH="1" flipV="1">
            <a:off x="3357720" y="1639800"/>
            <a:ext cx="506160" cy="1136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4" name=""/>
          <p:cNvSpPr/>
          <p:nvPr/>
        </p:nvSpPr>
        <p:spPr>
          <a:xfrm flipH="1">
            <a:off x="3205080" y="1639800"/>
            <a:ext cx="152640" cy="9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7080" bIns="-37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5" name=""/>
          <p:cNvSpPr/>
          <p:nvPr/>
        </p:nvSpPr>
        <p:spPr>
          <a:xfrm flipH="1">
            <a:off x="3048120" y="1649520"/>
            <a:ext cx="156960" cy="11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6" name=""/>
          <p:cNvSpPr/>
          <p:nvPr/>
        </p:nvSpPr>
        <p:spPr>
          <a:xfrm flipH="1">
            <a:off x="2774520" y="1660680"/>
            <a:ext cx="273240" cy="18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8080" bIns="-28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07" name=""/>
          <p:cNvGrpSpPr/>
          <p:nvPr/>
        </p:nvGrpSpPr>
        <p:grpSpPr>
          <a:xfrm>
            <a:off x="6305400" y="5307120"/>
            <a:ext cx="610200" cy="200520"/>
            <a:chOff x="6305400" y="5307120"/>
            <a:chExt cx="610200" cy="200520"/>
          </a:xfrm>
        </p:grpSpPr>
        <p:sp>
          <p:nvSpPr>
            <p:cNvPr id="2508" name=""/>
            <p:cNvSpPr/>
            <p:nvPr/>
          </p:nvSpPr>
          <p:spPr>
            <a:xfrm>
              <a:off x="630540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9" name=""/>
            <p:cNvSpPr/>
            <p:nvPr/>
          </p:nvSpPr>
          <p:spPr>
            <a:xfrm>
              <a:off x="6407280" y="5307120"/>
              <a:ext cx="508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GAGAK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0" name=""/>
          <p:cNvGrpSpPr/>
          <p:nvPr/>
        </p:nvGrpSpPr>
        <p:grpSpPr>
          <a:xfrm>
            <a:off x="3813120" y="2712960"/>
            <a:ext cx="567720" cy="200520"/>
            <a:chOff x="3813120" y="2712960"/>
            <a:chExt cx="567720" cy="200520"/>
          </a:xfrm>
        </p:grpSpPr>
        <p:sp>
          <p:nvSpPr>
            <p:cNvPr id="2511" name=""/>
            <p:cNvSpPr/>
            <p:nvPr/>
          </p:nvSpPr>
          <p:spPr>
            <a:xfrm>
              <a:off x="3813120" y="272556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2" name=""/>
            <p:cNvSpPr/>
            <p:nvPr/>
          </p:nvSpPr>
          <p:spPr>
            <a:xfrm>
              <a:off x="3906000" y="27129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KEDAT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3" name=""/>
          <p:cNvGrpSpPr/>
          <p:nvPr/>
        </p:nvGrpSpPr>
        <p:grpSpPr>
          <a:xfrm>
            <a:off x="3306600" y="1576440"/>
            <a:ext cx="575280" cy="200520"/>
            <a:chOff x="3306600" y="1576440"/>
            <a:chExt cx="575280" cy="200520"/>
          </a:xfrm>
        </p:grpSpPr>
        <p:sp>
          <p:nvSpPr>
            <p:cNvPr id="2514" name=""/>
            <p:cNvSpPr/>
            <p:nvPr/>
          </p:nvSpPr>
          <p:spPr>
            <a:xfrm>
              <a:off x="3306600" y="1589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5" name=""/>
            <p:cNvSpPr/>
            <p:nvPr/>
          </p:nvSpPr>
          <p:spPr>
            <a:xfrm>
              <a:off x="3391920" y="157644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BENOA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6" name=""/>
          <p:cNvGrpSpPr/>
          <p:nvPr/>
        </p:nvGrpSpPr>
        <p:grpSpPr>
          <a:xfrm>
            <a:off x="3164040" y="1585800"/>
            <a:ext cx="546840" cy="200520"/>
            <a:chOff x="3164040" y="1585800"/>
            <a:chExt cx="546840" cy="200520"/>
          </a:xfrm>
        </p:grpSpPr>
        <p:sp>
          <p:nvSpPr>
            <p:cNvPr id="2517" name=""/>
            <p:cNvSpPr/>
            <p:nvPr/>
          </p:nvSpPr>
          <p:spPr>
            <a:xfrm>
              <a:off x="3164040" y="160956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8" name=""/>
            <p:cNvSpPr/>
            <p:nvPr/>
          </p:nvSpPr>
          <p:spPr>
            <a:xfrm>
              <a:off x="3236040" y="158580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97DME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9" name=""/>
          <p:cNvGrpSpPr/>
          <p:nvPr/>
        </p:nvGrpSpPr>
        <p:grpSpPr>
          <a:xfrm>
            <a:off x="3006720" y="1596960"/>
            <a:ext cx="548640" cy="200520"/>
            <a:chOff x="3006720" y="1596960"/>
            <a:chExt cx="548640" cy="200520"/>
          </a:xfrm>
        </p:grpSpPr>
        <p:sp>
          <p:nvSpPr>
            <p:cNvPr id="2520" name=""/>
            <p:cNvSpPr/>
            <p:nvPr/>
          </p:nvSpPr>
          <p:spPr>
            <a:xfrm>
              <a:off x="3006720" y="162072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1" name=""/>
            <p:cNvSpPr/>
            <p:nvPr/>
          </p:nvSpPr>
          <p:spPr>
            <a:xfrm>
              <a:off x="3080520" y="15969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62DME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2" name=""/>
          <p:cNvGrpSpPr/>
          <p:nvPr/>
        </p:nvGrpSpPr>
        <p:grpSpPr>
          <a:xfrm>
            <a:off x="2711520" y="1616040"/>
            <a:ext cx="543240" cy="200520"/>
            <a:chOff x="2711520" y="1616040"/>
            <a:chExt cx="543240" cy="200520"/>
          </a:xfrm>
        </p:grpSpPr>
        <p:sp>
          <p:nvSpPr>
            <p:cNvPr id="2523" name=""/>
            <p:cNvSpPr/>
            <p:nvPr/>
          </p:nvSpPr>
          <p:spPr>
            <a:xfrm>
              <a:off x="2711520" y="1616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4" name=""/>
            <p:cNvSpPr/>
            <p:nvPr/>
          </p:nvSpPr>
          <p:spPr>
            <a:xfrm>
              <a:off x="2828520" y="1616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5" name=""/>
          <p:cNvGrpSpPr/>
          <p:nvPr/>
        </p:nvGrpSpPr>
        <p:grpSpPr>
          <a:xfrm>
            <a:off x="3657600" y="1905120"/>
            <a:ext cx="479160" cy="200520"/>
            <a:chOff x="3657600" y="1905120"/>
            <a:chExt cx="479160" cy="200520"/>
          </a:xfrm>
        </p:grpSpPr>
        <p:sp>
          <p:nvSpPr>
            <p:cNvPr id="2526" name=""/>
            <p:cNvSpPr/>
            <p:nvPr/>
          </p:nvSpPr>
          <p:spPr>
            <a:xfrm>
              <a:off x="3657600" y="19112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7" name=""/>
            <p:cNvSpPr/>
            <p:nvPr/>
          </p:nvSpPr>
          <p:spPr>
            <a:xfrm>
              <a:off x="379908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8" name=""/>
          <p:cNvGrpSpPr/>
          <p:nvPr/>
        </p:nvGrpSpPr>
        <p:grpSpPr>
          <a:xfrm>
            <a:off x="8458200" y="457200"/>
            <a:ext cx="479160" cy="200520"/>
            <a:chOff x="8458200" y="457200"/>
            <a:chExt cx="479160" cy="200520"/>
          </a:xfrm>
        </p:grpSpPr>
        <p:sp>
          <p:nvSpPr>
            <p:cNvPr id="2529" name=""/>
            <p:cNvSpPr/>
            <p:nvPr/>
          </p:nvSpPr>
          <p:spPr>
            <a:xfrm>
              <a:off x="8458200" y="463320"/>
              <a:ext cx="114120" cy="11376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3840" bIns="338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0" name=""/>
            <p:cNvSpPr/>
            <p:nvPr/>
          </p:nvSpPr>
          <p:spPr>
            <a:xfrm>
              <a:off x="85996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1" name=""/>
          <p:cNvGrpSpPr/>
          <p:nvPr/>
        </p:nvGrpSpPr>
        <p:grpSpPr>
          <a:xfrm>
            <a:off x="7696080" y="3276720"/>
            <a:ext cx="479160" cy="200520"/>
            <a:chOff x="7696080" y="3276720"/>
            <a:chExt cx="479160" cy="200520"/>
          </a:xfrm>
        </p:grpSpPr>
        <p:sp>
          <p:nvSpPr>
            <p:cNvPr id="2532" name=""/>
            <p:cNvSpPr/>
            <p:nvPr/>
          </p:nvSpPr>
          <p:spPr>
            <a:xfrm>
              <a:off x="7696080" y="328320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3" name=""/>
            <p:cNvSpPr/>
            <p:nvPr/>
          </p:nvSpPr>
          <p:spPr>
            <a:xfrm>
              <a:off x="783756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4" name=""/>
          <p:cNvGrpSpPr/>
          <p:nvPr/>
        </p:nvGrpSpPr>
        <p:grpSpPr>
          <a:xfrm>
            <a:off x="4495680" y="6248520"/>
            <a:ext cx="461880" cy="200520"/>
            <a:chOff x="4495680" y="6248520"/>
            <a:chExt cx="461880" cy="200520"/>
          </a:xfrm>
        </p:grpSpPr>
        <p:sp>
          <p:nvSpPr>
            <p:cNvPr id="2535" name=""/>
            <p:cNvSpPr/>
            <p:nvPr/>
          </p:nvSpPr>
          <p:spPr>
            <a:xfrm>
              <a:off x="4495680" y="6264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6" name=""/>
            <p:cNvSpPr/>
            <p:nvPr/>
          </p:nvSpPr>
          <p:spPr>
            <a:xfrm>
              <a:off x="46198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37" name=""/>
          <p:cNvGrpSpPr/>
          <p:nvPr/>
        </p:nvGrpSpPr>
        <p:grpSpPr>
          <a:xfrm>
            <a:off x="1295280" y="4114800"/>
            <a:ext cx="460080" cy="200520"/>
            <a:chOff x="1295280" y="4114800"/>
            <a:chExt cx="460080" cy="200520"/>
          </a:xfrm>
        </p:grpSpPr>
        <p:sp>
          <p:nvSpPr>
            <p:cNvPr id="2538" name=""/>
            <p:cNvSpPr/>
            <p:nvPr/>
          </p:nvSpPr>
          <p:spPr>
            <a:xfrm>
              <a:off x="1295280" y="41306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9" name=""/>
            <p:cNvSpPr/>
            <p:nvPr/>
          </p:nvSpPr>
          <p:spPr>
            <a:xfrm>
              <a:off x="141768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0" name=""/>
          <p:cNvGrpSpPr/>
          <p:nvPr/>
        </p:nvGrpSpPr>
        <p:grpSpPr>
          <a:xfrm>
            <a:off x="152280" y="1828800"/>
            <a:ext cx="461520" cy="200520"/>
            <a:chOff x="152280" y="1828800"/>
            <a:chExt cx="461520" cy="200520"/>
          </a:xfrm>
        </p:grpSpPr>
        <p:sp>
          <p:nvSpPr>
            <p:cNvPr id="2541" name=""/>
            <p:cNvSpPr/>
            <p:nvPr/>
          </p:nvSpPr>
          <p:spPr>
            <a:xfrm>
              <a:off x="152280" y="1844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2" name=""/>
            <p:cNvSpPr/>
            <p:nvPr/>
          </p:nvSpPr>
          <p:spPr>
            <a:xfrm>
              <a:off x="27612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3" name=""/>
          <p:cNvGrpSpPr/>
          <p:nvPr/>
        </p:nvGrpSpPr>
        <p:grpSpPr>
          <a:xfrm>
            <a:off x="4800600" y="4876920"/>
            <a:ext cx="461520" cy="200520"/>
            <a:chOff x="4800600" y="4876920"/>
            <a:chExt cx="461520" cy="200520"/>
          </a:xfrm>
        </p:grpSpPr>
        <p:sp>
          <p:nvSpPr>
            <p:cNvPr id="2544" name=""/>
            <p:cNvSpPr/>
            <p:nvPr/>
          </p:nvSpPr>
          <p:spPr>
            <a:xfrm>
              <a:off x="4800600" y="4891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5" name=""/>
            <p:cNvSpPr/>
            <p:nvPr/>
          </p:nvSpPr>
          <p:spPr>
            <a:xfrm>
              <a:off x="492444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6" name=""/>
          <p:cNvGrpSpPr/>
          <p:nvPr/>
        </p:nvGrpSpPr>
        <p:grpSpPr>
          <a:xfrm>
            <a:off x="5491080" y="2438280"/>
            <a:ext cx="461880" cy="200520"/>
            <a:chOff x="5491080" y="2438280"/>
            <a:chExt cx="461880" cy="200520"/>
          </a:xfrm>
        </p:grpSpPr>
        <p:sp>
          <p:nvSpPr>
            <p:cNvPr id="2547" name=""/>
            <p:cNvSpPr/>
            <p:nvPr/>
          </p:nvSpPr>
          <p:spPr>
            <a:xfrm>
              <a:off x="5491080" y="2452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8" name=""/>
            <p:cNvSpPr/>
            <p:nvPr/>
          </p:nvSpPr>
          <p:spPr>
            <a:xfrm>
              <a:off x="56152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9" name=""/>
          <p:cNvGrpSpPr/>
          <p:nvPr/>
        </p:nvGrpSpPr>
        <p:grpSpPr>
          <a:xfrm>
            <a:off x="2819520" y="5410080"/>
            <a:ext cx="461520" cy="200520"/>
            <a:chOff x="2819520" y="5410080"/>
            <a:chExt cx="461520" cy="200520"/>
          </a:xfrm>
        </p:grpSpPr>
        <p:sp>
          <p:nvSpPr>
            <p:cNvPr id="2550" name=""/>
            <p:cNvSpPr/>
            <p:nvPr/>
          </p:nvSpPr>
          <p:spPr>
            <a:xfrm>
              <a:off x="2819520" y="5424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1" name=""/>
            <p:cNvSpPr/>
            <p:nvPr/>
          </p:nvSpPr>
          <p:spPr>
            <a:xfrm>
              <a:off x="294336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52" name=""/>
          <p:cNvGrpSpPr/>
          <p:nvPr/>
        </p:nvGrpSpPr>
        <p:grpSpPr>
          <a:xfrm>
            <a:off x="8458200" y="6400800"/>
            <a:ext cx="461520" cy="200520"/>
            <a:chOff x="8458200" y="6400800"/>
            <a:chExt cx="461520" cy="200520"/>
          </a:xfrm>
        </p:grpSpPr>
        <p:sp>
          <p:nvSpPr>
            <p:cNvPr id="2553" name=""/>
            <p:cNvSpPr/>
            <p:nvPr/>
          </p:nvSpPr>
          <p:spPr>
            <a:xfrm>
              <a:off x="8458200" y="641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4" name=""/>
            <p:cNvSpPr/>
            <p:nvPr/>
          </p:nvSpPr>
          <p:spPr>
            <a:xfrm>
              <a:off x="858204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55" name=""/>
          <p:cNvGrpSpPr/>
          <p:nvPr/>
        </p:nvGrpSpPr>
        <p:grpSpPr>
          <a:xfrm>
            <a:off x="3276720" y="3962520"/>
            <a:ext cx="460080" cy="200520"/>
            <a:chOff x="3276720" y="3962520"/>
            <a:chExt cx="460080" cy="200520"/>
          </a:xfrm>
        </p:grpSpPr>
        <p:sp>
          <p:nvSpPr>
            <p:cNvPr id="2556" name=""/>
            <p:cNvSpPr/>
            <p:nvPr/>
          </p:nvSpPr>
          <p:spPr>
            <a:xfrm>
              <a:off x="3276720" y="3976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7" name=""/>
            <p:cNvSpPr/>
            <p:nvPr/>
          </p:nvSpPr>
          <p:spPr>
            <a:xfrm>
              <a:off x="33991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58" name=""/>
          <p:cNvGrpSpPr/>
          <p:nvPr/>
        </p:nvGrpSpPr>
        <p:grpSpPr>
          <a:xfrm>
            <a:off x="2392200" y="2854440"/>
            <a:ext cx="461880" cy="200520"/>
            <a:chOff x="2392200" y="2854440"/>
            <a:chExt cx="461880" cy="200520"/>
          </a:xfrm>
        </p:grpSpPr>
        <p:sp>
          <p:nvSpPr>
            <p:cNvPr id="2559" name=""/>
            <p:cNvSpPr/>
            <p:nvPr/>
          </p:nvSpPr>
          <p:spPr>
            <a:xfrm>
              <a:off x="2392200" y="2870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0" name=""/>
            <p:cNvSpPr/>
            <p:nvPr/>
          </p:nvSpPr>
          <p:spPr>
            <a:xfrm>
              <a:off x="2516400" y="285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1" name=""/>
          <p:cNvGrpSpPr/>
          <p:nvPr/>
        </p:nvGrpSpPr>
        <p:grpSpPr>
          <a:xfrm>
            <a:off x="5851440" y="3637080"/>
            <a:ext cx="461880" cy="200520"/>
            <a:chOff x="5851440" y="3637080"/>
            <a:chExt cx="461880" cy="200520"/>
          </a:xfrm>
        </p:grpSpPr>
        <p:sp>
          <p:nvSpPr>
            <p:cNvPr id="2562" name=""/>
            <p:cNvSpPr/>
            <p:nvPr/>
          </p:nvSpPr>
          <p:spPr>
            <a:xfrm>
              <a:off x="5851440" y="3652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3" name=""/>
            <p:cNvSpPr/>
            <p:nvPr/>
          </p:nvSpPr>
          <p:spPr>
            <a:xfrm>
              <a:off x="5975640" y="363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4" name=""/>
          <p:cNvGrpSpPr/>
          <p:nvPr/>
        </p:nvGrpSpPr>
        <p:grpSpPr>
          <a:xfrm>
            <a:off x="7543800" y="5029200"/>
            <a:ext cx="460080" cy="200520"/>
            <a:chOff x="7543800" y="5029200"/>
            <a:chExt cx="460080" cy="200520"/>
          </a:xfrm>
        </p:grpSpPr>
        <p:sp>
          <p:nvSpPr>
            <p:cNvPr id="2565" name=""/>
            <p:cNvSpPr/>
            <p:nvPr/>
          </p:nvSpPr>
          <p:spPr>
            <a:xfrm>
              <a:off x="7543800" y="5045040"/>
              <a:ext cx="9540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6" name=""/>
            <p:cNvSpPr/>
            <p:nvPr/>
          </p:nvSpPr>
          <p:spPr>
            <a:xfrm>
              <a:off x="76662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7" name=""/>
          <p:cNvGrpSpPr/>
          <p:nvPr/>
        </p:nvGrpSpPr>
        <p:grpSpPr>
          <a:xfrm>
            <a:off x="7162920" y="1828800"/>
            <a:ext cx="461160" cy="200520"/>
            <a:chOff x="7162920" y="1828800"/>
            <a:chExt cx="461160" cy="200520"/>
          </a:xfrm>
        </p:grpSpPr>
        <p:sp>
          <p:nvSpPr>
            <p:cNvPr id="2568" name=""/>
            <p:cNvSpPr/>
            <p:nvPr/>
          </p:nvSpPr>
          <p:spPr>
            <a:xfrm>
              <a:off x="7162920" y="1842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9" name=""/>
            <p:cNvSpPr/>
            <p:nvPr/>
          </p:nvSpPr>
          <p:spPr>
            <a:xfrm>
              <a:off x="728640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0" name=""/>
          <p:cNvGrpSpPr/>
          <p:nvPr/>
        </p:nvGrpSpPr>
        <p:grpSpPr>
          <a:xfrm>
            <a:off x="6095880" y="6248520"/>
            <a:ext cx="461880" cy="200520"/>
            <a:chOff x="6095880" y="6248520"/>
            <a:chExt cx="461880" cy="200520"/>
          </a:xfrm>
        </p:grpSpPr>
        <p:sp>
          <p:nvSpPr>
            <p:cNvPr id="2571" name=""/>
            <p:cNvSpPr/>
            <p:nvPr/>
          </p:nvSpPr>
          <p:spPr>
            <a:xfrm>
              <a:off x="6095880" y="62643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2" name=""/>
            <p:cNvSpPr/>
            <p:nvPr/>
          </p:nvSpPr>
          <p:spPr>
            <a:xfrm>
              <a:off x="62200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3" name=""/>
          <p:cNvGrpSpPr/>
          <p:nvPr/>
        </p:nvGrpSpPr>
        <p:grpSpPr>
          <a:xfrm>
            <a:off x="380880" y="6400800"/>
            <a:ext cx="460080" cy="200520"/>
            <a:chOff x="380880" y="6400800"/>
            <a:chExt cx="460080" cy="200520"/>
          </a:xfrm>
        </p:grpSpPr>
        <p:sp>
          <p:nvSpPr>
            <p:cNvPr id="2574" name=""/>
            <p:cNvSpPr/>
            <p:nvPr/>
          </p:nvSpPr>
          <p:spPr>
            <a:xfrm>
              <a:off x="380880" y="641664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5" name=""/>
            <p:cNvSpPr/>
            <p:nvPr/>
          </p:nvSpPr>
          <p:spPr>
            <a:xfrm>
              <a:off x="50328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6" name=""/>
          <p:cNvGrpSpPr/>
          <p:nvPr/>
        </p:nvGrpSpPr>
        <p:grpSpPr>
          <a:xfrm>
            <a:off x="3657600" y="1219320"/>
            <a:ext cx="460080" cy="200520"/>
            <a:chOff x="3657600" y="1219320"/>
            <a:chExt cx="460080" cy="200520"/>
          </a:xfrm>
        </p:grpSpPr>
        <p:sp>
          <p:nvSpPr>
            <p:cNvPr id="2577" name=""/>
            <p:cNvSpPr/>
            <p:nvPr/>
          </p:nvSpPr>
          <p:spPr>
            <a:xfrm>
              <a:off x="3657600" y="123516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8" name=""/>
            <p:cNvSpPr/>
            <p:nvPr/>
          </p:nvSpPr>
          <p:spPr>
            <a:xfrm>
              <a:off x="378000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9" name=""/>
          <p:cNvGrpSpPr/>
          <p:nvPr/>
        </p:nvGrpSpPr>
        <p:grpSpPr>
          <a:xfrm>
            <a:off x="2023920" y="846000"/>
            <a:ext cx="461880" cy="200520"/>
            <a:chOff x="2023920" y="846000"/>
            <a:chExt cx="461880" cy="200520"/>
          </a:xfrm>
        </p:grpSpPr>
        <p:sp>
          <p:nvSpPr>
            <p:cNvPr id="2580" name=""/>
            <p:cNvSpPr/>
            <p:nvPr/>
          </p:nvSpPr>
          <p:spPr>
            <a:xfrm>
              <a:off x="2023920" y="861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1" name=""/>
            <p:cNvSpPr/>
            <p:nvPr/>
          </p:nvSpPr>
          <p:spPr>
            <a:xfrm>
              <a:off x="2148120" y="84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82" name=""/>
          <p:cNvGrpSpPr/>
          <p:nvPr/>
        </p:nvGrpSpPr>
        <p:grpSpPr>
          <a:xfrm>
            <a:off x="4351320" y="1638360"/>
            <a:ext cx="461880" cy="200520"/>
            <a:chOff x="4351320" y="1638360"/>
            <a:chExt cx="461880" cy="200520"/>
          </a:xfrm>
        </p:grpSpPr>
        <p:sp>
          <p:nvSpPr>
            <p:cNvPr id="2583" name=""/>
            <p:cNvSpPr/>
            <p:nvPr/>
          </p:nvSpPr>
          <p:spPr>
            <a:xfrm>
              <a:off x="4351320" y="1652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4" name=""/>
            <p:cNvSpPr/>
            <p:nvPr/>
          </p:nvSpPr>
          <p:spPr>
            <a:xfrm>
              <a:off x="4475520" y="1638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85" name="Rounded Rectangle 2584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586" name="Oval 2585"/>
          <p:cNvSpPr/>
          <p:nvPr/>
        </p:nvSpPr>
        <p:spPr>
          <a:xfrm>
            <a:off x="3554661" y="18084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Oval 2586"/>
          <p:cNvSpPr/>
          <p:nvPr/>
        </p:nvSpPr>
        <p:spPr>
          <a:xfrm>
            <a:off x="3594661" y="18484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588" name="Rounded Rectangle 2587"/>
          <p:cNvSpPr/>
          <p:nvPr/>
        </p:nvSpPr>
        <p:spPr>
          <a:xfrm>
            <a:off x="3864661" y="18684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589" name="Oval 2588"/>
          <p:cNvSpPr/>
          <p:nvPr/>
        </p:nvSpPr>
        <p:spPr>
          <a:xfrm>
            <a:off x="8355260" y="3602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Oval 2589"/>
          <p:cNvSpPr/>
          <p:nvPr/>
        </p:nvSpPr>
        <p:spPr>
          <a:xfrm>
            <a:off x="8395260" y="4002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591" name="Rounded Rectangle 2590"/>
          <p:cNvSpPr/>
          <p:nvPr/>
        </p:nvSpPr>
        <p:spPr>
          <a:xfrm>
            <a:off x="8665260" y="4202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592" name="Oval 2591"/>
          <p:cNvSpPr/>
          <p:nvPr/>
        </p:nvSpPr>
        <p:spPr>
          <a:xfrm>
            <a:off x="7593323" y="31802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Oval 2592"/>
          <p:cNvSpPr/>
          <p:nvPr/>
        </p:nvSpPr>
        <p:spPr>
          <a:xfrm>
            <a:off x="7633323" y="32202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594" name="Rounded Rectangle 2593"/>
          <p:cNvSpPr/>
          <p:nvPr/>
        </p:nvSpPr>
        <p:spPr>
          <a:xfrm>
            <a:off x="7903323" y="32402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595" name="Oval 2594"/>
          <p:cNvSpPr/>
          <p:nvPr/>
        </p:nvSpPr>
        <p:spPr>
          <a:xfrm>
            <a:off x="4384100" y="61527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Oval 2595"/>
          <p:cNvSpPr/>
          <p:nvPr/>
        </p:nvSpPr>
        <p:spPr>
          <a:xfrm>
            <a:off x="4424100" y="61927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597" name="Rounded Rectangle 2596"/>
          <p:cNvSpPr/>
          <p:nvPr/>
        </p:nvSpPr>
        <p:spPr>
          <a:xfrm>
            <a:off x="4694100" y="62127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598" name="Oval 2597"/>
          <p:cNvSpPr/>
          <p:nvPr/>
        </p:nvSpPr>
        <p:spPr>
          <a:xfrm>
            <a:off x="1182979" y="40188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Oval 2598"/>
          <p:cNvSpPr/>
          <p:nvPr/>
        </p:nvSpPr>
        <p:spPr>
          <a:xfrm>
            <a:off x="1222979" y="40588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600" name="Rounded Rectangle 2599"/>
          <p:cNvSpPr/>
          <p:nvPr/>
        </p:nvSpPr>
        <p:spPr>
          <a:xfrm>
            <a:off x="1492979" y="40788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601" name="Oval 2600"/>
          <p:cNvSpPr/>
          <p:nvPr/>
        </p:nvSpPr>
        <p:spPr>
          <a:xfrm>
            <a:off x="40701" y="17330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Oval 2601"/>
          <p:cNvSpPr/>
          <p:nvPr/>
        </p:nvSpPr>
        <p:spPr>
          <a:xfrm>
            <a:off x="80701" y="17730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603" name="Rounded Rectangle 2602"/>
          <p:cNvSpPr/>
          <p:nvPr/>
        </p:nvSpPr>
        <p:spPr>
          <a:xfrm>
            <a:off x="350701" y="17930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604" name="Oval 2603"/>
          <p:cNvSpPr/>
          <p:nvPr/>
        </p:nvSpPr>
        <p:spPr>
          <a:xfrm>
            <a:off x="4689021" y="4779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Oval 2604"/>
          <p:cNvSpPr/>
          <p:nvPr/>
        </p:nvSpPr>
        <p:spPr>
          <a:xfrm>
            <a:off x="4729021" y="4819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606" name="Rounded Rectangle 2605"/>
          <p:cNvSpPr/>
          <p:nvPr/>
        </p:nvSpPr>
        <p:spPr>
          <a:xfrm>
            <a:off x="4999021" y="4839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607" name="Oval 2606"/>
          <p:cNvSpPr/>
          <p:nvPr/>
        </p:nvSpPr>
        <p:spPr>
          <a:xfrm>
            <a:off x="5379503" y="23411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Oval 2607"/>
          <p:cNvSpPr/>
          <p:nvPr/>
        </p:nvSpPr>
        <p:spPr>
          <a:xfrm>
            <a:off x="5419503" y="23811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609" name="Rounded Rectangle 2608"/>
          <p:cNvSpPr/>
          <p:nvPr/>
        </p:nvSpPr>
        <p:spPr>
          <a:xfrm>
            <a:off x="5689503" y="24011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610" name="Oval 2609"/>
          <p:cNvSpPr/>
          <p:nvPr/>
        </p:nvSpPr>
        <p:spPr>
          <a:xfrm>
            <a:off x="2707939" y="53129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Oval 2610"/>
          <p:cNvSpPr/>
          <p:nvPr/>
        </p:nvSpPr>
        <p:spPr>
          <a:xfrm>
            <a:off x="2747939" y="53529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612" name="Rounded Rectangle 2611"/>
          <p:cNvSpPr/>
          <p:nvPr/>
        </p:nvSpPr>
        <p:spPr>
          <a:xfrm>
            <a:off x="3017939" y="53729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613" name="Oval 2612"/>
          <p:cNvSpPr/>
          <p:nvPr/>
        </p:nvSpPr>
        <p:spPr>
          <a:xfrm>
            <a:off x="8346622" y="63050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Oval 2613"/>
          <p:cNvSpPr/>
          <p:nvPr/>
        </p:nvSpPr>
        <p:spPr>
          <a:xfrm>
            <a:off x="8386622" y="63450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615" name="Rounded Rectangle 2614"/>
          <p:cNvSpPr/>
          <p:nvPr/>
        </p:nvSpPr>
        <p:spPr>
          <a:xfrm>
            <a:off x="8656622" y="63650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616" name="Oval 2615"/>
          <p:cNvSpPr/>
          <p:nvPr/>
        </p:nvSpPr>
        <p:spPr>
          <a:xfrm>
            <a:off x="3164420" y="38653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Oval 2616"/>
          <p:cNvSpPr/>
          <p:nvPr/>
        </p:nvSpPr>
        <p:spPr>
          <a:xfrm>
            <a:off x="3204420" y="39053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618" name="Rounded Rectangle 2617"/>
          <p:cNvSpPr/>
          <p:nvPr/>
        </p:nvSpPr>
        <p:spPr>
          <a:xfrm>
            <a:off x="3474420" y="39253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619" name="Oval 2618"/>
          <p:cNvSpPr/>
          <p:nvPr/>
        </p:nvSpPr>
        <p:spPr>
          <a:xfrm>
            <a:off x="2280623" y="27586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Oval 2619"/>
          <p:cNvSpPr/>
          <p:nvPr/>
        </p:nvSpPr>
        <p:spPr>
          <a:xfrm>
            <a:off x="2320623" y="27986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621" name="Rounded Rectangle 2620"/>
          <p:cNvSpPr/>
          <p:nvPr/>
        </p:nvSpPr>
        <p:spPr>
          <a:xfrm>
            <a:off x="2590623" y="28186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622" name="Oval 2621"/>
          <p:cNvSpPr/>
          <p:nvPr/>
        </p:nvSpPr>
        <p:spPr>
          <a:xfrm>
            <a:off x="5739861" y="35413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Oval 2622"/>
          <p:cNvSpPr/>
          <p:nvPr/>
        </p:nvSpPr>
        <p:spPr>
          <a:xfrm>
            <a:off x="5779861" y="35813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624" name="Rounded Rectangle 2623"/>
          <p:cNvSpPr/>
          <p:nvPr/>
        </p:nvSpPr>
        <p:spPr>
          <a:xfrm>
            <a:off x="6049861" y="36013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625" name="Oval 2624"/>
          <p:cNvSpPr/>
          <p:nvPr/>
        </p:nvSpPr>
        <p:spPr>
          <a:xfrm>
            <a:off x="7431500" y="49327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Oval 2625"/>
          <p:cNvSpPr/>
          <p:nvPr/>
        </p:nvSpPr>
        <p:spPr>
          <a:xfrm>
            <a:off x="7471500" y="49727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627" name="Rounded Rectangle 2626"/>
          <p:cNvSpPr/>
          <p:nvPr/>
        </p:nvSpPr>
        <p:spPr>
          <a:xfrm>
            <a:off x="7741500" y="49927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628" name="Oval 2627"/>
          <p:cNvSpPr/>
          <p:nvPr/>
        </p:nvSpPr>
        <p:spPr>
          <a:xfrm>
            <a:off x="7051163" y="17312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Oval 2628"/>
          <p:cNvSpPr/>
          <p:nvPr/>
        </p:nvSpPr>
        <p:spPr>
          <a:xfrm>
            <a:off x="7091163" y="17712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630" name="Rounded Rectangle 2629"/>
          <p:cNvSpPr/>
          <p:nvPr/>
        </p:nvSpPr>
        <p:spPr>
          <a:xfrm>
            <a:off x="7361163" y="17912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631" name="Oval 2630"/>
          <p:cNvSpPr/>
          <p:nvPr/>
        </p:nvSpPr>
        <p:spPr>
          <a:xfrm>
            <a:off x="5984301" y="61520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Oval 2631"/>
          <p:cNvSpPr/>
          <p:nvPr/>
        </p:nvSpPr>
        <p:spPr>
          <a:xfrm>
            <a:off x="6024301" y="61920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633" name="Rounded Rectangle 2632"/>
          <p:cNvSpPr/>
          <p:nvPr/>
        </p:nvSpPr>
        <p:spPr>
          <a:xfrm>
            <a:off x="6294301" y="62120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634" name="Oval 2633"/>
          <p:cNvSpPr/>
          <p:nvPr/>
        </p:nvSpPr>
        <p:spPr>
          <a:xfrm>
            <a:off x="268400" y="63043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Oval 2634"/>
          <p:cNvSpPr/>
          <p:nvPr/>
        </p:nvSpPr>
        <p:spPr>
          <a:xfrm>
            <a:off x="308400" y="63443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636" name="Rounded Rectangle 2635"/>
          <p:cNvSpPr/>
          <p:nvPr/>
        </p:nvSpPr>
        <p:spPr>
          <a:xfrm>
            <a:off x="578400" y="63643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637" name="Oval 2636"/>
          <p:cNvSpPr/>
          <p:nvPr/>
        </p:nvSpPr>
        <p:spPr>
          <a:xfrm>
            <a:off x="3545121" y="11228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Oval 2637"/>
          <p:cNvSpPr/>
          <p:nvPr/>
        </p:nvSpPr>
        <p:spPr>
          <a:xfrm>
            <a:off x="3585121" y="11628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639" name="Rounded Rectangle 2638"/>
          <p:cNvSpPr/>
          <p:nvPr/>
        </p:nvSpPr>
        <p:spPr>
          <a:xfrm>
            <a:off x="3855121" y="11828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640" name="Oval 2639"/>
          <p:cNvSpPr/>
          <p:nvPr/>
        </p:nvSpPr>
        <p:spPr>
          <a:xfrm>
            <a:off x="1912342" y="7502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Oval 2640"/>
          <p:cNvSpPr/>
          <p:nvPr/>
        </p:nvSpPr>
        <p:spPr>
          <a:xfrm>
            <a:off x="1952342" y="7902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642" name="Rounded Rectangle 2641"/>
          <p:cNvSpPr/>
          <p:nvPr/>
        </p:nvSpPr>
        <p:spPr>
          <a:xfrm>
            <a:off x="2222342" y="8102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643" name="Oval 2642"/>
          <p:cNvSpPr/>
          <p:nvPr/>
        </p:nvSpPr>
        <p:spPr>
          <a:xfrm>
            <a:off x="4239740" y="15411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Oval 2643"/>
          <p:cNvSpPr/>
          <p:nvPr/>
        </p:nvSpPr>
        <p:spPr>
          <a:xfrm>
            <a:off x="4279740" y="15811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645" name="Rounded Rectangle 2644"/>
          <p:cNvSpPr/>
          <p:nvPr/>
        </p:nvSpPr>
        <p:spPr>
          <a:xfrm>
            <a:off x="4549740" y="16011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"/>
          <p:cNvSpPr/>
          <p:nvPr/>
        </p:nvSpPr>
        <p:spPr>
          <a:xfrm>
            <a:off x="3145680" y="50760"/>
            <a:ext cx="28522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26: WIII | RWY 07R | STAR CARLI2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6" name=""/>
          <p:cNvSpPr/>
          <p:nvPr/>
        </p:nvSpPr>
        <p:spPr>
          <a:xfrm flipV="1">
            <a:off x="3279600" y="1639800"/>
            <a:ext cx="2352960" cy="39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0" bIns="-7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7" name=""/>
          <p:cNvSpPr/>
          <p:nvPr/>
        </p:nvSpPr>
        <p:spPr>
          <a:xfrm>
            <a:off x="5632560" y="1639800"/>
            <a:ext cx="231840" cy="806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8" name=""/>
          <p:cNvSpPr/>
          <p:nvPr/>
        </p:nvSpPr>
        <p:spPr>
          <a:xfrm flipH="1">
            <a:off x="4692240" y="2446200"/>
            <a:ext cx="1171800" cy="2297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9" name=""/>
          <p:cNvSpPr/>
          <p:nvPr/>
        </p:nvSpPr>
        <p:spPr>
          <a:xfrm flipH="1">
            <a:off x="3846600" y="4743360"/>
            <a:ext cx="846000" cy="227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0" name=""/>
          <p:cNvSpPr/>
          <p:nvPr/>
        </p:nvSpPr>
        <p:spPr>
          <a:xfrm>
            <a:off x="3846600" y="4970520"/>
            <a:ext cx="162000" cy="399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1" name=""/>
          <p:cNvSpPr/>
          <p:nvPr/>
        </p:nvSpPr>
        <p:spPr>
          <a:xfrm flipV="1">
            <a:off x="4008600" y="5173200"/>
            <a:ext cx="487080" cy="196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2" name=""/>
          <p:cNvSpPr/>
          <p:nvPr/>
        </p:nvSpPr>
        <p:spPr>
          <a:xfrm flipV="1">
            <a:off x="4495680" y="5059080"/>
            <a:ext cx="236520" cy="114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3" name=""/>
          <p:cNvSpPr/>
          <p:nvPr/>
        </p:nvSpPr>
        <p:spPr>
          <a:xfrm flipV="1">
            <a:off x="4732200" y="4937040"/>
            <a:ext cx="301680" cy="122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94" name=""/>
          <p:cNvGrpSpPr/>
          <p:nvPr/>
        </p:nvGrpSpPr>
        <p:grpSpPr>
          <a:xfrm>
            <a:off x="3216240" y="1616040"/>
            <a:ext cx="580680" cy="200520"/>
            <a:chOff x="3216240" y="1616040"/>
            <a:chExt cx="580680" cy="200520"/>
          </a:xfrm>
        </p:grpSpPr>
        <p:sp>
          <p:nvSpPr>
            <p:cNvPr id="2595" name=""/>
            <p:cNvSpPr/>
            <p:nvPr/>
          </p:nvSpPr>
          <p:spPr>
            <a:xfrm>
              <a:off x="3216240" y="16160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6" name=""/>
            <p:cNvSpPr/>
            <p:nvPr/>
          </p:nvSpPr>
          <p:spPr>
            <a:xfrm>
              <a:off x="3346560" y="16160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CARLI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97" name=""/>
          <p:cNvGrpSpPr/>
          <p:nvPr/>
        </p:nvGrpSpPr>
        <p:grpSpPr>
          <a:xfrm>
            <a:off x="5581800" y="1576440"/>
            <a:ext cx="543240" cy="200520"/>
            <a:chOff x="5581800" y="1576440"/>
            <a:chExt cx="543240" cy="200520"/>
          </a:xfrm>
        </p:grpSpPr>
        <p:sp>
          <p:nvSpPr>
            <p:cNvPr id="2598" name=""/>
            <p:cNvSpPr/>
            <p:nvPr/>
          </p:nvSpPr>
          <p:spPr>
            <a:xfrm>
              <a:off x="558180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9" name=""/>
            <p:cNvSpPr/>
            <p:nvPr/>
          </p:nvSpPr>
          <p:spPr>
            <a:xfrm>
              <a:off x="5698800" y="15764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DKI44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0" name=""/>
          <p:cNvGrpSpPr/>
          <p:nvPr/>
        </p:nvGrpSpPr>
        <p:grpSpPr>
          <a:xfrm>
            <a:off x="5813280" y="2382840"/>
            <a:ext cx="572400" cy="200520"/>
            <a:chOff x="5813280" y="2382840"/>
            <a:chExt cx="572400" cy="200520"/>
          </a:xfrm>
        </p:grpSpPr>
        <p:sp>
          <p:nvSpPr>
            <p:cNvPr id="2601" name=""/>
            <p:cNvSpPr/>
            <p:nvPr/>
          </p:nvSpPr>
          <p:spPr>
            <a:xfrm>
              <a:off x="5813280" y="2395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2" name=""/>
            <p:cNvSpPr/>
            <p:nvPr/>
          </p:nvSpPr>
          <p:spPr>
            <a:xfrm>
              <a:off x="5901840" y="238284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NOKTA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3" name=""/>
          <p:cNvGrpSpPr/>
          <p:nvPr/>
        </p:nvGrpSpPr>
        <p:grpSpPr>
          <a:xfrm>
            <a:off x="4653000" y="4680000"/>
            <a:ext cx="522720" cy="200520"/>
            <a:chOff x="4653000" y="4680000"/>
            <a:chExt cx="522720" cy="200520"/>
          </a:xfrm>
        </p:grpSpPr>
        <p:sp>
          <p:nvSpPr>
            <p:cNvPr id="2604" name=""/>
            <p:cNvSpPr/>
            <p:nvPr/>
          </p:nvSpPr>
          <p:spPr>
            <a:xfrm>
              <a:off x="4653000" y="4703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5" name=""/>
            <p:cNvSpPr/>
            <p:nvPr/>
          </p:nvSpPr>
          <p:spPr>
            <a:xfrm>
              <a:off x="4749480" y="46800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DKI28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6" name=""/>
          <p:cNvGrpSpPr/>
          <p:nvPr/>
        </p:nvGrpSpPr>
        <p:grpSpPr>
          <a:xfrm>
            <a:off x="3795840" y="4906800"/>
            <a:ext cx="590760" cy="200520"/>
            <a:chOff x="3795840" y="4906800"/>
            <a:chExt cx="590760" cy="200520"/>
          </a:xfrm>
        </p:grpSpPr>
        <p:sp>
          <p:nvSpPr>
            <p:cNvPr id="2607" name=""/>
            <p:cNvSpPr/>
            <p:nvPr/>
          </p:nvSpPr>
          <p:spPr>
            <a:xfrm>
              <a:off x="3795840" y="49197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8" name=""/>
            <p:cNvSpPr/>
            <p:nvPr/>
          </p:nvSpPr>
          <p:spPr>
            <a:xfrm>
              <a:off x="3931560" y="490680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DKI-42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9" name=""/>
          <p:cNvGrpSpPr/>
          <p:nvPr/>
        </p:nvGrpSpPr>
        <p:grpSpPr>
          <a:xfrm>
            <a:off x="3968640" y="5307120"/>
            <a:ext cx="477720" cy="200520"/>
            <a:chOff x="3968640" y="5307120"/>
            <a:chExt cx="477720" cy="200520"/>
          </a:xfrm>
        </p:grpSpPr>
        <p:sp>
          <p:nvSpPr>
            <p:cNvPr id="2610" name=""/>
            <p:cNvSpPr/>
            <p:nvPr/>
          </p:nvSpPr>
          <p:spPr>
            <a:xfrm>
              <a:off x="396864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1" name=""/>
            <p:cNvSpPr/>
            <p:nvPr/>
          </p:nvSpPr>
          <p:spPr>
            <a:xfrm>
              <a:off x="4059720" y="53071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INTC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2" name=""/>
          <p:cNvGrpSpPr/>
          <p:nvPr/>
        </p:nvGrpSpPr>
        <p:grpSpPr>
          <a:xfrm>
            <a:off x="4456080" y="5110200"/>
            <a:ext cx="539640" cy="200520"/>
            <a:chOff x="4456080" y="5110200"/>
            <a:chExt cx="539640" cy="200520"/>
          </a:xfrm>
        </p:grpSpPr>
        <p:sp>
          <p:nvSpPr>
            <p:cNvPr id="2613" name=""/>
            <p:cNvSpPr/>
            <p:nvPr/>
          </p:nvSpPr>
          <p:spPr>
            <a:xfrm>
              <a:off x="4456080" y="51339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4" name=""/>
            <p:cNvSpPr/>
            <p:nvPr/>
          </p:nvSpPr>
          <p:spPr>
            <a:xfrm>
              <a:off x="4536000" y="511020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CF07R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5" name=""/>
          <p:cNvGrpSpPr/>
          <p:nvPr/>
        </p:nvGrpSpPr>
        <p:grpSpPr>
          <a:xfrm>
            <a:off x="4692600" y="4995720"/>
            <a:ext cx="551520" cy="200520"/>
            <a:chOff x="4692600" y="4995720"/>
            <a:chExt cx="551520" cy="200520"/>
          </a:xfrm>
        </p:grpSpPr>
        <p:sp>
          <p:nvSpPr>
            <p:cNvPr id="2616" name=""/>
            <p:cNvSpPr/>
            <p:nvPr/>
          </p:nvSpPr>
          <p:spPr>
            <a:xfrm>
              <a:off x="4692600" y="5018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7" name=""/>
            <p:cNvSpPr/>
            <p:nvPr/>
          </p:nvSpPr>
          <p:spPr>
            <a:xfrm>
              <a:off x="4760280" y="49957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OM07R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8" name=""/>
          <p:cNvGrpSpPr/>
          <p:nvPr/>
        </p:nvGrpSpPr>
        <p:grpSpPr>
          <a:xfrm>
            <a:off x="4970520" y="4873680"/>
            <a:ext cx="600480" cy="200520"/>
            <a:chOff x="4970520" y="4873680"/>
            <a:chExt cx="600480" cy="200520"/>
          </a:xfrm>
        </p:grpSpPr>
        <p:sp>
          <p:nvSpPr>
            <p:cNvPr id="2619" name=""/>
            <p:cNvSpPr/>
            <p:nvPr/>
          </p:nvSpPr>
          <p:spPr>
            <a:xfrm>
              <a:off x="4970520" y="487368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0" name=""/>
            <p:cNvSpPr/>
            <p:nvPr/>
          </p:nvSpPr>
          <p:spPr>
            <a:xfrm>
              <a:off x="5081040" y="48736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RW07R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1" name=""/>
          <p:cNvGrpSpPr/>
          <p:nvPr/>
        </p:nvGrpSpPr>
        <p:grpSpPr>
          <a:xfrm>
            <a:off x="5334120" y="6095880"/>
            <a:ext cx="479160" cy="200520"/>
            <a:chOff x="5334120" y="6095880"/>
            <a:chExt cx="479160" cy="200520"/>
          </a:xfrm>
        </p:grpSpPr>
        <p:sp>
          <p:nvSpPr>
            <p:cNvPr id="2622" name=""/>
            <p:cNvSpPr/>
            <p:nvPr/>
          </p:nvSpPr>
          <p:spPr>
            <a:xfrm>
              <a:off x="5334120" y="61020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3" name=""/>
            <p:cNvSpPr/>
            <p:nvPr/>
          </p:nvSpPr>
          <p:spPr>
            <a:xfrm>
              <a:off x="54756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4" name=""/>
          <p:cNvGrpSpPr/>
          <p:nvPr/>
        </p:nvGrpSpPr>
        <p:grpSpPr>
          <a:xfrm>
            <a:off x="304920" y="3962520"/>
            <a:ext cx="479160" cy="200520"/>
            <a:chOff x="304920" y="3962520"/>
            <a:chExt cx="479160" cy="200520"/>
          </a:xfrm>
        </p:grpSpPr>
        <p:sp>
          <p:nvSpPr>
            <p:cNvPr id="2625" name=""/>
            <p:cNvSpPr/>
            <p:nvPr/>
          </p:nvSpPr>
          <p:spPr>
            <a:xfrm>
              <a:off x="304920" y="3969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6" name=""/>
            <p:cNvSpPr/>
            <p:nvPr/>
          </p:nvSpPr>
          <p:spPr>
            <a:xfrm>
              <a:off x="44640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7" name=""/>
          <p:cNvGrpSpPr/>
          <p:nvPr/>
        </p:nvGrpSpPr>
        <p:grpSpPr>
          <a:xfrm>
            <a:off x="6276960" y="3978360"/>
            <a:ext cx="468720" cy="200520"/>
            <a:chOff x="6276960" y="3978360"/>
            <a:chExt cx="468720" cy="200520"/>
          </a:xfrm>
        </p:grpSpPr>
        <p:sp>
          <p:nvSpPr>
            <p:cNvPr id="2628" name=""/>
            <p:cNvSpPr/>
            <p:nvPr/>
          </p:nvSpPr>
          <p:spPr>
            <a:xfrm>
              <a:off x="6276960" y="3992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9" name=""/>
            <p:cNvSpPr/>
            <p:nvPr/>
          </p:nvSpPr>
          <p:spPr>
            <a:xfrm>
              <a:off x="6408000" y="3978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0" name=""/>
          <p:cNvGrpSpPr/>
          <p:nvPr/>
        </p:nvGrpSpPr>
        <p:grpSpPr>
          <a:xfrm>
            <a:off x="4038480" y="3200400"/>
            <a:ext cx="461880" cy="200520"/>
            <a:chOff x="4038480" y="3200400"/>
            <a:chExt cx="461880" cy="200520"/>
          </a:xfrm>
        </p:grpSpPr>
        <p:sp>
          <p:nvSpPr>
            <p:cNvPr id="2631" name=""/>
            <p:cNvSpPr/>
            <p:nvPr/>
          </p:nvSpPr>
          <p:spPr>
            <a:xfrm>
              <a:off x="403848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2" name=""/>
            <p:cNvSpPr/>
            <p:nvPr/>
          </p:nvSpPr>
          <p:spPr>
            <a:xfrm>
              <a:off x="416268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3" name=""/>
          <p:cNvGrpSpPr/>
          <p:nvPr/>
        </p:nvGrpSpPr>
        <p:grpSpPr>
          <a:xfrm>
            <a:off x="1905120" y="6324480"/>
            <a:ext cx="461520" cy="200520"/>
            <a:chOff x="1905120" y="6324480"/>
            <a:chExt cx="461520" cy="200520"/>
          </a:xfrm>
        </p:grpSpPr>
        <p:sp>
          <p:nvSpPr>
            <p:cNvPr id="2634" name=""/>
            <p:cNvSpPr/>
            <p:nvPr/>
          </p:nvSpPr>
          <p:spPr>
            <a:xfrm>
              <a:off x="1905120" y="633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5" name=""/>
            <p:cNvSpPr/>
            <p:nvPr/>
          </p:nvSpPr>
          <p:spPr>
            <a:xfrm>
              <a:off x="202896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6" name=""/>
          <p:cNvGrpSpPr/>
          <p:nvPr/>
        </p:nvGrpSpPr>
        <p:grpSpPr>
          <a:xfrm>
            <a:off x="4371840" y="836640"/>
            <a:ext cx="461880" cy="200520"/>
            <a:chOff x="4371840" y="836640"/>
            <a:chExt cx="461880" cy="200520"/>
          </a:xfrm>
        </p:grpSpPr>
        <p:sp>
          <p:nvSpPr>
            <p:cNvPr id="2637" name=""/>
            <p:cNvSpPr/>
            <p:nvPr/>
          </p:nvSpPr>
          <p:spPr>
            <a:xfrm>
              <a:off x="4371840" y="851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38" name=""/>
            <p:cNvSpPr/>
            <p:nvPr/>
          </p:nvSpPr>
          <p:spPr>
            <a:xfrm>
              <a:off x="4496040" y="836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39" name=""/>
          <p:cNvGrpSpPr/>
          <p:nvPr/>
        </p:nvGrpSpPr>
        <p:grpSpPr>
          <a:xfrm>
            <a:off x="7620120" y="3200400"/>
            <a:ext cx="460080" cy="200520"/>
            <a:chOff x="7620120" y="3200400"/>
            <a:chExt cx="460080" cy="200520"/>
          </a:xfrm>
        </p:grpSpPr>
        <p:sp>
          <p:nvSpPr>
            <p:cNvPr id="2640" name=""/>
            <p:cNvSpPr/>
            <p:nvPr/>
          </p:nvSpPr>
          <p:spPr>
            <a:xfrm>
              <a:off x="7620120" y="3214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1" name=""/>
            <p:cNvSpPr/>
            <p:nvPr/>
          </p:nvSpPr>
          <p:spPr>
            <a:xfrm>
              <a:off x="77425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2" name=""/>
          <p:cNvGrpSpPr/>
          <p:nvPr/>
        </p:nvGrpSpPr>
        <p:grpSpPr>
          <a:xfrm>
            <a:off x="6248520" y="5029200"/>
            <a:ext cx="460080" cy="200520"/>
            <a:chOff x="6248520" y="5029200"/>
            <a:chExt cx="460080" cy="200520"/>
          </a:xfrm>
        </p:grpSpPr>
        <p:sp>
          <p:nvSpPr>
            <p:cNvPr id="2643" name=""/>
            <p:cNvSpPr/>
            <p:nvPr/>
          </p:nvSpPr>
          <p:spPr>
            <a:xfrm>
              <a:off x="6248520" y="50450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4" name=""/>
            <p:cNvSpPr/>
            <p:nvPr/>
          </p:nvSpPr>
          <p:spPr>
            <a:xfrm>
              <a:off x="637092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5" name=""/>
          <p:cNvGrpSpPr/>
          <p:nvPr/>
        </p:nvGrpSpPr>
        <p:grpSpPr>
          <a:xfrm>
            <a:off x="1752480" y="4724280"/>
            <a:ext cx="460440" cy="200520"/>
            <a:chOff x="1752480" y="4724280"/>
            <a:chExt cx="460440" cy="200520"/>
          </a:xfrm>
        </p:grpSpPr>
        <p:sp>
          <p:nvSpPr>
            <p:cNvPr id="2646" name=""/>
            <p:cNvSpPr/>
            <p:nvPr/>
          </p:nvSpPr>
          <p:spPr>
            <a:xfrm>
              <a:off x="1752480" y="4738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7" name=""/>
            <p:cNvSpPr/>
            <p:nvPr/>
          </p:nvSpPr>
          <p:spPr>
            <a:xfrm>
              <a:off x="187524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8" name=""/>
          <p:cNvGrpSpPr/>
          <p:nvPr/>
        </p:nvGrpSpPr>
        <p:grpSpPr>
          <a:xfrm>
            <a:off x="6318360" y="820800"/>
            <a:ext cx="461520" cy="200520"/>
            <a:chOff x="6318360" y="820800"/>
            <a:chExt cx="461520" cy="200520"/>
          </a:xfrm>
        </p:grpSpPr>
        <p:sp>
          <p:nvSpPr>
            <p:cNvPr id="2649" name=""/>
            <p:cNvSpPr/>
            <p:nvPr/>
          </p:nvSpPr>
          <p:spPr>
            <a:xfrm>
              <a:off x="6318360" y="83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0" name=""/>
            <p:cNvSpPr/>
            <p:nvPr/>
          </p:nvSpPr>
          <p:spPr>
            <a:xfrm>
              <a:off x="6442200" y="82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1" name=""/>
          <p:cNvGrpSpPr/>
          <p:nvPr/>
        </p:nvGrpSpPr>
        <p:grpSpPr>
          <a:xfrm>
            <a:off x="3505320" y="4114800"/>
            <a:ext cx="461160" cy="200520"/>
            <a:chOff x="3505320" y="4114800"/>
            <a:chExt cx="461160" cy="200520"/>
          </a:xfrm>
        </p:grpSpPr>
        <p:sp>
          <p:nvSpPr>
            <p:cNvPr id="2652" name=""/>
            <p:cNvSpPr/>
            <p:nvPr/>
          </p:nvSpPr>
          <p:spPr>
            <a:xfrm>
              <a:off x="3505320" y="41306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3" name=""/>
            <p:cNvSpPr/>
            <p:nvPr/>
          </p:nvSpPr>
          <p:spPr>
            <a:xfrm>
              <a:off x="362880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4" name=""/>
          <p:cNvGrpSpPr/>
          <p:nvPr/>
        </p:nvGrpSpPr>
        <p:grpSpPr>
          <a:xfrm>
            <a:off x="2743200" y="814320"/>
            <a:ext cx="461880" cy="200520"/>
            <a:chOff x="2743200" y="814320"/>
            <a:chExt cx="461880" cy="200520"/>
          </a:xfrm>
        </p:grpSpPr>
        <p:sp>
          <p:nvSpPr>
            <p:cNvPr id="2655" name=""/>
            <p:cNvSpPr/>
            <p:nvPr/>
          </p:nvSpPr>
          <p:spPr>
            <a:xfrm>
              <a:off x="2743200" y="82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6" name=""/>
            <p:cNvSpPr/>
            <p:nvPr/>
          </p:nvSpPr>
          <p:spPr>
            <a:xfrm>
              <a:off x="2867400" y="814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57" name=""/>
          <p:cNvGrpSpPr/>
          <p:nvPr/>
        </p:nvGrpSpPr>
        <p:grpSpPr>
          <a:xfrm>
            <a:off x="4876920" y="2133720"/>
            <a:ext cx="460080" cy="200520"/>
            <a:chOff x="4876920" y="2133720"/>
            <a:chExt cx="460080" cy="200520"/>
          </a:xfrm>
        </p:grpSpPr>
        <p:sp>
          <p:nvSpPr>
            <p:cNvPr id="2658" name=""/>
            <p:cNvSpPr/>
            <p:nvPr/>
          </p:nvSpPr>
          <p:spPr>
            <a:xfrm>
              <a:off x="4876920" y="2148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9" name=""/>
            <p:cNvSpPr/>
            <p:nvPr/>
          </p:nvSpPr>
          <p:spPr>
            <a:xfrm>
              <a:off x="499932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0" name=""/>
          <p:cNvGrpSpPr/>
          <p:nvPr/>
        </p:nvGrpSpPr>
        <p:grpSpPr>
          <a:xfrm>
            <a:off x="3048120" y="2286000"/>
            <a:ext cx="461160" cy="200520"/>
            <a:chOff x="3048120" y="2286000"/>
            <a:chExt cx="461160" cy="200520"/>
          </a:xfrm>
        </p:grpSpPr>
        <p:sp>
          <p:nvSpPr>
            <p:cNvPr id="2661" name=""/>
            <p:cNvSpPr/>
            <p:nvPr/>
          </p:nvSpPr>
          <p:spPr>
            <a:xfrm>
              <a:off x="3048120" y="230004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2" name=""/>
            <p:cNvSpPr/>
            <p:nvPr/>
          </p:nvSpPr>
          <p:spPr>
            <a:xfrm>
              <a:off x="317160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3" name=""/>
          <p:cNvGrpSpPr/>
          <p:nvPr/>
        </p:nvGrpSpPr>
        <p:grpSpPr>
          <a:xfrm>
            <a:off x="1981080" y="2743200"/>
            <a:ext cx="461880" cy="200520"/>
            <a:chOff x="1981080" y="2743200"/>
            <a:chExt cx="461880" cy="200520"/>
          </a:xfrm>
        </p:grpSpPr>
        <p:sp>
          <p:nvSpPr>
            <p:cNvPr id="2664" name=""/>
            <p:cNvSpPr/>
            <p:nvPr/>
          </p:nvSpPr>
          <p:spPr>
            <a:xfrm>
              <a:off x="1981080" y="2757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5" name=""/>
            <p:cNvSpPr/>
            <p:nvPr/>
          </p:nvSpPr>
          <p:spPr>
            <a:xfrm>
              <a:off x="21052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6" name=""/>
          <p:cNvGrpSpPr/>
          <p:nvPr/>
        </p:nvGrpSpPr>
        <p:grpSpPr>
          <a:xfrm>
            <a:off x="3719520" y="6084720"/>
            <a:ext cx="461880" cy="200520"/>
            <a:chOff x="3719520" y="6084720"/>
            <a:chExt cx="461880" cy="200520"/>
          </a:xfrm>
        </p:grpSpPr>
        <p:sp>
          <p:nvSpPr>
            <p:cNvPr id="2667" name=""/>
            <p:cNvSpPr/>
            <p:nvPr/>
          </p:nvSpPr>
          <p:spPr>
            <a:xfrm>
              <a:off x="3719520" y="6099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8" name=""/>
            <p:cNvSpPr/>
            <p:nvPr/>
          </p:nvSpPr>
          <p:spPr>
            <a:xfrm>
              <a:off x="3843720" y="6084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9" name=""/>
          <p:cNvGrpSpPr/>
          <p:nvPr/>
        </p:nvGrpSpPr>
        <p:grpSpPr>
          <a:xfrm>
            <a:off x="3200400" y="5029200"/>
            <a:ext cx="461520" cy="200520"/>
            <a:chOff x="3200400" y="5029200"/>
            <a:chExt cx="461520" cy="200520"/>
          </a:xfrm>
        </p:grpSpPr>
        <p:sp>
          <p:nvSpPr>
            <p:cNvPr id="2670" name=""/>
            <p:cNvSpPr/>
            <p:nvPr/>
          </p:nvSpPr>
          <p:spPr>
            <a:xfrm>
              <a:off x="3200400" y="50450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1" name=""/>
            <p:cNvSpPr/>
            <p:nvPr/>
          </p:nvSpPr>
          <p:spPr>
            <a:xfrm>
              <a:off x="332424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2" name=""/>
          <p:cNvGrpSpPr/>
          <p:nvPr/>
        </p:nvGrpSpPr>
        <p:grpSpPr>
          <a:xfrm>
            <a:off x="6705720" y="2057400"/>
            <a:ext cx="461160" cy="200520"/>
            <a:chOff x="6705720" y="2057400"/>
            <a:chExt cx="461160" cy="200520"/>
          </a:xfrm>
        </p:grpSpPr>
        <p:sp>
          <p:nvSpPr>
            <p:cNvPr id="2673" name=""/>
            <p:cNvSpPr/>
            <p:nvPr/>
          </p:nvSpPr>
          <p:spPr>
            <a:xfrm>
              <a:off x="6705720" y="20732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4" name=""/>
            <p:cNvSpPr/>
            <p:nvPr/>
          </p:nvSpPr>
          <p:spPr>
            <a:xfrm>
              <a:off x="6829200" y="2057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5" name=""/>
          <p:cNvGrpSpPr/>
          <p:nvPr/>
        </p:nvGrpSpPr>
        <p:grpSpPr>
          <a:xfrm>
            <a:off x="7086600" y="6019920"/>
            <a:ext cx="461520" cy="200520"/>
            <a:chOff x="7086600" y="6019920"/>
            <a:chExt cx="461520" cy="200520"/>
          </a:xfrm>
        </p:grpSpPr>
        <p:sp>
          <p:nvSpPr>
            <p:cNvPr id="2676" name=""/>
            <p:cNvSpPr/>
            <p:nvPr/>
          </p:nvSpPr>
          <p:spPr>
            <a:xfrm>
              <a:off x="7086600" y="6035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7" name=""/>
            <p:cNvSpPr/>
            <p:nvPr/>
          </p:nvSpPr>
          <p:spPr>
            <a:xfrm>
              <a:off x="721044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8" name=""/>
          <p:cNvGrpSpPr/>
          <p:nvPr/>
        </p:nvGrpSpPr>
        <p:grpSpPr>
          <a:xfrm>
            <a:off x="457200" y="5867280"/>
            <a:ext cx="461520" cy="200520"/>
            <a:chOff x="457200" y="5867280"/>
            <a:chExt cx="461520" cy="200520"/>
          </a:xfrm>
        </p:grpSpPr>
        <p:sp>
          <p:nvSpPr>
            <p:cNvPr id="2679" name=""/>
            <p:cNvSpPr/>
            <p:nvPr/>
          </p:nvSpPr>
          <p:spPr>
            <a:xfrm>
              <a:off x="457200" y="58831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0" name=""/>
            <p:cNvSpPr/>
            <p:nvPr/>
          </p:nvSpPr>
          <p:spPr>
            <a:xfrm>
              <a:off x="581040" y="5867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81" name="Rounded Rectangle 268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682" name="Oval 2681"/>
          <p:cNvSpPr/>
          <p:nvPr/>
        </p:nvSpPr>
        <p:spPr>
          <a:xfrm>
            <a:off x="5231179" y="59992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Oval 2682"/>
          <p:cNvSpPr/>
          <p:nvPr/>
        </p:nvSpPr>
        <p:spPr>
          <a:xfrm>
            <a:off x="5271179" y="60392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684" name="Rounded Rectangle 2683"/>
          <p:cNvSpPr/>
          <p:nvPr/>
        </p:nvSpPr>
        <p:spPr>
          <a:xfrm>
            <a:off x="5541179" y="60592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685" name="Oval 2684"/>
          <p:cNvSpPr/>
          <p:nvPr/>
        </p:nvSpPr>
        <p:spPr>
          <a:xfrm>
            <a:off x="201977" y="38660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Oval 2685"/>
          <p:cNvSpPr/>
          <p:nvPr/>
        </p:nvSpPr>
        <p:spPr>
          <a:xfrm>
            <a:off x="241977" y="39060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687" name="Rounded Rectangle 2686"/>
          <p:cNvSpPr/>
          <p:nvPr/>
        </p:nvSpPr>
        <p:spPr>
          <a:xfrm>
            <a:off x="511977" y="39260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688" name="Oval 2687"/>
          <p:cNvSpPr/>
          <p:nvPr/>
        </p:nvSpPr>
        <p:spPr>
          <a:xfrm>
            <a:off x="6165379" y="38808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Oval 2688"/>
          <p:cNvSpPr/>
          <p:nvPr/>
        </p:nvSpPr>
        <p:spPr>
          <a:xfrm>
            <a:off x="6205379" y="39208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690" name="Rounded Rectangle 2689"/>
          <p:cNvSpPr/>
          <p:nvPr/>
        </p:nvSpPr>
        <p:spPr>
          <a:xfrm>
            <a:off x="6475379" y="39408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691" name="Oval 2690"/>
          <p:cNvSpPr/>
          <p:nvPr/>
        </p:nvSpPr>
        <p:spPr>
          <a:xfrm>
            <a:off x="3926896" y="31046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Oval 2691"/>
          <p:cNvSpPr/>
          <p:nvPr/>
        </p:nvSpPr>
        <p:spPr>
          <a:xfrm>
            <a:off x="3966896" y="31446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693" name="Rounded Rectangle 2692"/>
          <p:cNvSpPr/>
          <p:nvPr/>
        </p:nvSpPr>
        <p:spPr>
          <a:xfrm>
            <a:off x="4236896" y="31646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694" name="Oval 2693"/>
          <p:cNvSpPr/>
          <p:nvPr/>
        </p:nvSpPr>
        <p:spPr>
          <a:xfrm>
            <a:off x="1793540" y="62269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Oval 2694"/>
          <p:cNvSpPr/>
          <p:nvPr/>
        </p:nvSpPr>
        <p:spPr>
          <a:xfrm>
            <a:off x="1833540" y="62669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696" name="Rounded Rectangle 2695"/>
          <p:cNvSpPr/>
          <p:nvPr/>
        </p:nvSpPr>
        <p:spPr>
          <a:xfrm>
            <a:off x="2103540" y="62869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697" name="Oval 2696"/>
          <p:cNvSpPr/>
          <p:nvPr/>
        </p:nvSpPr>
        <p:spPr>
          <a:xfrm>
            <a:off x="4260257" y="73946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Oval 2697"/>
          <p:cNvSpPr/>
          <p:nvPr/>
        </p:nvSpPr>
        <p:spPr>
          <a:xfrm>
            <a:off x="4300257" y="77946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699" name="Rounded Rectangle 2698"/>
          <p:cNvSpPr/>
          <p:nvPr/>
        </p:nvSpPr>
        <p:spPr>
          <a:xfrm>
            <a:off x="4570257" y="79946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700" name="Oval 2699"/>
          <p:cNvSpPr/>
          <p:nvPr/>
        </p:nvSpPr>
        <p:spPr>
          <a:xfrm>
            <a:off x="7507637" y="31028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Oval 2700"/>
          <p:cNvSpPr/>
          <p:nvPr/>
        </p:nvSpPr>
        <p:spPr>
          <a:xfrm>
            <a:off x="7547637" y="31428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702" name="Rounded Rectangle 2701"/>
          <p:cNvSpPr/>
          <p:nvPr/>
        </p:nvSpPr>
        <p:spPr>
          <a:xfrm>
            <a:off x="7817637" y="31628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703" name="Oval 2702"/>
          <p:cNvSpPr/>
          <p:nvPr/>
        </p:nvSpPr>
        <p:spPr>
          <a:xfrm>
            <a:off x="6136219" y="49332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Oval 2703"/>
          <p:cNvSpPr/>
          <p:nvPr/>
        </p:nvSpPr>
        <p:spPr>
          <a:xfrm>
            <a:off x="6176219" y="49732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705" name="Rounded Rectangle 2704"/>
          <p:cNvSpPr/>
          <p:nvPr/>
        </p:nvSpPr>
        <p:spPr>
          <a:xfrm>
            <a:off x="6446219" y="49932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706" name="Oval 2705"/>
          <p:cNvSpPr/>
          <p:nvPr/>
        </p:nvSpPr>
        <p:spPr>
          <a:xfrm>
            <a:off x="1640178" y="462710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Oval 2706"/>
          <p:cNvSpPr/>
          <p:nvPr/>
        </p:nvSpPr>
        <p:spPr>
          <a:xfrm>
            <a:off x="1680178" y="466710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708" name="Rounded Rectangle 2707"/>
          <p:cNvSpPr/>
          <p:nvPr/>
        </p:nvSpPr>
        <p:spPr>
          <a:xfrm>
            <a:off x="1950178" y="468710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709" name="Oval 2708"/>
          <p:cNvSpPr/>
          <p:nvPr/>
        </p:nvSpPr>
        <p:spPr>
          <a:xfrm>
            <a:off x="6206778" y="7250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Oval 2709"/>
          <p:cNvSpPr/>
          <p:nvPr/>
        </p:nvSpPr>
        <p:spPr>
          <a:xfrm>
            <a:off x="6246778" y="7650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711" name="Rounded Rectangle 2710"/>
          <p:cNvSpPr/>
          <p:nvPr/>
        </p:nvSpPr>
        <p:spPr>
          <a:xfrm>
            <a:off x="6516778" y="7850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712" name="Oval 2711"/>
          <p:cNvSpPr/>
          <p:nvPr/>
        </p:nvSpPr>
        <p:spPr>
          <a:xfrm>
            <a:off x="3393554" y="40183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Oval 2712"/>
          <p:cNvSpPr/>
          <p:nvPr/>
        </p:nvSpPr>
        <p:spPr>
          <a:xfrm>
            <a:off x="3433554" y="40583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714" name="Rounded Rectangle 2713"/>
          <p:cNvSpPr/>
          <p:nvPr/>
        </p:nvSpPr>
        <p:spPr>
          <a:xfrm>
            <a:off x="3703554" y="40783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715" name="Oval 2714"/>
          <p:cNvSpPr/>
          <p:nvPr/>
        </p:nvSpPr>
        <p:spPr>
          <a:xfrm>
            <a:off x="2631615" y="7171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Oval 2715"/>
          <p:cNvSpPr/>
          <p:nvPr/>
        </p:nvSpPr>
        <p:spPr>
          <a:xfrm>
            <a:off x="2671615" y="7571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717" name="Rounded Rectangle 2716"/>
          <p:cNvSpPr/>
          <p:nvPr/>
        </p:nvSpPr>
        <p:spPr>
          <a:xfrm>
            <a:off x="2941615" y="7771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718" name="Oval 2717"/>
          <p:cNvSpPr/>
          <p:nvPr/>
        </p:nvSpPr>
        <p:spPr>
          <a:xfrm>
            <a:off x="4764614" y="20365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Oval 2718"/>
          <p:cNvSpPr/>
          <p:nvPr/>
        </p:nvSpPr>
        <p:spPr>
          <a:xfrm>
            <a:off x="4804614" y="20765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720" name="Rounded Rectangle 2719"/>
          <p:cNvSpPr/>
          <p:nvPr/>
        </p:nvSpPr>
        <p:spPr>
          <a:xfrm>
            <a:off x="5074614" y="20965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721" name="Oval 2720"/>
          <p:cNvSpPr/>
          <p:nvPr/>
        </p:nvSpPr>
        <p:spPr>
          <a:xfrm>
            <a:off x="2936354" y="21882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Oval 2721"/>
          <p:cNvSpPr/>
          <p:nvPr/>
        </p:nvSpPr>
        <p:spPr>
          <a:xfrm>
            <a:off x="2976354" y="22282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723" name="Rounded Rectangle 2722"/>
          <p:cNvSpPr/>
          <p:nvPr/>
        </p:nvSpPr>
        <p:spPr>
          <a:xfrm>
            <a:off x="3246354" y="22482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724" name="Oval 2723"/>
          <p:cNvSpPr/>
          <p:nvPr/>
        </p:nvSpPr>
        <p:spPr>
          <a:xfrm>
            <a:off x="1869494" y="264602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Oval 2724"/>
          <p:cNvSpPr/>
          <p:nvPr/>
        </p:nvSpPr>
        <p:spPr>
          <a:xfrm>
            <a:off x="1909494" y="268602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726" name="Rounded Rectangle 2725"/>
          <p:cNvSpPr/>
          <p:nvPr/>
        </p:nvSpPr>
        <p:spPr>
          <a:xfrm>
            <a:off x="2179494" y="270602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727" name="Oval 2726"/>
          <p:cNvSpPr/>
          <p:nvPr/>
        </p:nvSpPr>
        <p:spPr>
          <a:xfrm>
            <a:off x="3607940" y="59875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Oval 2727"/>
          <p:cNvSpPr/>
          <p:nvPr/>
        </p:nvSpPr>
        <p:spPr>
          <a:xfrm>
            <a:off x="3647940" y="60275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729" name="Rounded Rectangle 2728"/>
          <p:cNvSpPr/>
          <p:nvPr/>
        </p:nvSpPr>
        <p:spPr>
          <a:xfrm>
            <a:off x="3917940" y="60475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730" name="Oval 2729"/>
          <p:cNvSpPr/>
          <p:nvPr/>
        </p:nvSpPr>
        <p:spPr>
          <a:xfrm>
            <a:off x="3088814" y="49325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Oval 2730"/>
          <p:cNvSpPr/>
          <p:nvPr/>
        </p:nvSpPr>
        <p:spPr>
          <a:xfrm>
            <a:off x="3128814" y="49725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732" name="Rounded Rectangle 2731"/>
          <p:cNvSpPr/>
          <p:nvPr/>
        </p:nvSpPr>
        <p:spPr>
          <a:xfrm>
            <a:off x="3398814" y="49925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733" name="Oval 2732"/>
          <p:cNvSpPr/>
          <p:nvPr/>
        </p:nvSpPr>
        <p:spPr>
          <a:xfrm>
            <a:off x="6593957" y="19609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Oval 2733"/>
          <p:cNvSpPr/>
          <p:nvPr/>
        </p:nvSpPr>
        <p:spPr>
          <a:xfrm>
            <a:off x="6633957" y="20009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735" name="Rounded Rectangle 2734"/>
          <p:cNvSpPr/>
          <p:nvPr/>
        </p:nvSpPr>
        <p:spPr>
          <a:xfrm>
            <a:off x="6903957" y="20209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736" name="Oval 2735"/>
          <p:cNvSpPr/>
          <p:nvPr/>
        </p:nvSpPr>
        <p:spPr>
          <a:xfrm>
            <a:off x="6975015" y="59241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Oval 2736"/>
          <p:cNvSpPr/>
          <p:nvPr/>
        </p:nvSpPr>
        <p:spPr>
          <a:xfrm>
            <a:off x="7015015" y="59641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738" name="Rounded Rectangle 2737"/>
          <p:cNvSpPr/>
          <p:nvPr/>
        </p:nvSpPr>
        <p:spPr>
          <a:xfrm>
            <a:off x="7285015" y="59841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739" name="Oval 2738"/>
          <p:cNvSpPr/>
          <p:nvPr/>
        </p:nvSpPr>
        <p:spPr>
          <a:xfrm>
            <a:off x="345617" y="577064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Oval 2739"/>
          <p:cNvSpPr/>
          <p:nvPr/>
        </p:nvSpPr>
        <p:spPr>
          <a:xfrm>
            <a:off x="385617" y="581064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741" name="Rounded Rectangle 2740"/>
          <p:cNvSpPr/>
          <p:nvPr/>
        </p:nvSpPr>
        <p:spPr>
          <a:xfrm>
            <a:off x="655617" y="583064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"/>
          <p:cNvSpPr/>
          <p:nvPr/>
        </p:nvSpPr>
        <p:spPr>
          <a:xfrm>
            <a:off x="3227400" y="50760"/>
            <a:ext cx="26892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27: VVTS | RWY 25L | STAR T10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2" name=""/>
          <p:cNvSpPr/>
          <p:nvPr/>
        </p:nvSpPr>
        <p:spPr>
          <a:xfrm>
            <a:off x="1901880" y="2389320"/>
            <a:ext cx="1789200" cy="650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3" name=""/>
          <p:cNvSpPr/>
          <p:nvPr/>
        </p:nvSpPr>
        <p:spPr>
          <a:xfrm>
            <a:off x="3691080" y="3040200"/>
            <a:ext cx="3551040" cy="1581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4" name=""/>
          <p:cNvSpPr/>
          <p:nvPr/>
        </p:nvSpPr>
        <p:spPr>
          <a:xfrm>
            <a:off x="7242120" y="462132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5" name=""/>
          <p:cNvSpPr/>
          <p:nvPr/>
        </p:nvSpPr>
        <p:spPr>
          <a:xfrm flipV="1">
            <a:off x="7242120" y="4098600"/>
            <a:ext cx="0" cy="5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6" name=""/>
          <p:cNvSpPr/>
          <p:nvPr/>
        </p:nvSpPr>
        <p:spPr>
          <a:xfrm flipH="1">
            <a:off x="6754680" y="4098960"/>
            <a:ext cx="487440" cy="187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7" name=""/>
          <p:cNvSpPr/>
          <p:nvPr/>
        </p:nvSpPr>
        <p:spPr>
          <a:xfrm flipH="1">
            <a:off x="6110280" y="4286160"/>
            <a:ext cx="644400" cy="247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88" name=""/>
          <p:cNvGrpSpPr/>
          <p:nvPr/>
        </p:nvGrpSpPr>
        <p:grpSpPr>
          <a:xfrm>
            <a:off x="1838160" y="2325600"/>
            <a:ext cx="595800" cy="200520"/>
            <a:chOff x="1838160" y="2325600"/>
            <a:chExt cx="595800" cy="200520"/>
          </a:xfrm>
        </p:grpSpPr>
        <p:sp>
          <p:nvSpPr>
            <p:cNvPr id="2689" name=""/>
            <p:cNvSpPr/>
            <p:nvPr/>
          </p:nvSpPr>
          <p:spPr>
            <a:xfrm>
              <a:off x="1838160" y="232560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0" name=""/>
            <p:cNvSpPr/>
            <p:nvPr/>
          </p:nvSpPr>
          <p:spPr>
            <a:xfrm>
              <a:off x="1954440" y="23256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POPET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1" name=""/>
          <p:cNvGrpSpPr/>
          <p:nvPr/>
        </p:nvGrpSpPr>
        <p:grpSpPr>
          <a:xfrm>
            <a:off x="3639960" y="2976480"/>
            <a:ext cx="570240" cy="200520"/>
            <a:chOff x="3639960" y="2976480"/>
            <a:chExt cx="570240" cy="200520"/>
          </a:xfrm>
        </p:grpSpPr>
        <p:sp>
          <p:nvSpPr>
            <p:cNvPr id="2692" name=""/>
            <p:cNvSpPr/>
            <p:nvPr/>
          </p:nvSpPr>
          <p:spPr>
            <a:xfrm>
              <a:off x="3639960" y="29894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3" name=""/>
            <p:cNvSpPr/>
            <p:nvPr/>
          </p:nvSpPr>
          <p:spPr>
            <a:xfrm>
              <a:off x="3730680" y="29764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SAPEN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4" name=""/>
          <p:cNvGrpSpPr/>
          <p:nvPr/>
        </p:nvGrpSpPr>
        <p:grpSpPr>
          <a:xfrm>
            <a:off x="7191360" y="4557600"/>
            <a:ext cx="483840" cy="200520"/>
            <a:chOff x="7191360" y="4557600"/>
            <a:chExt cx="483840" cy="200520"/>
          </a:xfrm>
        </p:grpSpPr>
        <p:sp>
          <p:nvSpPr>
            <p:cNvPr id="2695" name=""/>
            <p:cNvSpPr/>
            <p:nvPr/>
          </p:nvSpPr>
          <p:spPr>
            <a:xfrm>
              <a:off x="7191360" y="4570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6" name=""/>
            <p:cNvSpPr/>
            <p:nvPr/>
          </p:nvSpPr>
          <p:spPr>
            <a:xfrm>
              <a:off x="7317720" y="455760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TSN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7" name=""/>
          <p:cNvGrpSpPr/>
          <p:nvPr/>
        </p:nvGrpSpPr>
        <p:grpSpPr>
          <a:xfrm>
            <a:off x="7191360" y="4557600"/>
            <a:ext cx="500400" cy="200520"/>
            <a:chOff x="7191360" y="4557600"/>
            <a:chExt cx="500400" cy="200520"/>
          </a:xfrm>
        </p:grpSpPr>
        <p:sp>
          <p:nvSpPr>
            <p:cNvPr id="2698" name=""/>
            <p:cNvSpPr/>
            <p:nvPr/>
          </p:nvSpPr>
          <p:spPr>
            <a:xfrm>
              <a:off x="7191360" y="4570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9" name=""/>
            <p:cNvSpPr/>
            <p:nvPr/>
          </p:nvSpPr>
          <p:spPr>
            <a:xfrm>
              <a:off x="7300800" y="4557600"/>
              <a:ext cx="390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DISC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0" name=""/>
          <p:cNvGrpSpPr/>
          <p:nvPr/>
        </p:nvGrpSpPr>
        <p:grpSpPr>
          <a:xfrm>
            <a:off x="7202520" y="4035600"/>
            <a:ext cx="517320" cy="200520"/>
            <a:chOff x="7202520" y="4035600"/>
            <a:chExt cx="517320" cy="200520"/>
          </a:xfrm>
        </p:grpSpPr>
        <p:sp>
          <p:nvSpPr>
            <p:cNvPr id="2701" name=""/>
            <p:cNvSpPr/>
            <p:nvPr/>
          </p:nvSpPr>
          <p:spPr>
            <a:xfrm>
              <a:off x="7202520" y="40593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2" name=""/>
            <p:cNvSpPr/>
            <p:nvPr/>
          </p:nvSpPr>
          <p:spPr>
            <a:xfrm>
              <a:off x="7304400" y="40356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CI25L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3" name=""/>
          <p:cNvGrpSpPr/>
          <p:nvPr/>
        </p:nvGrpSpPr>
        <p:grpSpPr>
          <a:xfrm>
            <a:off x="6715080" y="4222800"/>
            <a:ext cx="499680" cy="200520"/>
            <a:chOff x="6715080" y="4222800"/>
            <a:chExt cx="499680" cy="200520"/>
          </a:xfrm>
        </p:grpSpPr>
        <p:sp>
          <p:nvSpPr>
            <p:cNvPr id="2704" name=""/>
            <p:cNvSpPr/>
            <p:nvPr/>
          </p:nvSpPr>
          <p:spPr>
            <a:xfrm>
              <a:off x="6715080" y="42465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5" name=""/>
            <p:cNvSpPr/>
            <p:nvPr/>
          </p:nvSpPr>
          <p:spPr>
            <a:xfrm>
              <a:off x="6784200" y="422280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SGNB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6" name=""/>
          <p:cNvGrpSpPr/>
          <p:nvPr/>
        </p:nvGrpSpPr>
        <p:grpSpPr>
          <a:xfrm>
            <a:off x="6046920" y="4470480"/>
            <a:ext cx="595440" cy="200520"/>
            <a:chOff x="6046920" y="4470480"/>
            <a:chExt cx="595440" cy="200520"/>
          </a:xfrm>
        </p:grpSpPr>
        <p:sp>
          <p:nvSpPr>
            <p:cNvPr id="2707" name=""/>
            <p:cNvSpPr/>
            <p:nvPr/>
          </p:nvSpPr>
          <p:spPr>
            <a:xfrm>
              <a:off x="6046920" y="447048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8" name=""/>
            <p:cNvSpPr/>
            <p:nvPr/>
          </p:nvSpPr>
          <p:spPr>
            <a:xfrm>
              <a:off x="6162840" y="447048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RW25L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09" name=""/>
          <p:cNvGrpSpPr/>
          <p:nvPr/>
        </p:nvGrpSpPr>
        <p:grpSpPr>
          <a:xfrm>
            <a:off x="533520" y="6248520"/>
            <a:ext cx="479160" cy="200520"/>
            <a:chOff x="533520" y="6248520"/>
            <a:chExt cx="479160" cy="200520"/>
          </a:xfrm>
        </p:grpSpPr>
        <p:sp>
          <p:nvSpPr>
            <p:cNvPr id="2710" name=""/>
            <p:cNvSpPr/>
            <p:nvPr/>
          </p:nvSpPr>
          <p:spPr>
            <a:xfrm>
              <a:off x="533520" y="625464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1" name=""/>
            <p:cNvSpPr/>
            <p:nvPr/>
          </p:nvSpPr>
          <p:spPr>
            <a:xfrm>
              <a:off x="6750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2" name=""/>
          <p:cNvGrpSpPr/>
          <p:nvPr/>
        </p:nvGrpSpPr>
        <p:grpSpPr>
          <a:xfrm>
            <a:off x="8305920" y="914400"/>
            <a:ext cx="479160" cy="200520"/>
            <a:chOff x="8305920" y="914400"/>
            <a:chExt cx="479160" cy="200520"/>
          </a:xfrm>
        </p:grpSpPr>
        <p:sp>
          <p:nvSpPr>
            <p:cNvPr id="2713" name=""/>
            <p:cNvSpPr/>
            <p:nvPr/>
          </p:nvSpPr>
          <p:spPr>
            <a:xfrm>
              <a:off x="8305920" y="9208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4" name=""/>
            <p:cNvSpPr/>
            <p:nvPr/>
          </p:nvSpPr>
          <p:spPr>
            <a:xfrm>
              <a:off x="844740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5" name=""/>
          <p:cNvGrpSpPr/>
          <p:nvPr/>
        </p:nvGrpSpPr>
        <p:grpSpPr>
          <a:xfrm>
            <a:off x="6045120" y="1949400"/>
            <a:ext cx="461880" cy="200520"/>
            <a:chOff x="6045120" y="1949400"/>
            <a:chExt cx="461880" cy="200520"/>
          </a:xfrm>
        </p:grpSpPr>
        <p:sp>
          <p:nvSpPr>
            <p:cNvPr id="2716" name=""/>
            <p:cNvSpPr/>
            <p:nvPr/>
          </p:nvSpPr>
          <p:spPr>
            <a:xfrm>
              <a:off x="6045120" y="19652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7" name=""/>
            <p:cNvSpPr/>
            <p:nvPr/>
          </p:nvSpPr>
          <p:spPr>
            <a:xfrm>
              <a:off x="6169320" y="1949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8" name=""/>
          <p:cNvGrpSpPr/>
          <p:nvPr/>
        </p:nvGrpSpPr>
        <p:grpSpPr>
          <a:xfrm>
            <a:off x="7848720" y="4114800"/>
            <a:ext cx="460080" cy="200520"/>
            <a:chOff x="7848720" y="4114800"/>
            <a:chExt cx="460080" cy="200520"/>
          </a:xfrm>
        </p:grpSpPr>
        <p:sp>
          <p:nvSpPr>
            <p:cNvPr id="2719" name=""/>
            <p:cNvSpPr/>
            <p:nvPr/>
          </p:nvSpPr>
          <p:spPr>
            <a:xfrm>
              <a:off x="7848720" y="4130640"/>
              <a:ext cx="950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0" name=""/>
            <p:cNvSpPr/>
            <p:nvPr/>
          </p:nvSpPr>
          <p:spPr>
            <a:xfrm>
              <a:off x="797112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1" name=""/>
          <p:cNvGrpSpPr/>
          <p:nvPr/>
        </p:nvGrpSpPr>
        <p:grpSpPr>
          <a:xfrm>
            <a:off x="5105520" y="4952880"/>
            <a:ext cx="461520" cy="200520"/>
            <a:chOff x="5105520" y="4952880"/>
            <a:chExt cx="461520" cy="200520"/>
          </a:xfrm>
        </p:grpSpPr>
        <p:sp>
          <p:nvSpPr>
            <p:cNvPr id="2722" name=""/>
            <p:cNvSpPr/>
            <p:nvPr/>
          </p:nvSpPr>
          <p:spPr>
            <a:xfrm>
              <a:off x="5105520" y="49687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3" name=""/>
            <p:cNvSpPr/>
            <p:nvPr/>
          </p:nvSpPr>
          <p:spPr>
            <a:xfrm>
              <a:off x="522936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4" name=""/>
          <p:cNvGrpSpPr/>
          <p:nvPr/>
        </p:nvGrpSpPr>
        <p:grpSpPr>
          <a:xfrm>
            <a:off x="720720" y="3454560"/>
            <a:ext cx="461880" cy="200520"/>
            <a:chOff x="720720" y="3454560"/>
            <a:chExt cx="461880" cy="200520"/>
          </a:xfrm>
        </p:grpSpPr>
        <p:sp>
          <p:nvSpPr>
            <p:cNvPr id="2725" name=""/>
            <p:cNvSpPr/>
            <p:nvPr/>
          </p:nvSpPr>
          <p:spPr>
            <a:xfrm>
              <a:off x="720720" y="3468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6" name=""/>
            <p:cNvSpPr/>
            <p:nvPr/>
          </p:nvSpPr>
          <p:spPr>
            <a:xfrm>
              <a:off x="844920" y="3454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7" name=""/>
          <p:cNvGrpSpPr/>
          <p:nvPr/>
        </p:nvGrpSpPr>
        <p:grpSpPr>
          <a:xfrm>
            <a:off x="1828800" y="3429000"/>
            <a:ext cx="461880" cy="200520"/>
            <a:chOff x="1828800" y="3429000"/>
            <a:chExt cx="461880" cy="200520"/>
          </a:xfrm>
        </p:grpSpPr>
        <p:sp>
          <p:nvSpPr>
            <p:cNvPr id="2728" name=""/>
            <p:cNvSpPr/>
            <p:nvPr/>
          </p:nvSpPr>
          <p:spPr>
            <a:xfrm>
              <a:off x="1828800" y="34444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9" name=""/>
            <p:cNvSpPr/>
            <p:nvPr/>
          </p:nvSpPr>
          <p:spPr>
            <a:xfrm>
              <a:off x="195300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0" name=""/>
          <p:cNvGrpSpPr/>
          <p:nvPr/>
        </p:nvGrpSpPr>
        <p:grpSpPr>
          <a:xfrm>
            <a:off x="7174080" y="2693880"/>
            <a:ext cx="461520" cy="200520"/>
            <a:chOff x="7174080" y="2693880"/>
            <a:chExt cx="461520" cy="200520"/>
          </a:xfrm>
        </p:grpSpPr>
        <p:sp>
          <p:nvSpPr>
            <p:cNvPr id="2731" name=""/>
            <p:cNvSpPr/>
            <p:nvPr/>
          </p:nvSpPr>
          <p:spPr>
            <a:xfrm>
              <a:off x="7174080" y="2708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2" name=""/>
            <p:cNvSpPr/>
            <p:nvPr/>
          </p:nvSpPr>
          <p:spPr>
            <a:xfrm>
              <a:off x="7297920" y="269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3" name=""/>
          <p:cNvGrpSpPr/>
          <p:nvPr/>
        </p:nvGrpSpPr>
        <p:grpSpPr>
          <a:xfrm>
            <a:off x="5245200" y="3176640"/>
            <a:ext cx="461520" cy="200520"/>
            <a:chOff x="5245200" y="3176640"/>
            <a:chExt cx="461520" cy="200520"/>
          </a:xfrm>
        </p:grpSpPr>
        <p:sp>
          <p:nvSpPr>
            <p:cNvPr id="2734" name=""/>
            <p:cNvSpPr/>
            <p:nvPr/>
          </p:nvSpPr>
          <p:spPr>
            <a:xfrm>
              <a:off x="5245200" y="3191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5" name=""/>
            <p:cNvSpPr/>
            <p:nvPr/>
          </p:nvSpPr>
          <p:spPr>
            <a:xfrm>
              <a:off x="5369040" y="3176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6" name=""/>
          <p:cNvGrpSpPr/>
          <p:nvPr/>
        </p:nvGrpSpPr>
        <p:grpSpPr>
          <a:xfrm>
            <a:off x="4114800" y="2286000"/>
            <a:ext cx="459720" cy="200520"/>
            <a:chOff x="4114800" y="2286000"/>
            <a:chExt cx="459720" cy="200520"/>
          </a:xfrm>
        </p:grpSpPr>
        <p:sp>
          <p:nvSpPr>
            <p:cNvPr id="2737" name=""/>
            <p:cNvSpPr/>
            <p:nvPr/>
          </p:nvSpPr>
          <p:spPr>
            <a:xfrm>
              <a:off x="4114800" y="230184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8" name=""/>
            <p:cNvSpPr/>
            <p:nvPr/>
          </p:nvSpPr>
          <p:spPr>
            <a:xfrm>
              <a:off x="423684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39" name=""/>
          <p:cNvGrpSpPr/>
          <p:nvPr/>
        </p:nvGrpSpPr>
        <p:grpSpPr>
          <a:xfrm>
            <a:off x="7162920" y="3429000"/>
            <a:ext cx="460080" cy="200520"/>
            <a:chOff x="7162920" y="3429000"/>
            <a:chExt cx="460080" cy="200520"/>
          </a:xfrm>
        </p:grpSpPr>
        <p:sp>
          <p:nvSpPr>
            <p:cNvPr id="2740" name=""/>
            <p:cNvSpPr/>
            <p:nvPr/>
          </p:nvSpPr>
          <p:spPr>
            <a:xfrm>
              <a:off x="7162920" y="344304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1" name=""/>
            <p:cNvSpPr/>
            <p:nvPr/>
          </p:nvSpPr>
          <p:spPr>
            <a:xfrm>
              <a:off x="7285320" y="342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2" name=""/>
          <p:cNvGrpSpPr/>
          <p:nvPr/>
        </p:nvGrpSpPr>
        <p:grpSpPr>
          <a:xfrm>
            <a:off x="704880" y="1949400"/>
            <a:ext cx="461520" cy="200520"/>
            <a:chOff x="704880" y="1949400"/>
            <a:chExt cx="461520" cy="200520"/>
          </a:xfrm>
        </p:grpSpPr>
        <p:sp>
          <p:nvSpPr>
            <p:cNvPr id="2743" name=""/>
            <p:cNvSpPr/>
            <p:nvPr/>
          </p:nvSpPr>
          <p:spPr>
            <a:xfrm>
              <a:off x="704880" y="19652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4" name=""/>
            <p:cNvSpPr/>
            <p:nvPr/>
          </p:nvSpPr>
          <p:spPr>
            <a:xfrm>
              <a:off x="828720" y="1949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5" name=""/>
          <p:cNvGrpSpPr/>
          <p:nvPr/>
        </p:nvGrpSpPr>
        <p:grpSpPr>
          <a:xfrm>
            <a:off x="8318520" y="4941720"/>
            <a:ext cx="461520" cy="200520"/>
            <a:chOff x="8318520" y="4941720"/>
            <a:chExt cx="461520" cy="200520"/>
          </a:xfrm>
        </p:grpSpPr>
        <p:sp>
          <p:nvSpPr>
            <p:cNvPr id="2746" name=""/>
            <p:cNvSpPr/>
            <p:nvPr/>
          </p:nvSpPr>
          <p:spPr>
            <a:xfrm>
              <a:off x="8318520" y="4957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7" name=""/>
            <p:cNvSpPr/>
            <p:nvPr/>
          </p:nvSpPr>
          <p:spPr>
            <a:xfrm>
              <a:off x="8442360" y="4941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8" name=""/>
          <p:cNvGrpSpPr/>
          <p:nvPr/>
        </p:nvGrpSpPr>
        <p:grpSpPr>
          <a:xfrm>
            <a:off x="2438280" y="1447920"/>
            <a:ext cx="461520" cy="200520"/>
            <a:chOff x="2438280" y="1447920"/>
            <a:chExt cx="461520" cy="200520"/>
          </a:xfrm>
        </p:grpSpPr>
        <p:sp>
          <p:nvSpPr>
            <p:cNvPr id="2749" name=""/>
            <p:cNvSpPr/>
            <p:nvPr/>
          </p:nvSpPr>
          <p:spPr>
            <a:xfrm>
              <a:off x="2438280" y="14637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0" name=""/>
            <p:cNvSpPr/>
            <p:nvPr/>
          </p:nvSpPr>
          <p:spPr>
            <a:xfrm>
              <a:off x="256212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1" name=""/>
          <p:cNvGrpSpPr/>
          <p:nvPr/>
        </p:nvGrpSpPr>
        <p:grpSpPr>
          <a:xfrm>
            <a:off x="2819520" y="4038480"/>
            <a:ext cx="461520" cy="200520"/>
            <a:chOff x="2819520" y="4038480"/>
            <a:chExt cx="461520" cy="200520"/>
          </a:xfrm>
        </p:grpSpPr>
        <p:sp>
          <p:nvSpPr>
            <p:cNvPr id="2752" name=""/>
            <p:cNvSpPr/>
            <p:nvPr/>
          </p:nvSpPr>
          <p:spPr>
            <a:xfrm>
              <a:off x="2819520" y="4054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3" name=""/>
            <p:cNvSpPr/>
            <p:nvPr/>
          </p:nvSpPr>
          <p:spPr>
            <a:xfrm>
              <a:off x="294336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4" name=""/>
          <p:cNvGrpSpPr/>
          <p:nvPr/>
        </p:nvGrpSpPr>
        <p:grpSpPr>
          <a:xfrm>
            <a:off x="3352680" y="6172200"/>
            <a:ext cx="461880" cy="200520"/>
            <a:chOff x="3352680" y="6172200"/>
            <a:chExt cx="461880" cy="200520"/>
          </a:xfrm>
        </p:grpSpPr>
        <p:sp>
          <p:nvSpPr>
            <p:cNvPr id="2755" name=""/>
            <p:cNvSpPr/>
            <p:nvPr/>
          </p:nvSpPr>
          <p:spPr>
            <a:xfrm>
              <a:off x="3352680" y="61880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6" name=""/>
            <p:cNvSpPr/>
            <p:nvPr/>
          </p:nvSpPr>
          <p:spPr>
            <a:xfrm>
              <a:off x="347688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7" name=""/>
          <p:cNvGrpSpPr/>
          <p:nvPr/>
        </p:nvGrpSpPr>
        <p:grpSpPr>
          <a:xfrm>
            <a:off x="6273720" y="3271680"/>
            <a:ext cx="460080" cy="200520"/>
            <a:chOff x="6273720" y="3271680"/>
            <a:chExt cx="460080" cy="200520"/>
          </a:xfrm>
        </p:grpSpPr>
        <p:sp>
          <p:nvSpPr>
            <p:cNvPr id="2758" name=""/>
            <p:cNvSpPr/>
            <p:nvPr/>
          </p:nvSpPr>
          <p:spPr>
            <a:xfrm>
              <a:off x="6273720" y="3287880"/>
              <a:ext cx="9540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9" name=""/>
            <p:cNvSpPr/>
            <p:nvPr/>
          </p:nvSpPr>
          <p:spPr>
            <a:xfrm>
              <a:off x="6396120" y="3271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60" name=""/>
          <p:cNvGrpSpPr/>
          <p:nvPr/>
        </p:nvGrpSpPr>
        <p:grpSpPr>
          <a:xfrm>
            <a:off x="4184640" y="4017960"/>
            <a:ext cx="461880" cy="200520"/>
            <a:chOff x="4184640" y="4017960"/>
            <a:chExt cx="461880" cy="200520"/>
          </a:xfrm>
        </p:grpSpPr>
        <p:sp>
          <p:nvSpPr>
            <p:cNvPr id="2761" name=""/>
            <p:cNvSpPr/>
            <p:nvPr/>
          </p:nvSpPr>
          <p:spPr>
            <a:xfrm>
              <a:off x="4184640" y="4032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2" name=""/>
            <p:cNvSpPr/>
            <p:nvPr/>
          </p:nvSpPr>
          <p:spPr>
            <a:xfrm>
              <a:off x="4308840" y="4017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63" name=""/>
          <p:cNvGrpSpPr/>
          <p:nvPr/>
        </p:nvGrpSpPr>
        <p:grpSpPr>
          <a:xfrm>
            <a:off x="7010280" y="6553080"/>
            <a:ext cx="461520" cy="200520"/>
            <a:chOff x="7010280" y="6553080"/>
            <a:chExt cx="461520" cy="200520"/>
          </a:xfrm>
        </p:grpSpPr>
        <p:sp>
          <p:nvSpPr>
            <p:cNvPr id="2764" name=""/>
            <p:cNvSpPr/>
            <p:nvPr/>
          </p:nvSpPr>
          <p:spPr>
            <a:xfrm>
              <a:off x="7010280" y="65689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5" name=""/>
            <p:cNvSpPr/>
            <p:nvPr/>
          </p:nvSpPr>
          <p:spPr>
            <a:xfrm>
              <a:off x="7134120" y="6553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66" name=""/>
          <p:cNvGrpSpPr/>
          <p:nvPr/>
        </p:nvGrpSpPr>
        <p:grpSpPr>
          <a:xfrm>
            <a:off x="4572000" y="304920"/>
            <a:ext cx="461880" cy="200520"/>
            <a:chOff x="4572000" y="304920"/>
            <a:chExt cx="461880" cy="200520"/>
          </a:xfrm>
        </p:grpSpPr>
        <p:sp>
          <p:nvSpPr>
            <p:cNvPr id="2767" name=""/>
            <p:cNvSpPr/>
            <p:nvPr/>
          </p:nvSpPr>
          <p:spPr>
            <a:xfrm>
              <a:off x="4572000" y="3204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8" name=""/>
            <p:cNvSpPr/>
            <p:nvPr/>
          </p:nvSpPr>
          <p:spPr>
            <a:xfrm>
              <a:off x="469620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69" name="Rounded Rectangle 2768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770" name="Oval 2769"/>
          <p:cNvSpPr/>
          <p:nvPr/>
        </p:nvSpPr>
        <p:spPr>
          <a:xfrm>
            <a:off x="430758" y="61518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Oval 2770"/>
          <p:cNvSpPr/>
          <p:nvPr/>
        </p:nvSpPr>
        <p:spPr>
          <a:xfrm>
            <a:off x="470758" y="61918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772" name="Rounded Rectangle 2771"/>
          <p:cNvSpPr/>
          <p:nvPr/>
        </p:nvSpPr>
        <p:spPr>
          <a:xfrm>
            <a:off x="740758" y="62118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773" name="Oval 2772"/>
          <p:cNvSpPr/>
          <p:nvPr/>
        </p:nvSpPr>
        <p:spPr>
          <a:xfrm>
            <a:off x="8203158" y="8179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Oval 2773"/>
          <p:cNvSpPr/>
          <p:nvPr/>
        </p:nvSpPr>
        <p:spPr>
          <a:xfrm>
            <a:off x="8243158" y="8579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775" name="Rounded Rectangle 2774"/>
          <p:cNvSpPr/>
          <p:nvPr/>
        </p:nvSpPr>
        <p:spPr>
          <a:xfrm>
            <a:off x="8513158" y="8779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776" name="Oval 2775"/>
          <p:cNvSpPr/>
          <p:nvPr/>
        </p:nvSpPr>
        <p:spPr>
          <a:xfrm>
            <a:off x="5933541" y="185294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Oval 2776"/>
          <p:cNvSpPr/>
          <p:nvPr/>
        </p:nvSpPr>
        <p:spPr>
          <a:xfrm>
            <a:off x="5973541" y="189294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778" name="Rounded Rectangle 2777"/>
          <p:cNvSpPr/>
          <p:nvPr/>
        </p:nvSpPr>
        <p:spPr>
          <a:xfrm>
            <a:off x="6243541" y="191294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779" name="Oval 2778"/>
          <p:cNvSpPr/>
          <p:nvPr/>
        </p:nvSpPr>
        <p:spPr>
          <a:xfrm>
            <a:off x="7736231" y="40179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Oval 2779"/>
          <p:cNvSpPr/>
          <p:nvPr/>
        </p:nvSpPr>
        <p:spPr>
          <a:xfrm>
            <a:off x="7776231" y="40579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781" name="Rounded Rectangle 2780"/>
          <p:cNvSpPr/>
          <p:nvPr/>
        </p:nvSpPr>
        <p:spPr>
          <a:xfrm>
            <a:off x="8046231" y="40779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782" name="Oval 2781"/>
          <p:cNvSpPr/>
          <p:nvPr/>
        </p:nvSpPr>
        <p:spPr>
          <a:xfrm>
            <a:off x="4993933" y="48562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Oval 2782"/>
          <p:cNvSpPr/>
          <p:nvPr/>
        </p:nvSpPr>
        <p:spPr>
          <a:xfrm>
            <a:off x="5033933" y="48962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784" name="Rounded Rectangle 2783"/>
          <p:cNvSpPr/>
          <p:nvPr/>
        </p:nvSpPr>
        <p:spPr>
          <a:xfrm>
            <a:off x="5303933" y="49162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785" name="Oval 2784"/>
          <p:cNvSpPr/>
          <p:nvPr/>
        </p:nvSpPr>
        <p:spPr>
          <a:xfrm>
            <a:off x="609135" y="335702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Oval 2785"/>
          <p:cNvSpPr/>
          <p:nvPr/>
        </p:nvSpPr>
        <p:spPr>
          <a:xfrm>
            <a:off x="649135" y="339702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787" name="Rounded Rectangle 2786"/>
          <p:cNvSpPr/>
          <p:nvPr/>
        </p:nvSpPr>
        <p:spPr>
          <a:xfrm>
            <a:off x="919135" y="341702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788" name="Oval 2787"/>
          <p:cNvSpPr/>
          <p:nvPr/>
        </p:nvSpPr>
        <p:spPr>
          <a:xfrm>
            <a:off x="1717214" y="33327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Oval 2788"/>
          <p:cNvSpPr/>
          <p:nvPr/>
        </p:nvSpPr>
        <p:spPr>
          <a:xfrm>
            <a:off x="1757214" y="33727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790" name="Rounded Rectangle 2789"/>
          <p:cNvSpPr/>
          <p:nvPr/>
        </p:nvSpPr>
        <p:spPr>
          <a:xfrm>
            <a:off x="2027214" y="33927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791" name="Oval 2790"/>
          <p:cNvSpPr/>
          <p:nvPr/>
        </p:nvSpPr>
        <p:spPr>
          <a:xfrm>
            <a:off x="7062500" y="25966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Oval 2791"/>
          <p:cNvSpPr/>
          <p:nvPr/>
        </p:nvSpPr>
        <p:spPr>
          <a:xfrm>
            <a:off x="7102500" y="26366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793" name="Rounded Rectangle 2792"/>
          <p:cNvSpPr/>
          <p:nvPr/>
        </p:nvSpPr>
        <p:spPr>
          <a:xfrm>
            <a:off x="7372500" y="26566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794" name="Oval 2793"/>
          <p:cNvSpPr/>
          <p:nvPr/>
        </p:nvSpPr>
        <p:spPr>
          <a:xfrm>
            <a:off x="5133623" y="307946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Oval 2794"/>
          <p:cNvSpPr/>
          <p:nvPr/>
        </p:nvSpPr>
        <p:spPr>
          <a:xfrm>
            <a:off x="5173623" y="311946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796" name="Rounded Rectangle 2795"/>
          <p:cNvSpPr/>
          <p:nvPr/>
        </p:nvSpPr>
        <p:spPr>
          <a:xfrm>
            <a:off x="5443623" y="313946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797" name="Oval 2796"/>
          <p:cNvSpPr/>
          <p:nvPr/>
        </p:nvSpPr>
        <p:spPr>
          <a:xfrm>
            <a:off x="4002314" y="21895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Oval 2797"/>
          <p:cNvSpPr/>
          <p:nvPr/>
        </p:nvSpPr>
        <p:spPr>
          <a:xfrm>
            <a:off x="4042314" y="22295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799" name="Rounded Rectangle 2798"/>
          <p:cNvSpPr/>
          <p:nvPr/>
        </p:nvSpPr>
        <p:spPr>
          <a:xfrm>
            <a:off x="4312314" y="22495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800" name="Oval 2799"/>
          <p:cNvSpPr/>
          <p:nvPr/>
        </p:nvSpPr>
        <p:spPr>
          <a:xfrm>
            <a:off x="7050434" y="33312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Oval 2800"/>
          <p:cNvSpPr/>
          <p:nvPr/>
        </p:nvSpPr>
        <p:spPr>
          <a:xfrm>
            <a:off x="7090434" y="33712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802" name="Rounded Rectangle 2801"/>
          <p:cNvSpPr/>
          <p:nvPr/>
        </p:nvSpPr>
        <p:spPr>
          <a:xfrm>
            <a:off x="7360434" y="33912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803" name="Oval 2802"/>
          <p:cNvSpPr/>
          <p:nvPr/>
        </p:nvSpPr>
        <p:spPr>
          <a:xfrm>
            <a:off x="593297" y="185294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Oval 2803"/>
          <p:cNvSpPr/>
          <p:nvPr/>
        </p:nvSpPr>
        <p:spPr>
          <a:xfrm>
            <a:off x="633297" y="189294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805" name="Rounded Rectangle 2804"/>
          <p:cNvSpPr/>
          <p:nvPr/>
        </p:nvSpPr>
        <p:spPr>
          <a:xfrm>
            <a:off x="903297" y="191294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806" name="Oval 2805"/>
          <p:cNvSpPr/>
          <p:nvPr/>
        </p:nvSpPr>
        <p:spPr>
          <a:xfrm>
            <a:off x="8206943" y="484544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Oval 2806"/>
          <p:cNvSpPr/>
          <p:nvPr/>
        </p:nvSpPr>
        <p:spPr>
          <a:xfrm>
            <a:off x="8246943" y="488544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808" name="Rounded Rectangle 2807"/>
          <p:cNvSpPr/>
          <p:nvPr/>
        </p:nvSpPr>
        <p:spPr>
          <a:xfrm>
            <a:off x="8516943" y="490544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809" name="Oval 2808"/>
          <p:cNvSpPr/>
          <p:nvPr/>
        </p:nvSpPr>
        <p:spPr>
          <a:xfrm>
            <a:off x="2326701" y="13514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Oval 2809"/>
          <p:cNvSpPr/>
          <p:nvPr/>
        </p:nvSpPr>
        <p:spPr>
          <a:xfrm>
            <a:off x="2366701" y="13914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811" name="Rounded Rectangle 2810"/>
          <p:cNvSpPr/>
          <p:nvPr/>
        </p:nvSpPr>
        <p:spPr>
          <a:xfrm>
            <a:off x="2636701" y="14114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812" name="Oval 2811"/>
          <p:cNvSpPr/>
          <p:nvPr/>
        </p:nvSpPr>
        <p:spPr>
          <a:xfrm>
            <a:off x="2707932" y="39427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Oval 2812"/>
          <p:cNvSpPr/>
          <p:nvPr/>
        </p:nvSpPr>
        <p:spPr>
          <a:xfrm>
            <a:off x="2747932" y="39827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814" name="Rounded Rectangle 2813"/>
          <p:cNvSpPr/>
          <p:nvPr/>
        </p:nvSpPr>
        <p:spPr>
          <a:xfrm>
            <a:off x="3017932" y="40027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815" name="Oval 2814"/>
          <p:cNvSpPr/>
          <p:nvPr/>
        </p:nvSpPr>
        <p:spPr>
          <a:xfrm>
            <a:off x="3241096" y="60753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Oval 2815"/>
          <p:cNvSpPr/>
          <p:nvPr/>
        </p:nvSpPr>
        <p:spPr>
          <a:xfrm>
            <a:off x="3281096" y="61153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817" name="Rounded Rectangle 2816"/>
          <p:cNvSpPr/>
          <p:nvPr/>
        </p:nvSpPr>
        <p:spPr>
          <a:xfrm>
            <a:off x="3551096" y="61353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818" name="Oval 2817"/>
          <p:cNvSpPr/>
          <p:nvPr/>
        </p:nvSpPr>
        <p:spPr>
          <a:xfrm>
            <a:off x="6161416" y="31753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Oval 2818"/>
          <p:cNvSpPr/>
          <p:nvPr/>
        </p:nvSpPr>
        <p:spPr>
          <a:xfrm>
            <a:off x="6201416" y="32153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820" name="Rounded Rectangle 2819"/>
          <p:cNvSpPr/>
          <p:nvPr/>
        </p:nvSpPr>
        <p:spPr>
          <a:xfrm>
            <a:off x="6471416" y="32353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821" name="Oval 2820"/>
          <p:cNvSpPr/>
          <p:nvPr/>
        </p:nvSpPr>
        <p:spPr>
          <a:xfrm>
            <a:off x="4073060" y="39207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Oval 2821"/>
          <p:cNvSpPr/>
          <p:nvPr/>
        </p:nvSpPr>
        <p:spPr>
          <a:xfrm>
            <a:off x="4113060" y="39607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823" name="Rounded Rectangle 2822"/>
          <p:cNvSpPr/>
          <p:nvPr/>
        </p:nvSpPr>
        <p:spPr>
          <a:xfrm>
            <a:off x="4383060" y="39807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824" name="Oval 2823"/>
          <p:cNvSpPr/>
          <p:nvPr/>
        </p:nvSpPr>
        <p:spPr>
          <a:xfrm>
            <a:off x="6898691" y="645662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Oval 2824"/>
          <p:cNvSpPr/>
          <p:nvPr/>
        </p:nvSpPr>
        <p:spPr>
          <a:xfrm>
            <a:off x="6938691" y="649662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826" name="Rounded Rectangle 2825"/>
          <p:cNvSpPr/>
          <p:nvPr/>
        </p:nvSpPr>
        <p:spPr>
          <a:xfrm>
            <a:off x="7208691" y="651662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827" name="Oval 2826"/>
          <p:cNvSpPr/>
          <p:nvPr/>
        </p:nvSpPr>
        <p:spPr>
          <a:xfrm>
            <a:off x="4460413" y="2086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Oval 2827"/>
          <p:cNvSpPr/>
          <p:nvPr/>
        </p:nvSpPr>
        <p:spPr>
          <a:xfrm>
            <a:off x="4500413" y="2486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829" name="Rounded Rectangle 2828"/>
          <p:cNvSpPr/>
          <p:nvPr/>
        </p:nvSpPr>
        <p:spPr>
          <a:xfrm>
            <a:off x="4770413" y="2686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"/>
          <p:cNvSpPr/>
          <p:nvPr/>
        </p:nvSpPr>
        <p:spPr>
          <a:xfrm>
            <a:off x="3184560" y="50760"/>
            <a:ext cx="27745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28: FACT | RWY 01 | STAR WY4C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0" name=""/>
          <p:cNvSpPr/>
          <p:nvPr/>
        </p:nvSpPr>
        <p:spPr>
          <a:xfrm flipH="1">
            <a:off x="4564080" y="1639800"/>
            <a:ext cx="1736640" cy="808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1" name=""/>
          <p:cNvSpPr/>
          <p:nvPr/>
        </p:nvSpPr>
        <p:spPr>
          <a:xfrm flipH="1">
            <a:off x="4047840" y="2448000"/>
            <a:ext cx="515880" cy="2922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2" name=""/>
          <p:cNvSpPr/>
          <p:nvPr/>
        </p:nvSpPr>
        <p:spPr>
          <a:xfrm>
            <a:off x="4048200" y="5370480"/>
            <a:ext cx="0" cy="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3" name=""/>
          <p:cNvSpPr/>
          <p:nvPr/>
        </p:nvSpPr>
        <p:spPr>
          <a:xfrm flipH="1" flipV="1">
            <a:off x="2842920" y="3935520"/>
            <a:ext cx="1204920" cy="1434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4" name=""/>
          <p:cNvSpPr/>
          <p:nvPr/>
        </p:nvSpPr>
        <p:spPr>
          <a:xfrm flipV="1">
            <a:off x="2843280" y="3522240"/>
            <a:ext cx="73080" cy="412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5" name=""/>
          <p:cNvSpPr/>
          <p:nvPr/>
        </p:nvSpPr>
        <p:spPr>
          <a:xfrm flipV="1">
            <a:off x="2916360" y="3043080"/>
            <a:ext cx="75960" cy="479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76" name=""/>
          <p:cNvGrpSpPr/>
          <p:nvPr/>
        </p:nvGrpSpPr>
        <p:grpSpPr>
          <a:xfrm>
            <a:off x="6237360" y="1576440"/>
            <a:ext cx="555480" cy="200520"/>
            <a:chOff x="6237360" y="1576440"/>
            <a:chExt cx="555480" cy="200520"/>
          </a:xfrm>
        </p:grpSpPr>
        <p:sp>
          <p:nvSpPr>
            <p:cNvPr id="2777" name=""/>
            <p:cNvSpPr/>
            <p:nvPr/>
          </p:nvSpPr>
          <p:spPr>
            <a:xfrm>
              <a:off x="62373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8" name=""/>
            <p:cNvSpPr/>
            <p:nvPr/>
          </p:nvSpPr>
          <p:spPr>
            <a:xfrm>
              <a:off x="6342480" y="157644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WYNB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9" name=""/>
          <p:cNvGrpSpPr/>
          <p:nvPr/>
        </p:nvGrpSpPr>
        <p:grpSpPr>
          <a:xfrm>
            <a:off x="4513320" y="2384280"/>
            <a:ext cx="558000" cy="200520"/>
            <a:chOff x="4513320" y="2384280"/>
            <a:chExt cx="558000" cy="200520"/>
          </a:xfrm>
        </p:grpSpPr>
        <p:sp>
          <p:nvSpPr>
            <p:cNvPr id="2780" name=""/>
            <p:cNvSpPr/>
            <p:nvPr/>
          </p:nvSpPr>
          <p:spPr>
            <a:xfrm>
              <a:off x="4513320" y="2397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1" name=""/>
            <p:cNvSpPr/>
            <p:nvPr/>
          </p:nvSpPr>
          <p:spPr>
            <a:xfrm>
              <a:off x="4616280" y="238428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CTV30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2" name=""/>
          <p:cNvGrpSpPr/>
          <p:nvPr/>
        </p:nvGrpSpPr>
        <p:grpSpPr>
          <a:xfrm>
            <a:off x="3997440" y="5307120"/>
            <a:ext cx="557640" cy="200520"/>
            <a:chOff x="3997440" y="5307120"/>
            <a:chExt cx="557640" cy="200520"/>
          </a:xfrm>
        </p:grpSpPr>
        <p:sp>
          <p:nvSpPr>
            <p:cNvPr id="2783" name=""/>
            <p:cNvSpPr/>
            <p:nvPr/>
          </p:nvSpPr>
          <p:spPr>
            <a:xfrm>
              <a:off x="399744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4" name=""/>
            <p:cNvSpPr/>
            <p:nvPr/>
          </p:nvSpPr>
          <p:spPr>
            <a:xfrm>
              <a:off x="4100040" y="530712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D065H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5" name=""/>
          <p:cNvGrpSpPr/>
          <p:nvPr/>
        </p:nvGrpSpPr>
        <p:grpSpPr>
          <a:xfrm>
            <a:off x="3997440" y="5307120"/>
            <a:ext cx="637560" cy="200520"/>
            <a:chOff x="3997440" y="5307120"/>
            <a:chExt cx="637560" cy="200520"/>
          </a:xfrm>
        </p:grpSpPr>
        <p:sp>
          <p:nvSpPr>
            <p:cNvPr id="2786" name=""/>
            <p:cNvSpPr/>
            <p:nvPr/>
          </p:nvSpPr>
          <p:spPr>
            <a:xfrm>
              <a:off x="399744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7" name=""/>
            <p:cNvSpPr/>
            <p:nvPr/>
          </p:nvSpPr>
          <p:spPr>
            <a:xfrm>
              <a:off x="4087080" y="5307120"/>
              <a:ext cx="547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VECTOR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8" name=""/>
          <p:cNvGrpSpPr/>
          <p:nvPr/>
        </p:nvGrpSpPr>
        <p:grpSpPr>
          <a:xfrm>
            <a:off x="2803680" y="3871800"/>
            <a:ext cx="467280" cy="200520"/>
            <a:chOff x="2803680" y="3871800"/>
            <a:chExt cx="467280" cy="200520"/>
          </a:xfrm>
        </p:grpSpPr>
        <p:sp>
          <p:nvSpPr>
            <p:cNvPr id="2789" name=""/>
            <p:cNvSpPr/>
            <p:nvPr/>
          </p:nvSpPr>
          <p:spPr>
            <a:xfrm>
              <a:off x="2803680" y="389412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0" name=""/>
            <p:cNvSpPr/>
            <p:nvPr/>
          </p:nvSpPr>
          <p:spPr>
            <a:xfrm>
              <a:off x="2904480" y="38718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1" name=""/>
          <p:cNvGrpSpPr/>
          <p:nvPr/>
        </p:nvGrpSpPr>
        <p:grpSpPr>
          <a:xfrm>
            <a:off x="2874960" y="3459240"/>
            <a:ext cx="464760" cy="200520"/>
            <a:chOff x="2874960" y="3459240"/>
            <a:chExt cx="464760" cy="200520"/>
          </a:xfrm>
        </p:grpSpPr>
        <p:sp>
          <p:nvSpPr>
            <p:cNvPr id="2792" name=""/>
            <p:cNvSpPr/>
            <p:nvPr/>
          </p:nvSpPr>
          <p:spPr>
            <a:xfrm>
              <a:off x="2874960" y="3483000"/>
              <a:ext cx="824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3" name=""/>
            <p:cNvSpPr/>
            <p:nvPr/>
          </p:nvSpPr>
          <p:spPr>
            <a:xfrm>
              <a:off x="2982240" y="345924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4" name=""/>
          <p:cNvGrpSpPr/>
          <p:nvPr/>
        </p:nvGrpSpPr>
        <p:grpSpPr>
          <a:xfrm>
            <a:off x="2928960" y="2979720"/>
            <a:ext cx="543240" cy="200520"/>
            <a:chOff x="2928960" y="2979720"/>
            <a:chExt cx="543240" cy="200520"/>
          </a:xfrm>
        </p:grpSpPr>
        <p:sp>
          <p:nvSpPr>
            <p:cNvPr id="2795" name=""/>
            <p:cNvSpPr/>
            <p:nvPr/>
          </p:nvSpPr>
          <p:spPr>
            <a:xfrm>
              <a:off x="2928960" y="297972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6" name=""/>
            <p:cNvSpPr/>
            <p:nvPr/>
          </p:nvSpPr>
          <p:spPr>
            <a:xfrm>
              <a:off x="3045960" y="297972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97" name=""/>
          <p:cNvGrpSpPr/>
          <p:nvPr/>
        </p:nvGrpSpPr>
        <p:grpSpPr>
          <a:xfrm>
            <a:off x="8381880" y="6477120"/>
            <a:ext cx="478800" cy="200520"/>
            <a:chOff x="8381880" y="6477120"/>
            <a:chExt cx="478800" cy="200520"/>
          </a:xfrm>
        </p:grpSpPr>
        <p:sp>
          <p:nvSpPr>
            <p:cNvPr id="2798" name=""/>
            <p:cNvSpPr/>
            <p:nvPr/>
          </p:nvSpPr>
          <p:spPr>
            <a:xfrm>
              <a:off x="8381880" y="64836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9" name=""/>
            <p:cNvSpPr/>
            <p:nvPr/>
          </p:nvSpPr>
          <p:spPr>
            <a:xfrm>
              <a:off x="8523000" y="6477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0" name=""/>
          <p:cNvGrpSpPr/>
          <p:nvPr/>
        </p:nvGrpSpPr>
        <p:grpSpPr>
          <a:xfrm>
            <a:off x="3657600" y="2743200"/>
            <a:ext cx="479160" cy="200520"/>
            <a:chOff x="3657600" y="2743200"/>
            <a:chExt cx="479160" cy="200520"/>
          </a:xfrm>
        </p:grpSpPr>
        <p:sp>
          <p:nvSpPr>
            <p:cNvPr id="2801" name=""/>
            <p:cNvSpPr/>
            <p:nvPr/>
          </p:nvSpPr>
          <p:spPr>
            <a:xfrm>
              <a:off x="3657600" y="274932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2" name=""/>
            <p:cNvSpPr/>
            <p:nvPr/>
          </p:nvSpPr>
          <p:spPr>
            <a:xfrm>
              <a:off x="37990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3" name=""/>
          <p:cNvGrpSpPr/>
          <p:nvPr/>
        </p:nvGrpSpPr>
        <p:grpSpPr>
          <a:xfrm>
            <a:off x="457200" y="5029200"/>
            <a:ext cx="460080" cy="200520"/>
            <a:chOff x="457200" y="5029200"/>
            <a:chExt cx="460080" cy="200520"/>
          </a:xfrm>
        </p:grpSpPr>
        <p:sp>
          <p:nvSpPr>
            <p:cNvPr id="2804" name=""/>
            <p:cNvSpPr/>
            <p:nvPr/>
          </p:nvSpPr>
          <p:spPr>
            <a:xfrm>
              <a:off x="457200" y="5043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5" name=""/>
            <p:cNvSpPr/>
            <p:nvPr/>
          </p:nvSpPr>
          <p:spPr>
            <a:xfrm>
              <a:off x="57960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6" name=""/>
          <p:cNvGrpSpPr/>
          <p:nvPr/>
        </p:nvGrpSpPr>
        <p:grpSpPr>
          <a:xfrm>
            <a:off x="2133720" y="5562720"/>
            <a:ext cx="460080" cy="200520"/>
            <a:chOff x="2133720" y="5562720"/>
            <a:chExt cx="460080" cy="200520"/>
          </a:xfrm>
        </p:grpSpPr>
        <p:sp>
          <p:nvSpPr>
            <p:cNvPr id="2807" name=""/>
            <p:cNvSpPr/>
            <p:nvPr/>
          </p:nvSpPr>
          <p:spPr>
            <a:xfrm>
              <a:off x="2133720" y="5578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8" name=""/>
            <p:cNvSpPr/>
            <p:nvPr/>
          </p:nvSpPr>
          <p:spPr>
            <a:xfrm>
              <a:off x="225612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9" name=""/>
          <p:cNvGrpSpPr/>
          <p:nvPr/>
        </p:nvGrpSpPr>
        <p:grpSpPr>
          <a:xfrm>
            <a:off x="5257800" y="4952880"/>
            <a:ext cx="459720" cy="200520"/>
            <a:chOff x="5257800" y="4952880"/>
            <a:chExt cx="459720" cy="200520"/>
          </a:xfrm>
        </p:grpSpPr>
        <p:sp>
          <p:nvSpPr>
            <p:cNvPr id="2810" name=""/>
            <p:cNvSpPr/>
            <p:nvPr/>
          </p:nvSpPr>
          <p:spPr>
            <a:xfrm>
              <a:off x="5257800" y="49687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1" name=""/>
            <p:cNvSpPr/>
            <p:nvPr/>
          </p:nvSpPr>
          <p:spPr>
            <a:xfrm>
              <a:off x="537984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2" name=""/>
          <p:cNvGrpSpPr/>
          <p:nvPr/>
        </p:nvGrpSpPr>
        <p:grpSpPr>
          <a:xfrm>
            <a:off x="3962520" y="838080"/>
            <a:ext cx="461160" cy="200520"/>
            <a:chOff x="3962520" y="838080"/>
            <a:chExt cx="461160" cy="200520"/>
          </a:xfrm>
        </p:grpSpPr>
        <p:sp>
          <p:nvSpPr>
            <p:cNvPr id="2813" name=""/>
            <p:cNvSpPr/>
            <p:nvPr/>
          </p:nvSpPr>
          <p:spPr>
            <a:xfrm>
              <a:off x="3962520" y="8524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4" name=""/>
            <p:cNvSpPr/>
            <p:nvPr/>
          </p:nvSpPr>
          <p:spPr>
            <a:xfrm>
              <a:off x="408600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5" name=""/>
          <p:cNvGrpSpPr/>
          <p:nvPr/>
        </p:nvGrpSpPr>
        <p:grpSpPr>
          <a:xfrm>
            <a:off x="5411880" y="3516480"/>
            <a:ext cx="468720" cy="200520"/>
            <a:chOff x="5411880" y="3516480"/>
            <a:chExt cx="468720" cy="200520"/>
          </a:xfrm>
        </p:grpSpPr>
        <p:sp>
          <p:nvSpPr>
            <p:cNvPr id="2816" name=""/>
            <p:cNvSpPr/>
            <p:nvPr/>
          </p:nvSpPr>
          <p:spPr>
            <a:xfrm>
              <a:off x="5411880" y="3530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7" name=""/>
            <p:cNvSpPr/>
            <p:nvPr/>
          </p:nvSpPr>
          <p:spPr>
            <a:xfrm>
              <a:off x="5542920" y="3516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8" name=""/>
          <p:cNvGrpSpPr/>
          <p:nvPr/>
        </p:nvGrpSpPr>
        <p:grpSpPr>
          <a:xfrm>
            <a:off x="4876920" y="6019920"/>
            <a:ext cx="461160" cy="200520"/>
            <a:chOff x="4876920" y="6019920"/>
            <a:chExt cx="461160" cy="200520"/>
          </a:xfrm>
        </p:grpSpPr>
        <p:sp>
          <p:nvSpPr>
            <p:cNvPr id="2819" name=""/>
            <p:cNvSpPr/>
            <p:nvPr/>
          </p:nvSpPr>
          <p:spPr>
            <a:xfrm>
              <a:off x="4876920" y="603576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0" name=""/>
            <p:cNvSpPr/>
            <p:nvPr/>
          </p:nvSpPr>
          <p:spPr>
            <a:xfrm>
              <a:off x="500040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1" name=""/>
          <p:cNvGrpSpPr/>
          <p:nvPr/>
        </p:nvGrpSpPr>
        <p:grpSpPr>
          <a:xfrm>
            <a:off x="838080" y="762120"/>
            <a:ext cx="460080" cy="200520"/>
            <a:chOff x="838080" y="762120"/>
            <a:chExt cx="460080" cy="200520"/>
          </a:xfrm>
        </p:grpSpPr>
        <p:sp>
          <p:nvSpPr>
            <p:cNvPr id="2822" name=""/>
            <p:cNvSpPr/>
            <p:nvPr/>
          </p:nvSpPr>
          <p:spPr>
            <a:xfrm>
              <a:off x="838080" y="7779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3" name=""/>
            <p:cNvSpPr/>
            <p:nvPr/>
          </p:nvSpPr>
          <p:spPr>
            <a:xfrm>
              <a:off x="96048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4" name=""/>
          <p:cNvGrpSpPr/>
          <p:nvPr/>
        </p:nvGrpSpPr>
        <p:grpSpPr>
          <a:xfrm>
            <a:off x="5216400" y="866880"/>
            <a:ext cx="461880" cy="200520"/>
            <a:chOff x="5216400" y="866880"/>
            <a:chExt cx="461880" cy="200520"/>
          </a:xfrm>
        </p:grpSpPr>
        <p:sp>
          <p:nvSpPr>
            <p:cNvPr id="2825" name=""/>
            <p:cNvSpPr/>
            <p:nvPr/>
          </p:nvSpPr>
          <p:spPr>
            <a:xfrm>
              <a:off x="5216400" y="882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6" name=""/>
            <p:cNvSpPr/>
            <p:nvPr/>
          </p:nvSpPr>
          <p:spPr>
            <a:xfrm>
              <a:off x="5340600" y="866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7" name=""/>
          <p:cNvGrpSpPr/>
          <p:nvPr/>
        </p:nvGrpSpPr>
        <p:grpSpPr>
          <a:xfrm>
            <a:off x="1676520" y="2514600"/>
            <a:ext cx="459720" cy="200520"/>
            <a:chOff x="1676520" y="2514600"/>
            <a:chExt cx="459720" cy="200520"/>
          </a:xfrm>
        </p:grpSpPr>
        <p:sp>
          <p:nvSpPr>
            <p:cNvPr id="2828" name=""/>
            <p:cNvSpPr/>
            <p:nvPr/>
          </p:nvSpPr>
          <p:spPr>
            <a:xfrm>
              <a:off x="1676520" y="2530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9" name=""/>
            <p:cNvSpPr/>
            <p:nvPr/>
          </p:nvSpPr>
          <p:spPr>
            <a:xfrm>
              <a:off x="179856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0" name=""/>
          <p:cNvGrpSpPr/>
          <p:nvPr/>
        </p:nvGrpSpPr>
        <p:grpSpPr>
          <a:xfrm>
            <a:off x="2133720" y="4267080"/>
            <a:ext cx="459720" cy="200520"/>
            <a:chOff x="2133720" y="4267080"/>
            <a:chExt cx="459720" cy="200520"/>
          </a:xfrm>
        </p:grpSpPr>
        <p:sp>
          <p:nvSpPr>
            <p:cNvPr id="2831" name=""/>
            <p:cNvSpPr/>
            <p:nvPr/>
          </p:nvSpPr>
          <p:spPr>
            <a:xfrm>
              <a:off x="2133720" y="42814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2" name=""/>
            <p:cNvSpPr/>
            <p:nvPr/>
          </p:nvSpPr>
          <p:spPr>
            <a:xfrm>
              <a:off x="2255760" y="426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3" name=""/>
          <p:cNvGrpSpPr/>
          <p:nvPr/>
        </p:nvGrpSpPr>
        <p:grpSpPr>
          <a:xfrm>
            <a:off x="3216240" y="1646280"/>
            <a:ext cx="460080" cy="200520"/>
            <a:chOff x="3216240" y="1646280"/>
            <a:chExt cx="460080" cy="200520"/>
          </a:xfrm>
        </p:grpSpPr>
        <p:sp>
          <p:nvSpPr>
            <p:cNvPr id="2834" name=""/>
            <p:cNvSpPr/>
            <p:nvPr/>
          </p:nvSpPr>
          <p:spPr>
            <a:xfrm>
              <a:off x="3216240" y="1662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5" name=""/>
            <p:cNvSpPr/>
            <p:nvPr/>
          </p:nvSpPr>
          <p:spPr>
            <a:xfrm>
              <a:off x="3338640" y="1646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6" name=""/>
          <p:cNvGrpSpPr/>
          <p:nvPr/>
        </p:nvGrpSpPr>
        <p:grpSpPr>
          <a:xfrm>
            <a:off x="7543800" y="1523880"/>
            <a:ext cx="461880" cy="200520"/>
            <a:chOff x="7543800" y="1523880"/>
            <a:chExt cx="461880" cy="200520"/>
          </a:xfrm>
        </p:grpSpPr>
        <p:sp>
          <p:nvSpPr>
            <p:cNvPr id="2837" name=""/>
            <p:cNvSpPr/>
            <p:nvPr/>
          </p:nvSpPr>
          <p:spPr>
            <a:xfrm>
              <a:off x="7543800" y="15397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8" name=""/>
            <p:cNvSpPr/>
            <p:nvPr/>
          </p:nvSpPr>
          <p:spPr>
            <a:xfrm>
              <a:off x="76680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9" name=""/>
          <p:cNvGrpSpPr/>
          <p:nvPr/>
        </p:nvGrpSpPr>
        <p:grpSpPr>
          <a:xfrm>
            <a:off x="3232080" y="6062760"/>
            <a:ext cx="460080" cy="200520"/>
            <a:chOff x="3232080" y="6062760"/>
            <a:chExt cx="460080" cy="200520"/>
          </a:xfrm>
        </p:grpSpPr>
        <p:sp>
          <p:nvSpPr>
            <p:cNvPr id="2840" name=""/>
            <p:cNvSpPr/>
            <p:nvPr/>
          </p:nvSpPr>
          <p:spPr>
            <a:xfrm>
              <a:off x="3232080" y="60768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1" name=""/>
            <p:cNvSpPr/>
            <p:nvPr/>
          </p:nvSpPr>
          <p:spPr>
            <a:xfrm>
              <a:off x="3354480" y="606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2" name=""/>
          <p:cNvGrpSpPr/>
          <p:nvPr/>
        </p:nvGrpSpPr>
        <p:grpSpPr>
          <a:xfrm>
            <a:off x="3429000" y="4343400"/>
            <a:ext cx="461520" cy="200520"/>
            <a:chOff x="3429000" y="4343400"/>
            <a:chExt cx="461520" cy="200520"/>
          </a:xfrm>
        </p:grpSpPr>
        <p:sp>
          <p:nvSpPr>
            <p:cNvPr id="2843" name=""/>
            <p:cNvSpPr/>
            <p:nvPr/>
          </p:nvSpPr>
          <p:spPr>
            <a:xfrm>
              <a:off x="3429000" y="4357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4" name=""/>
            <p:cNvSpPr/>
            <p:nvPr/>
          </p:nvSpPr>
          <p:spPr>
            <a:xfrm>
              <a:off x="355284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5" name=""/>
          <p:cNvGrpSpPr/>
          <p:nvPr/>
        </p:nvGrpSpPr>
        <p:grpSpPr>
          <a:xfrm>
            <a:off x="8381880" y="304920"/>
            <a:ext cx="460080" cy="200520"/>
            <a:chOff x="8381880" y="304920"/>
            <a:chExt cx="460080" cy="200520"/>
          </a:xfrm>
        </p:grpSpPr>
        <p:sp>
          <p:nvSpPr>
            <p:cNvPr id="2846" name=""/>
            <p:cNvSpPr/>
            <p:nvPr/>
          </p:nvSpPr>
          <p:spPr>
            <a:xfrm>
              <a:off x="8381880" y="3189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7" name=""/>
            <p:cNvSpPr/>
            <p:nvPr/>
          </p:nvSpPr>
          <p:spPr>
            <a:xfrm>
              <a:off x="8504280" y="304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8" name=""/>
          <p:cNvGrpSpPr/>
          <p:nvPr/>
        </p:nvGrpSpPr>
        <p:grpSpPr>
          <a:xfrm>
            <a:off x="5867280" y="2590920"/>
            <a:ext cx="461520" cy="200520"/>
            <a:chOff x="5867280" y="2590920"/>
            <a:chExt cx="461520" cy="200520"/>
          </a:xfrm>
        </p:grpSpPr>
        <p:sp>
          <p:nvSpPr>
            <p:cNvPr id="2849" name=""/>
            <p:cNvSpPr/>
            <p:nvPr/>
          </p:nvSpPr>
          <p:spPr>
            <a:xfrm>
              <a:off x="5867280" y="260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0" name=""/>
            <p:cNvSpPr/>
            <p:nvPr/>
          </p:nvSpPr>
          <p:spPr>
            <a:xfrm>
              <a:off x="599112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51" name=""/>
          <p:cNvGrpSpPr/>
          <p:nvPr/>
        </p:nvGrpSpPr>
        <p:grpSpPr>
          <a:xfrm>
            <a:off x="6210360" y="5645160"/>
            <a:ext cx="461520" cy="200520"/>
            <a:chOff x="6210360" y="5645160"/>
            <a:chExt cx="461520" cy="200520"/>
          </a:xfrm>
        </p:grpSpPr>
        <p:sp>
          <p:nvSpPr>
            <p:cNvPr id="2852" name=""/>
            <p:cNvSpPr/>
            <p:nvPr/>
          </p:nvSpPr>
          <p:spPr>
            <a:xfrm>
              <a:off x="6210360" y="56610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3" name=""/>
            <p:cNvSpPr/>
            <p:nvPr/>
          </p:nvSpPr>
          <p:spPr>
            <a:xfrm>
              <a:off x="6334200" y="5645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54" name=""/>
          <p:cNvGrpSpPr/>
          <p:nvPr/>
        </p:nvGrpSpPr>
        <p:grpSpPr>
          <a:xfrm>
            <a:off x="6248520" y="4419720"/>
            <a:ext cx="461520" cy="200520"/>
            <a:chOff x="6248520" y="4419720"/>
            <a:chExt cx="461520" cy="200520"/>
          </a:xfrm>
        </p:grpSpPr>
        <p:sp>
          <p:nvSpPr>
            <p:cNvPr id="2855" name=""/>
            <p:cNvSpPr/>
            <p:nvPr/>
          </p:nvSpPr>
          <p:spPr>
            <a:xfrm>
              <a:off x="6248520" y="443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6" name=""/>
            <p:cNvSpPr/>
            <p:nvPr/>
          </p:nvSpPr>
          <p:spPr>
            <a:xfrm>
              <a:off x="637236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57" name="Rounded Rectangle 2856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858" name="Oval 2857"/>
          <p:cNvSpPr/>
          <p:nvPr/>
        </p:nvSpPr>
        <p:spPr>
          <a:xfrm>
            <a:off x="8278938" y="638066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Oval 2858"/>
          <p:cNvSpPr/>
          <p:nvPr/>
        </p:nvSpPr>
        <p:spPr>
          <a:xfrm>
            <a:off x="8318938" y="642066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860" name="Rounded Rectangle 2859"/>
          <p:cNvSpPr/>
          <p:nvPr/>
        </p:nvSpPr>
        <p:spPr>
          <a:xfrm>
            <a:off x="8588938" y="644066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861" name="Oval 2860"/>
          <p:cNvSpPr/>
          <p:nvPr/>
        </p:nvSpPr>
        <p:spPr>
          <a:xfrm>
            <a:off x="3554658" y="26463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Oval 2861"/>
          <p:cNvSpPr/>
          <p:nvPr/>
        </p:nvSpPr>
        <p:spPr>
          <a:xfrm>
            <a:off x="3594658" y="26863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863" name="Rounded Rectangle 2862"/>
          <p:cNvSpPr/>
          <p:nvPr/>
        </p:nvSpPr>
        <p:spPr>
          <a:xfrm>
            <a:off x="3864658" y="27063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864" name="Oval 2863"/>
          <p:cNvSpPr/>
          <p:nvPr/>
        </p:nvSpPr>
        <p:spPr>
          <a:xfrm>
            <a:off x="344904" y="49316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Oval 2864"/>
          <p:cNvSpPr/>
          <p:nvPr/>
        </p:nvSpPr>
        <p:spPr>
          <a:xfrm>
            <a:off x="384904" y="49716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866" name="Rounded Rectangle 2865"/>
          <p:cNvSpPr/>
          <p:nvPr/>
        </p:nvSpPr>
        <p:spPr>
          <a:xfrm>
            <a:off x="654904" y="49916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867" name="Oval 2866"/>
          <p:cNvSpPr/>
          <p:nvPr/>
        </p:nvSpPr>
        <p:spPr>
          <a:xfrm>
            <a:off x="2021428" y="546698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Oval 2867"/>
          <p:cNvSpPr/>
          <p:nvPr/>
        </p:nvSpPr>
        <p:spPr>
          <a:xfrm>
            <a:off x="2061428" y="550698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869" name="Rounded Rectangle 2868"/>
          <p:cNvSpPr/>
          <p:nvPr/>
        </p:nvSpPr>
        <p:spPr>
          <a:xfrm>
            <a:off x="2331428" y="552698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870" name="Oval 2869"/>
          <p:cNvSpPr/>
          <p:nvPr/>
        </p:nvSpPr>
        <p:spPr>
          <a:xfrm>
            <a:off x="5145327" y="485642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Oval 2870"/>
          <p:cNvSpPr/>
          <p:nvPr/>
        </p:nvSpPr>
        <p:spPr>
          <a:xfrm>
            <a:off x="5185327" y="489642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872" name="Rounded Rectangle 2871"/>
          <p:cNvSpPr/>
          <p:nvPr/>
        </p:nvSpPr>
        <p:spPr>
          <a:xfrm>
            <a:off x="5455327" y="491642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873" name="Oval 2872"/>
          <p:cNvSpPr/>
          <p:nvPr/>
        </p:nvSpPr>
        <p:spPr>
          <a:xfrm>
            <a:off x="3850760" y="74090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Oval 2873"/>
          <p:cNvSpPr/>
          <p:nvPr/>
        </p:nvSpPr>
        <p:spPr>
          <a:xfrm>
            <a:off x="3890760" y="78090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875" name="Rounded Rectangle 2874"/>
          <p:cNvSpPr/>
          <p:nvPr/>
        </p:nvSpPr>
        <p:spPr>
          <a:xfrm>
            <a:off x="4160760" y="80090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876" name="Oval 2875"/>
          <p:cNvSpPr/>
          <p:nvPr/>
        </p:nvSpPr>
        <p:spPr>
          <a:xfrm>
            <a:off x="5300308" y="34189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Oval 2876"/>
          <p:cNvSpPr/>
          <p:nvPr/>
        </p:nvSpPr>
        <p:spPr>
          <a:xfrm>
            <a:off x="5340308" y="34589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878" name="Rounded Rectangle 2877"/>
          <p:cNvSpPr/>
          <p:nvPr/>
        </p:nvSpPr>
        <p:spPr>
          <a:xfrm>
            <a:off x="5610308" y="34789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879" name="Oval 2878"/>
          <p:cNvSpPr/>
          <p:nvPr/>
        </p:nvSpPr>
        <p:spPr>
          <a:xfrm>
            <a:off x="4765158" y="5923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Oval 2879"/>
          <p:cNvSpPr/>
          <p:nvPr/>
        </p:nvSpPr>
        <p:spPr>
          <a:xfrm>
            <a:off x="4805158" y="5963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881" name="Rounded Rectangle 2880"/>
          <p:cNvSpPr/>
          <p:nvPr/>
        </p:nvSpPr>
        <p:spPr>
          <a:xfrm>
            <a:off x="5075158" y="5983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882" name="Oval 2881"/>
          <p:cNvSpPr/>
          <p:nvPr/>
        </p:nvSpPr>
        <p:spPr>
          <a:xfrm>
            <a:off x="725780" y="6663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Oval 2882"/>
          <p:cNvSpPr/>
          <p:nvPr/>
        </p:nvSpPr>
        <p:spPr>
          <a:xfrm>
            <a:off x="765780" y="7063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884" name="Rounded Rectangle 2883"/>
          <p:cNvSpPr/>
          <p:nvPr/>
        </p:nvSpPr>
        <p:spPr>
          <a:xfrm>
            <a:off x="1035780" y="7263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885" name="Oval 2884"/>
          <p:cNvSpPr/>
          <p:nvPr/>
        </p:nvSpPr>
        <p:spPr>
          <a:xfrm>
            <a:off x="5104827" y="77114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Oval 2885"/>
          <p:cNvSpPr/>
          <p:nvPr/>
        </p:nvSpPr>
        <p:spPr>
          <a:xfrm>
            <a:off x="5144827" y="81114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887" name="Rounded Rectangle 2886"/>
          <p:cNvSpPr/>
          <p:nvPr/>
        </p:nvSpPr>
        <p:spPr>
          <a:xfrm>
            <a:off x="5414827" y="83114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888" name="Oval 2887"/>
          <p:cNvSpPr/>
          <p:nvPr/>
        </p:nvSpPr>
        <p:spPr>
          <a:xfrm>
            <a:off x="1564049" y="24188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Oval 2888"/>
          <p:cNvSpPr/>
          <p:nvPr/>
        </p:nvSpPr>
        <p:spPr>
          <a:xfrm>
            <a:off x="1604049" y="24588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890" name="Rounded Rectangle 2889"/>
          <p:cNvSpPr/>
          <p:nvPr/>
        </p:nvSpPr>
        <p:spPr>
          <a:xfrm>
            <a:off x="1874049" y="24788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891" name="Oval 2890"/>
          <p:cNvSpPr/>
          <p:nvPr/>
        </p:nvSpPr>
        <p:spPr>
          <a:xfrm>
            <a:off x="2021242" y="41698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Oval 2891"/>
          <p:cNvSpPr/>
          <p:nvPr/>
        </p:nvSpPr>
        <p:spPr>
          <a:xfrm>
            <a:off x="2061242" y="42098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893" name="Rounded Rectangle 2892"/>
          <p:cNvSpPr/>
          <p:nvPr/>
        </p:nvSpPr>
        <p:spPr>
          <a:xfrm>
            <a:off x="2331242" y="42298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894" name="Oval 2893"/>
          <p:cNvSpPr/>
          <p:nvPr/>
        </p:nvSpPr>
        <p:spPr>
          <a:xfrm>
            <a:off x="3103947" y="155054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Oval 2894"/>
          <p:cNvSpPr/>
          <p:nvPr/>
        </p:nvSpPr>
        <p:spPr>
          <a:xfrm>
            <a:off x="3143947" y="159054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896" name="Rounded Rectangle 2895"/>
          <p:cNvSpPr/>
          <p:nvPr/>
        </p:nvSpPr>
        <p:spPr>
          <a:xfrm>
            <a:off x="3413947" y="161054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897" name="Oval 2896"/>
          <p:cNvSpPr/>
          <p:nvPr/>
        </p:nvSpPr>
        <p:spPr>
          <a:xfrm>
            <a:off x="7432224" y="14274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Oval 2897"/>
          <p:cNvSpPr/>
          <p:nvPr/>
        </p:nvSpPr>
        <p:spPr>
          <a:xfrm>
            <a:off x="7472224" y="14674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899" name="Rounded Rectangle 2898"/>
          <p:cNvSpPr/>
          <p:nvPr/>
        </p:nvSpPr>
        <p:spPr>
          <a:xfrm>
            <a:off x="7742224" y="14874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900" name="Oval 2899"/>
          <p:cNvSpPr/>
          <p:nvPr/>
        </p:nvSpPr>
        <p:spPr>
          <a:xfrm>
            <a:off x="3119782" y="596522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Oval 2900"/>
          <p:cNvSpPr/>
          <p:nvPr/>
        </p:nvSpPr>
        <p:spPr>
          <a:xfrm>
            <a:off x="3159782" y="600522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902" name="Rounded Rectangle 2901"/>
          <p:cNvSpPr/>
          <p:nvPr/>
        </p:nvSpPr>
        <p:spPr>
          <a:xfrm>
            <a:off x="3429782" y="602522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903" name="Oval 2902"/>
          <p:cNvSpPr/>
          <p:nvPr/>
        </p:nvSpPr>
        <p:spPr>
          <a:xfrm>
            <a:off x="3317424" y="424586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Oval 2903"/>
          <p:cNvSpPr/>
          <p:nvPr/>
        </p:nvSpPr>
        <p:spPr>
          <a:xfrm>
            <a:off x="3357424" y="428586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905" name="Rounded Rectangle 2904"/>
          <p:cNvSpPr/>
          <p:nvPr/>
        </p:nvSpPr>
        <p:spPr>
          <a:xfrm>
            <a:off x="3627424" y="430586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906" name="Oval 2905"/>
          <p:cNvSpPr/>
          <p:nvPr/>
        </p:nvSpPr>
        <p:spPr>
          <a:xfrm>
            <a:off x="8269586" y="2071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Oval 2906"/>
          <p:cNvSpPr/>
          <p:nvPr/>
        </p:nvSpPr>
        <p:spPr>
          <a:xfrm>
            <a:off x="8309586" y="2471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908" name="Rounded Rectangle 2907"/>
          <p:cNvSpPr/>
          <p:nvPr/>
        </p:nvSpPr>
        <p:spPr>
          <a:xfrm>
            <a:off x="8579586" y="2671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909" name="Oval 2908"/>
          <p:cNvSpPr/>
          <p:nvPr/>
        </p:nvSpPr>
        <p:spPr>
          <a:xfrm>
            <a:off x="5755700" y="249374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Oval 2909"/>
          <p:cNvSpPr/>
          <p:nvPr/>
        </p:nvSpPr>
        <p:spPr>
          <a:xfrm>
            <a:off x="5795700" y="253374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911" name="Rounded Rectangle 2910"/>
          <p:cNvSpPr/>
          <p:nvPr/>
        </p:nvSpPr>
        <p:spPr>
          <a:xfrm>
            <a:off x="6065700" y="255374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912" name="Oval 2911"/>
          <p:cNvSpPr/>
          <p:nvPr/>
        </p:nvSpPr>
        <p:spPr>
          <a:xfrm>
            <a:off x="6098785" y="554870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Oval 2912"/>
          <p:cNvSpPr/>
          <p:nvPr/>
        </p:nvSpPr>
        <p:spPr>
          <a:xfrm>
            <a:off x="6138785" y="558870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914" name="Rounded Rectangle 2913"/>
          <p:cNvSpPr/>
          <p:nvPr/>
        </p:nvSpPr>
        <p:spPr>
          <a:xfrm>
            <a:off x="6408785" y="560870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915" name="Oval 2914"/>
          <p:cNvSpPr/>
          <p:nvPr/>
        </p:nvSpPr>
        <p:spPr>
          <a:xfrm>
            <a:off x="6136949" y="43225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Oval 2915"/>
          <p:cNvSpPr/>
          <p:nvPr/>
        </p:nvSpPr>
        <p:spPr>
          <a:xfrm>
            <a:off x="6176949" y="43625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2917" name="Rounded Rectangle 2916"/>
          <p:cNvSpPr/>
          <p:nvPr/>
        </p:nvSpPr>
        <p:spPr>
          <a:xfrm>
            <a:off x="6446949" y="43825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"/>
          <p:cNvSpPr/>
          <p:nvPr/>
        </p:nvSpPr>
        <p:spPr>
          <a:xfrm>
            <a:off x="3176280" y="50760"/>
            <a:ext cx="27914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29: HKJK | RWY 6 | STAR AVIT1P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8" name=""/>
          <p:cNvSpPr/>
          <p:nvPr/>
        </p:nvSpPr>
        <p:spPr>
          <a:xfrm flipH="1">
            <a:off x="3297240" y="1639800"/>
            <a:ext cx="3022560" cy="3730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9" name=""/>
          <p:cNvSpPr/>
          <p:nvPr/>
        </p:nvSpPr>
        <p:spPr>
          <a:xfrm flipH="1" flipV="1">
            <a:off x="2824200" y="5225760"/>
            <a:ext cx="473040" cy="144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0" name=""/>
          <p:cNvSpPr/>
          <p:nvPr/>
        </p:nvSpPr>
        <p:spPr>
          <a:xfrm flipV="1">
            <a:off x="2824200" y="5100120"/>
            <a:ext cx="181080" cy="125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1" name=""/>
          <p:cNvSpPr/>
          <p:nvPr/>
        </p:nvSpPr>
        <p:spPr>
          <a:xfrm flipV="1">
            <a:off x="3005280" y="5025600"/>
            <a:ext cx="101520" cy="74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2" name=""/>
          <p:cNvSpPr/>
          <p:nvPr/>
        </p:nvSpPr>
        <p:spPr>
          <a:xfrm flipV="1">
            <a:off x="3106800" y="4919400"/>
            <a:ext cx="146160" cy="106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63" name=""/>
          <p:cNvGrpSpPr/>
          <p:nvPr/>
        </p:nvGrpSpPr>
        <p:grpSpPr>
          <a:xfrm>
            <a:off x="6256440" y="1576440"/>
            <a:ext cx="578520" cy="200520"/>
            <a:chOff x="6256440" y="1576440"/>
            <a:chExt cx="578520" cy="200520"/>
          </a:xfrm>
        </p:grpSpPr>
        <p:sp>
          <p:nvSpPr>
            <p:cNvPr id="2864" name=""/>
            <p:cNvSpPr/>
            <p:nvPr/>
          </p:nvSpPr>
          <p:spPr>
            <a:xfrm>
              <a:off x="625644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5" name=""/>
            <p:cNvSpPr/>
            <p:nvPr/>
          </p:nvSpPr>
          <p:spPr>
            <a:xfrm>
              <a:off x="6388920" y="15764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AVITU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66" name=""/>
          <p:cNvGrpSpPr/>
          <p:nvPr/>
        </p:nvGrpSpPr>
        <p:grpSpPr>
          <a:xfrm>
            <a:off x="3246480" y="5307120"/>
            <a:ext cx="451440" cy="200520"/>
            <a:chOff x="3246480" y="5307120"/>
            <a:chExt cx="451440" cy="200520"/>
          </a:xfrm>
        </p:grpSpPr>
        <p:sp>
          <p:nvSpPr>
            <p:cNvPr id="2867" name=""/>
            <p:cNvSpPr/>
            <p:nvPr/>
          </p:nvSpPr>
          <p:spPr>
            <a:xfrm>
              <a:off x="324648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8" name=""/>
            <p:cNvSpPr/>
            <p:nvPr/>
          </p:nvSpPr>
          <p:spPr>
            <a:xfrm>
              <a:off x="3404520" y="5307120"/>
              <a:ext cx="29340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69" name=""/>
          <p:cNvGrpSpPr/>
          <p:nvPr/>
        </p:nvGrpSpPr>
        <p:grpSpPr>
          <a:xfrm>
            <a:off x="2773440" y="5162400"/>
            <a:ext cx="540360" cy="200520"/>
            <a:chOff x="2773440" y="5162400"/>
            <a:chExt cx="540360" cy="200520"/>
          </a:xfrm>
        </p:grpSpPr>
        <p:sp>
          <p:nvSpPr>
            <p:cNvPr id="2870" name=""/>
            <p:cNvSpPr/>
            <p:nvPr/>
          </p:nvSpPr>
          <p:spPr>
            <a:xfrm>
              <a:off x="2773440" y="5175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1" name=""/>
            <p:cNvSpPr/>
            <p:nvPr/>
          </p:nvSpPr>
          <p:spPr>
            <a:xfrm>
              <a:off x="2893680" y="516240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TV-11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2" name=""/>
          <p:cNvGrpSpPr/>
          <p:nvPr/>
        </p:nvGrpSpPr>
        <p:grpSpPr>
          <a:xfrm>
            <a:off x="2963880" y="5037120"/>
            <a:ext cx="467280" cy="200520"/>
            <a:chOff x="2963880" y="5037120"/>
            <a:chExt cx="467280" cy="200520"/>
          </a:xfrm>
        </p:grpSpPr>
        <p:sp>
          <p:nvSpPr>
            <p:cNvPr id="2873" name=""/>
            <p:cNvSpPr/>
            <p:nvPr/>
          </p:nvSpPr>
          <p:spPr>
            <a:xfrm>
              <a:off x="2963880" y="5059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4" name=""/>
            <p:cNvSpPr/>
            <p:nvPr/>
          </p:nvSpPr>
          <p:spPr>
            <a:xfrm>
              <a:off x="3064680" y="503712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5" name=""/>
          <p:cNvGrpSpPr/>
          <p:nvPr/>
        </p:nvGrpSpPr>
        <p:grpSpPr>
          <a:xfrm>
            <a:off x="3065400" y="4962600"/>
            <a:ext cx="545400" cy="200520"/>
            <a:chOff x="3065400" y="4962600"/>
            <a:chExt cx="545400" cy="200520"/>
          </a:xfrm>
        </p:grpSpPr>
        <p:sp>
          <p:nvSpPr>
            <p:cNvPr id="2876" name=""/>
            <p:cNvSpPr/>
            <p:nvPr/>
          </p:nvSpPr>
          <p:spPr>
            <a:xfrm>
              <a:off x="3065400" y="4984920"/>
              <a:ext cx="824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77" name=""/>
            <p:cNvSpPr/>
            <p:nvPr/>
          </p:nvSpPr>
          <p:spPr>
            <a:xfrm>
              <a:off x="3175560" y="49626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NONB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8" name=""/>
          <p:cNvGrpSpPr/>
          <p:nvPr/>
        </p:nvGrpSpPr>
        <p:grpSpPr>
          <a:xfrm>
            <a:off x="3189240" y="4856040"/>
            <a:ext cx="580680" cy="200520"/>
            <a:chOff x="3189240" y="4856040"/>
            <a:chExt cx="580680" cy="200520"/>
          </a:xfrm>
        </p:grpSpPr>
        <p:sp>
          <p:nvSpPr>
            <p:cNvPr id="2879" name=""/>
            <p:cNvSpPr/>
            <p:nvPr/>
          </p:nvSpPr>
          <p:spPr>
            <a:xfrm>
              <a:off x="3189240" y="4856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0" name=""/>
            <p:cNvSpPr/>
            <p:nvPr/>
          </p:nvSpPr>
          <p:spPr>
            <a:xfrm>
              <a:off x="3343680" y="4856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1" name=""/>
          <p:cNvGrpSpPr/>
          <p:nvPr/>
        </p:nvGrpSpPr>
        <p:grpSpPr>
          <a:xfrm>
            <a:off x="2084400" y="846000"/>
            <a:ext cx="479160" cy="200520"/>
            <a:chOff x="2084400" y="846000"/>
            <a:chExt cx="479160" cy="200520"/>
          </a:xfrm>
        </p:grpSpPr>
        <p:sp>
          <p:nvSpPr>
            <p:cNvPr id="2882" name=""/>
            <p:cNvSpPr/>
            <p:nvPr/>
          </p:nvSpPr>
          <p:spPr>
            <a:xfrm>
              <a:off x="2084400" y="85248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3" name=""/>
            <p:cNvSpPr/>
            <p:nvPr/>
          </p:nvSpPr>
          <p:spPr>
            <a:xfrm>
              <a:off x="2225880" y="84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4" name=""/>
          <p:cNvGrpSpPr/>
          <p:nvPr/>
        </p:nvGrpSpPr>
        <p:grpSpPr>
          <a:xfrm>
            <a:off x="1981080" y="5181480"/>
            <a:ext cx="478800" cy="200520"/>
            <a:chOff x="1981080" y="5181480"/>
            <a:chExt cx="478800" cy="200520"/>
          </a:xfrm>
        </p:grpSpPr>
        <p:sp>
          <p:nvSpPr>
            <p:cNvPr id="2885" name=""/>
            <p:cNvSpPr/>
            <p:nvPr/>
          </p:nvSpPr>
          <p:spPr>
            <a:xfrm>
              <a:off x="1981080" y="5187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6" name=""/>
            <p:cNvSpPr/>
            <p:nvPr/>
          </p:nvSpPr>
          <p:spPr>
            <a:xfrm>
              <a:off x="2122200" y="518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87" name=""/>
          <p:cNvGrpSpPr/>
          <p:nvPr/>
        </p:nvGrpSpPr>
        <p:grpSpPr>
          <a:xfrm>
            <a:off x="3932280" y="2428920"/>
            <a:ext cx="479160" cy="200520"/>
            <a:chOff x="3932280" y="2428920"/>
            <a:chExt cx="479160" cy="200520"/>
          </a:xfrm>
        </p:grpSpPr>
        <p:sp>
          <p:nvSpPr>
            <p:cNvPr id="2888" name=""/>
            <p:cNvSpPr/>
            <p:nvPr/>
          </p:nvSpPr>
          <p:spPr>
            <a:xfrm>
              <a:off x="3932280" y="24354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9" name=""/>
            <p:cNvSpPr/>
            <p:nvPr/>
          </p:nvSpPr>
          <p:spPr>
            <a:xfrm>
              <a:off x="4073760" y="2428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0" name=""/>
          <p:cNvGrpSpPr/>
          <p:nvPr/>
        </p:nvGrpSpPr>
        <p:grpSpPr>
          <a:xfrm>
            <a:off x="5638680" y="4191120"/>
            <a:ext cx="461880" cy="200520"/>
            <a:chOff x="5638680" y="4191120"/>
            <a:chExt cx="461880" cy="200520"/>
          </a:xfrm>
        </p:grpSpPr>
        <p:sp>
          <p:nvSpPr>
            <p:cNvPr id="2891" name=""/>
            <p:cNvSpPr/>
            <p:nvPr/>
          </p:nvSpPr>
          <p:spPr>
            <a:xfrm>
              <a:off x="5638680" y="4205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2" name=""/>
            <p:cNvSpPr/>
            <p:nvPr/>
          </p:nvSpPr>
          <p:spPr>
            <a:xfrm>
              <a:off x="576288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3" name=""/>
          <p:cNvGrpSpPr/>
          <p:nvPr/>
        </p:nvGrpSpPr>
        <p:grpSpPr>
          <a:xfrm>
            <a:off x="1295280" y="3124080"/>
            <a:ext cx="460440" cy="200520"/>
            <a:chOff x="1295280" y="3124080"/>
            <a:chExt cx="460440" cy="200520"/>
          </a:xfrm>
        </p:grpSpPr>
        <p:sp>
          <p:nvSpPr>
            <p:cNvPr id="2894" name=""/>
            <p:cNvSpPr/>
            <p:nvPr/>
          </p:nvSpPr>
          <p:spPr>
            <a:xfrm>
              <a:off x="1295280" y="3139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5" name=""/>
            <p:cNvSpPr/>
            <p:nvPr/>
          </p:nvSpPr>
          <p:spPr>
            <a:xfrm>
              <a:off x="141804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6" name=""/>
          <p:cNvGrpSpPr/>
          <p:nvPr/>
        </p:nvGrpSpPr>
        <p:grpSpPr>
          <a:xfrm>
            <a:off x="8229600" y="6172200"/>
            <a:ext cx="461520" cy="200520"/>
            <a:chOff x="8229600" y="6172200"/>
            <a:chExt cx="461520" cy="200520"/>
          </a:xfrm>
        </p:grpSpPr>
        <p:sp>
          <p:nvSpPr>
            <p:cNvPr id="2897" name=""/>
            <p:cNvSpPr/>
            <p:nvPr/>
          </p:nvSpPr>
          <p:spPr>
            <a:xfrm>
              <a:off x="8229600" y="61880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8" name=""/>
            <p:cNvSpPr/>
            <p:nvPr/>
          </p:nvSpPr>
          <p:spPr>
            <a:xfrm>
              <a:off x="835344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9" name=""/>
          <p:cNvGrpSpPr/>
          <p:nvPr/>
        </p:nvGrpSpPr>
        <p:grpSpPr>
          <a:xfrm>
            <a:off x="5943600" y="457200"/>
            <a:ext cx="461520" cy="200520"/>
            <a:chOff x="5943600" y="457200"/>
            <a:chExt cx="461520" cy="200520"/>
          </a:xfrm>
        </p:grpSpPr>
        <p:sp>
          <p:nvSpPr>
            <p:cNvPr id="2900" name=""/>
            <p:cNvSpPr/>
            <p:nvPr/>
          </p:nvSpPr>
          <p:spPr>
            <a:xfrm>
              <a:off x="5943600" y="4726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1" name=""/>
            <p:cNvSpPr/>
            <p:nvPr/>
          </p:nvSpPr>
          <p:spPr>
            <a:xfrm>
              <a:off x="606744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2" name=""/>
          <p:cNvGrpSpPr/>
          <p:nvPr/>
        </p:nvGrpSpPr>
        <p:grpSpPr>
          <a:xfrm>
            <a:off x="7620120" y="2362320"/>
            <a:ext cx="460080" cy="200520"/>
            <a:chOff x="7620120" y="2362320"/>
            <a:chExt cx="460080" cy="200520"/>
          </a:xfrm>
        </p:grpSpPr>
        <p:sp>
          <p:nvSpPr>
            <p:cNvPr id="2903" name=""/>
            <p:cNvSpPr/>
            <p:nvPr/>
          </p:nvSpPr>
          <p:spPr>
            <a:xfrm>
              <a:off x="7620120" y="23767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4" name=""/>
            <p:cNvSpPr/>
            <p:nvPr/>
          </p:nvSpPr>
          <p:spPr>
            <a:xfrm>
              <a:off x="774252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5" name=""/>
          <p:cNvGrpSpPr/>
          <p:nvPr/>
        </p:nvGrpSpPr>
        <p:grpSpPr>
          <a:xfrm>
            <a:off x="4876920" y="1295280"/>
            <a:ext cx="461160" cy="200520"/>
            <a:chOff x="4876920" y="1295280"/>
            <a:chExt cx="461160" cy="200520"/>
          </a:xfrm>
        </p:grpSpPr>
        <p:sp>
          <p:nvSpPr>
            <p:cNvPr id="2906" name=""/>
            <p:cNvSpPr/>
            <p:nvPr/>
          </p:nvSpPr>
          <p:spPr>
            <a:xfrm>
              <a:off x="4876920" y="1309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7" name=""/>
            <p:cNvSpPr/>
            <p:nvPr/>
          </p:nvSpPr>
          <p:spPr>
            <a:xfrm>
              <a:off x="500040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8" name=""/>
          <p:cNvGrpSpPr/>
          <p:nvPr/>
        </p:nvGrpSpPr>
        <p:grpSpPr>
          <a:xfrm>
            <a:off x="2743200" y="5638680"/>
            <a:ext cx="460080" cy="200520"/>
            <a:chOff x="2743200" y="5638680"/>
            <a:chExt cx="460080" cy="200520"/>
          </a:xfrm>
        </p:grpSpPr>
        <p:sp>
          <p:nvSpPr>
            <p:cNvPr id="2909" name=""/>
            <p:cNvSpPr/>
            <p:nvPr/>
          </p:nvSpPr>
          <p:spPr>
            <a:xfrm>
              <a:off x="2743200" y="56545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0" name=""/>
            <p:cNvSpPr/>
            <p:nvPr/>
          </p:nvSpPr>
          <p:spPr>
            <a:xfrm>
              <a:off x="286560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1" name=""/>
          <p:cNvGrpSpPr/>
          <p:nvPr/>
        </p:nvGrpSpPr>
        <p:grpSpPr>
          <a:xfrm>
            <a:off x="5334120" y="5105520"/>
            <a:ext cx="461520" cy="200520"/>
            <a:chOff x="5334120" y="5105520"/>
            <a:chExt cx="461520" cy="200520"/>
          </a:xfrm>
        </p:grpSpPr>
        <p:sp>
          <p:nvSpPr>
            <p:cNvPr id="2912" name=""/>
            <p:cNvSpPr/>
            <p:nvPr/>
          </p:nvSpPr>
          <p:spPr>
            <a:xfrm>
              <a:off x="5334120" y="5121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3" name=""/>
            <p:cNvSpPr/>
            <p:nvPr/>
          </p:nvSpPr>
          <p:spPr>
            <a:xfrm>
              <a:off x="545796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4" name=""/>
          <p:cNvGrpSpPr/>
          <p:nvPr/>
        </p:nvGrpSpPr>
        <p:grpSpPr>
          <a:xfrm>
            <a:off x="6248520" y="2971800"/>
            <a:ext cx="460080" cy="200520"/>
            <a:chOff x="6248520" y="2971800"/>
            <a:chExt cx="460080" cy="200520"/>
          </a:xfrm>
        </p:grpSpPr>
        <p:sp>
          <p:nvSpPr>
            <p:cNvPr id="2915" name=""/>
            <p:cNvSpPr/>
            <p:nvPr/>
          </p:nvSpPr>
          <p:spPr>
            <a:xfrm>
              <a:off x="6248520" y="29862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6" name=""/>
            <p:cNvSpPr/>
            <p:nvPr/>
          </p:nvSpPr>
          <p:spPr>
            <a:xfrm>
              <a:off x="637092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7" name=""/>
          <p:cNvGrpSpPr/>
          <p:nvPr/>
        </p:nvGrpSpPr>
        <p:grpSpPr>
          <a:xfrm>
            <a:off x="304920" y="4038480"/>
            <a:ext cx="461160" cy="200520"/>
            <a:chOff x="304920" y="4038480"/>
            <a:chExt cx="461160" cy="200520"/>
          </a:xfrm>
        </p:grpSpPr>
        <p:sp>
          <p:nvSpPr>
            <p:cNvPr id="2918" name=""/>
            <p:cNvSpPr/>
            <p:nvPr/>
          </p:nvSpPr>
          <p:spPr>
            <a:xfrm>
              <a:off x="304920" y="4054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19" name=""/>
            <p:cNvSpPr/>
            <p:nvPr/>
          </p:nvSpPr>
          <p:spPr>
            <a:xfrm>
              <a:off x="42840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0" name=""/>
          <p:cNvGrpSpPr/>
          <p:nvPr/>
        </p:nvGrpSpPr>
        <p:grpSpPr>
          <a:xfrm>
            <a:off x="6019920" y="6400800"/>
            <a:ext cx="461160" cy="200520"/>
            <a:chOff x="6019920" y="6400800"/>
            <a:chExt cx="461160" cy="200520"/>
          </a:xfrm>
        </p:grpSpPr>
        <p:sp>
          <p:nvSpPr>
            <p:cNvPr id="2921" name=""/>
            <p:cNvSpPr/>
            <p:nvPr/>
          </p:nvSpPr>
          <p:spPr>
            <a:xfrm>
              <a:off x="6019920" y="641520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2" name=""/>
            <p:cNvSpPr/>
            <p:nvPr/>
          </p:nvSpPr>
          <p:spPr>
            <a:xfrm>
              <a:off x="614340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3" name=""/>
          <p:cNvGrpSpPr/>
          <p:nvPr/>
        </p:nvGrpSpPr>
        <p:grpSpPr>
          <a:xfrm>
            <a:off x="3192480" y="3637080"/>
            <a:ext cx="461880" cy="200520"/>
            <a:chOff x="3192480" y="3637080"/>
            <a:chExt cx="461880" cy="200520"/>
          </a:xfrm>
        </p:grpSpPr>
        <p:sp>
          <p:nvSpPr>
            <p:cNvPr id="2924" name=""/>
            <p:cNvSpPr/>
            <p:nvPr/>
          </p:nvSpPr>
          <p:spPr>
            <a:xfrm>
              <a:off x="3192480" y="3652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5" name=""/>
            <p:cNvSpPr/>
            <p:nvPr/>
          </p:nvSpPr>
          <p:spPr>
            <a:xfrm>
              <a:off x="3316680" y="3637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6" name=""/>
          <p:cNvGrpSpPr/>
          <p:nvPr/>
        </p:nvGrpSpPr>
        <p:grpSpPr>
          <a:xfrm>
            <a:off x="380880" y="6477120"/>
            <a:ext cx="461520" cy="200520"/>
            <a:chOff x="380880" y="6477120"/>
            <a:chExt cx="461520" cy="200520"/>
          </a:xfrm>
        </p:grpSpPr>
        <p:sp>
          <p:nvSpPr>
            <p:cNvPr id="2927" name=""/>
            <p:cNvSpPr/>
            <p:nvPr/>
          </p:nvSpPr>
          <p:spPr>
            <a:xfrm>
              <a:off x="380880" y="6492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8" name=""/>
            <p:cNvSpPr/>
            <p:nvPr/>
          </p:nvSpPr>
          <p:spPr>
            <a:xfrm>
              <a:off x="504720" y="6477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29" name=""/>
          <p:cNvGrpSpPr/>
          <p:nvPr/>
        </p:nvGrpSpPr>
        <p:grpSpPr>
          <a:xfrm>
            <a:off x="2468520" y="1671480"/>
            <a:ext cx="460080" cy="200520"/>
            <a:chOff x="2468520" y="1671480"/>
            <a:chExt cx="460080" cy="200520"/>
          </a:xfrm>
        </p:grpSpPr>
        <p:sp>
          <p:nvSpPr>
            <p:cNvPr id="2930" name=""/>
            <p:cNvSpPr/>
            <p:nvPr/>
          </p:nvSpPr>
          <p:spPr>
            <a:xfrm>
              <a:off x="2468520" y="1687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1" name=""/>
            <p:cNvSpPr/>
            <p:nvPr/>
          </p:nvSpPr>
          <p:spPr>
            <a:xfrm>
              <a:off x="2590920" y="167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2" name=""/>
          <p:cNvGrpSpPr/>
          <p:nvPr/>
        </p:nvGrpSpPr>
        <p:grpSpPr>
          <a:xfrm>
            <a:off x="4114800" y="5562720"/>
            <a:ext cx="461880" cy="200520"/>
            <a:chOff x="4114800" y="5562720"/>
            <a:chExt cx="461880" cy="200520"/>
          </a:xfrm>
        </p:grpSpPr>
        <p:sp>
          <p:nvSpPr>
            <p:cNvPr id="2933" name=""/>
            <p:cNvSpPr/>
            <p:nvPr/>
          </p:nvSpPr>
          <p:spPr>
            <a:xfrm>
              <a:off x="4114800" y="5578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4" name=""/>
            <p:cNvSpPr/>
            <p:nvPr/>
          </p:nvSpPr>
          <p:spPr>
            <a:xfrm>
              <a:off x="423900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5" name=""/>
          <p:cNvGrpSpPr/>
          <p:nvPr/>
        </p:nvGrpSpPr>
        <p:grpSpPr>
          <a:xfrm>
            <a:off x="7543800" y="1219320"/>
            <a:ext cx="461880" cy="200520"/>
            <a:chOff x="7543800" y="1219320"/>
            <a:chExt cx="461880" cy="200520"/>
          </a:xfrm>
        </p:grpSpPr>
        <p:sp>
          <p:nvSpPr>
            <p:cNvPr id="2936" name=""/>
            <p:cNvSpPr/>
            <p:nvPr/>
          </p:nvSpPr>
          <p:spPr>
            <a:xfrm>
              <a:off x="7543800" y="1233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7" name=""/>
            <p:cNvSpPr/>
            <p:nvPr/>
          </p:nvSpPr>
          <p:spPr>
            <a:xfrm>
              <a:off x="766800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8" name=""/>
          <p:cNvGrpSpPr/>
          <p:nvPr/>
        </p:nvGrpSpPr>
        <p:grpSpPr>
          <a:xfrm>
            <a:off x="2841480" y="2438280"/>
            <a:ext cx="461880" cy="200520"/>
            <a:chOff x="2841480" y="2438280"/>
            <a:chExt cx="461880" cy="200520"/>
          </a:xfrm>
        </p:grpSpPr>
        <p:sp>
          <p:nvSpPr>
            <p:cNvPr id="2939" name=""/>
            <p:cNvSpPr/>
            <p:nvPr/>
          </p:nvSpPr>
          <p:spPr>
            <a:xfrm>
              <a:off x="2841480" y="2452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40" name=""/>
            <p:cNvSpPr/>
            <p:nvPr/>
          </p:nvSpPr>
          <p:spPr>
            <a:xfrm>
              <a:off x="296568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41" name="Rounded Rectangle 294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2942" name="Oval 2941"/>
          <p:cNvSpPr/>
          <p:nvPr/>
        </p:nvSpPr>
        <p:spPr>
          <a:xfrm>
            <a:off x="1981462" y="7497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Oval 2942"/>
          <p:cNvSpPr/>
          <p:nvPr/>
        </p:nvSpPr>
        <p:spPr>
          <a:xfrm>
            <a:off x="2021462" y="7897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944" name="Rounded Rectangle 2943"/>
          <p:cNvSpPr/>
          <p:nvPr/>
        </p:nvSpPr>
        <p:spPr>
          <a:xfrm>
            <a:off x="2291462" y="8097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2945" name="Oval 2944"/>
          <p:cNvSpPr/>
          <p:nvPr/>
        </p:nvSpPr>
        <p:spPr>
          <a:xfrm>
            <a:off x="1878140" y="50850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Oval 2945"/>
          <p:cNvSpPr/>
          <p:nvPr/>
        </p:nvSpPr>
        <p:spPr>
          <a:xfrm>
            <a:off x="1918140" y="51250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2947" name="Rounded Rectangle 2946"/>
          <p:cNvSpPr/>
          <p:nvPr/>
        </p:nvSpPr>
        <p:spPr>
          <a:xfrm>
            <a:off x="2188140" y="51450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2948" name="Oval 2947"/>
          <p:cNvSpPr/>
          <p:nvPr/>
        </p:nvSpPr>
        <p:spPr>
          <a:xfrm>
            <a:off x="3829342" y="23324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Oval 2948"/>
          <p:cNvSpPr/>
          <p:nvPr/>
        </p:nvSpPr>
        <p:spPr>
          <a:xfrm>
            <a:off x="3869342" y="23724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2950" name="Rounded Rectangle 2949"/>
          <p:cNvSpPr/>
          <p:nvPr/>
        </p:nvSpPr>
        <p:spPr>
          <a:xfrm>
            <a:off x="4139342" y="23924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2951" name="Oval 2950"/>
          <p:cNvSpPr/>
          <p:nvPr/>
        </p:nvSpPr>
        <p:spPr>
          <a:xfrm>
            <a:off x="5527101" y="4093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Oval 2951"/>
          <p:cNvSpPr/>
          <p:nvPr/>
        </p:nvSpPr>
        <p:spPr>
          <a:xfrm>
            <a:off x="5567101" y="4133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2953" name="Rounded Rectangle 2952"/>
          <p:cNvSpPr/>
          <p:nvPr/>
        </p:nvSpPr>
        <p:spPr>
          <a:xfrm>
            <a:off x="5837101" y="4153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2954" name="Oval 2953"/>
          <p:cNvSpPr/>
          <p:nvPr/>
        </p:nvSpPr>
        <p:spPr>
          <a:xfrm>
            <a:off x="1182981" y="30283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Oval 2954"/>
          <p:cNvSpPr/>
          <p:nvPr/>
        </p:nvSpPr>
        <p:spPr>
          <a:xfrm>
            <a:off x="1222981" y="30683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956" name="Rounded Rectangle 2955"/>
          <p:cNvSpPr/>
          <p:nvPr/>
        </p:nvSpPr>
        <p:spPr>
          <a:xfrm>
            <a:off x="1492981" y="30883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2957" name="Oval 2956"/>
          <p:cNvSpPr/>
          <p:nvPr/>
        </p:nvSpPr>
        <p:spPr>
          <a:xfrm>
            <a:off x="8118018" y="60764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Oval 2957"/>
          <p:cNvSpPr/>
          <p:nvPr/>
        </p:nvSpPr>
        <p:spPr>
          <a:xfrm>
            <a:off x="8158018" y="61164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2959" name="Rounded Rectangle 2958"/>
          <p:cNvSpPr/>
          <p:nvPr/>
        </p:nvSpPr>
        <p:spPr>
          <a:xfrm>
            <a:off x="8428018" y="61364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2960" name="Oval 2959"/>
          <p:cNvSpPr/>
          <p:nvPr/>
        </p:nvSpPr>
        <p:spPr>
          <a:xfrm>
            <a:off x="5832020" y="3609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Oval 2960"/>
          <p:cNvSpPr/>
          <p:nvPr/>
        </p:nvSpPr>
        <p:spPr>
          <a:xfrm>
            <a:off x="5872020" y="4009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962" name="Rounded Rectangle 2961"/>
          <p:cNvSpPr/>
          <p:nvPr/>
        </p:nvSpPr>
        <p:spPr>
          <a:xfrm>
            <a:off x="6142020" y="4209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2963" name="Oval 2962"/>
          <p:cNvSpPr/>
          <p:nvPr/>
        </p:nvSpPr>
        <p:spPr>
          <a:xfrm>
            <a:off x="7507820" y="2265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Oval 2963"/>
          <p:cNvSpPr/>
          <p:nvPr/>
        </p:nvSpPr>
        <p:spPr>
          <a:xfrm>
            <a:off x="7547820" y="2305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965" name="Rounded Rectangle 2964"/>
          <p:cNvSpPr/>
          <p:nvPr/>
        </p:nvSpPr>
        <p:spPr>
          <a:xfrm>
            <a:off x="7817820" y="2325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2966" name="Oval 2965"/>
          <p:cNvSpPr/>
          <p:nvPr/>
        </p:nvSpPr>
        <p:spPr>
          <a:xfrm>
            <a:off x="4765160" y="11977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Oval 2966"/>
          <p:cNvSpPr/>
          <p:nvPr/>
        </p:nvSpPr>
        <p:spPr>
          <a:xfrm>
            <a:off x="4805160" y="12377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2968" name="Rounded Rectangle 2967"/>
          <p:cNvSpPr/>
          <p:nvPr/>
        </p:nvSpPr>
        <p:spPr>
          <a:xfrm>
            <a:off x="5075160" y="12577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2969" name="Oval 2968"/>
          <p:cNvSpPr/>
          <p:nvPr/>
        </p:nvSpPr>
        <p:spPr>
          <a:xfrm>
            <a:off x="2630901" y="55429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Oval 2969"/>
          <p:cNvSpPr/>
          <p:nvPr/>
        </p:nvSpPr>
        <p:spPr>
          <a:xfrm>
            <a:off x="2670901" y="55829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971" name="Rounded Rectangle 2970"/>
          <p:cNvSpPr/>
          <p:nvPr/>
        </p:nvSpPr>
        <p:spPr>
          <a:xfrm>
            <a:off x="2940901" y="56029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2972" name="Oval 2971"/>
          <p:cNvSpPr/>
          <p:nvPr/>
        </p:nvSpPr>
        <p:spPr>
          <a:xfrm>
            <a:off x="5222540" y="50097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Oval 2972"/>
          <p:cNvSpPr/>
          <p:nvPr/>
        </p:nvSpPr>
        <p:spPr>
          <a:xfrm>
            <a:off x="5262540" y="50497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974" name="Rounded Rectangle 2973"/>
          <p:cNvSpPr/>
          <p:nvPr/>
        </p:nvSpPr>
        <p:spPr>
          <a:xfrm>
            <a:off x="5532540" y="50697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2975" name="Oval 2974"/>
          <p:cNvSpPr/>
          <p:nvPr/>
        </p:nvSpPr>
        <p:spPr>
          <a:xfrm>
            <a:off x="6136220" y="28746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Oval 2975"/>
          <p:cNvSpPr/>
          <p:nvPr/>
        </p:nvSpPr>
        <p:spPr>
          <a:xfrm>
            <a:off x="6176220" y="29146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2977" name="Rounded Rectangle 2976"/>
          <p:cNvSpPr/>
          <p:nvPr/>
        </p:nvSpPr>
        <p:spPr>
          <a:xfrm>
            <a:off x="6446220" y="29346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2978" name="Oval 2977"/>
          <p:cNvSpPr/>
          <p:nvPr/>
        </p:nvSpPr>
        <p:spPr>
          <a:xfrm>
            <a:off x="193159" y="39431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Oval 2978"/>
          <p:cNvSpPr/>
          <p:nvPr/>
        </p:nvSpPr>
        <p:spPr>
          <a:xfrm>
            <a:off x="233159" y="39831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980" name="Rounded Rectangle 2979"/>
          <p:cNvSpPr/>
          <p:nvPr/>
        </p:nvSpPr>
        <p:spPr>
          <a:xfrm>
            <a:off x="503159" y="40031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2981" name="Oval 2980"/>
          <p:cNvSpPr/>
          <p:nvPr/>
        </p:nvSpPr>
        <p:spPr>
          <a:xfrm>
            <a:off x="5908161" y="630362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Oval 2981"/>
          <p:cNvSpPr/>
          <p:nvPr/>
        </p:nvSpPr>
        <p:spPr>
          <a:xfrm>
            <a:off x="5948161" y="634362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983" name="Rounded Rectangle 2982"/>
          <p:cNvSpPr/>
          <p:nvPr/>
        </p:nvSpPr>
        <p:spPr>
          <a:xfrm>
            <a:off x="6218161" y="636362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2984" name="Oval 2983"/>
          <p:cNvSpPr/>
          <p:nvPr/>
        </p:nvSpPr>
        <p:spPr>
          <a:xfrm>
            <a:off x="3080901" y="35413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Oval 2984"/>
          <p:cNvSpPr/>
          <p:nvPr/>
        </p:nvSpPr>
        <p:spPr>
          <a:xfrm>
            <a:off x="3120901" y="35813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986" name="Rounded Rectangle 2985"/>
          <p:cNvSpPr/>
          <p:nvPr/>
        </p:nvSpPr>
        <p:spPr>
          <a:xfrm>
            <a:off x="3390901" y="36013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2987" name="Oval 2986"/>
          <p:cNvSpPr/>
          <p:nvPr/>
        </p:nvSpPr>
        <p:spPr>
          <a:xfrm>
            <a:off x="269300" y="63813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Oval 2987"/>
          <p:cNvSpPr/>
          <p:nvPr/>
        </p:nvSpPr>
        <p:spPr>
          <a:xfrm>
            <a:off x="309300" y="64213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2989" name="Rounded Rectangle 2988"/>
          <p:cNvSpPr/>
          <p:nvPr/>
        </p:nvSpPr>
        <p:spPr>
          <a:xfrm>
            <a:off x="579300" y="64413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2990" name="Oval 2989"/>
          <p:cNvSpPr/>
          <p:nvPr/>
        </p:nvSpPr>
        <p:spPr>
          <a:xfrm>
            <a:off x="2356221" y="15761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Oval 2990"/>
          <p:cNvSpPr/>
          <p:nvPr/>
        </p:nvSpPr>
        <p:spPr>
          <a:xfrm>
            <a:off x="2396221" y="16161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2992" name="Rounded Rectangle 2991"/>
          <p:cNvSpPr/>
          <p:nvPr/>
        </p:nvSpPr>
        <p:spPr>
          <a:xfrm>
            <a:off x="2666221" y="16361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2993" name="Oval 2992"/>
          <p:cNvSpPr/>
          <p:nvPr/>
        </p:nvSpPr>
        <p:spPr>
          <a:xfrm>
            <a:off x="4003218" y="54669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Oval 2993"/>
          <p:cNvSpPr/>
          <p:nvPr/>
        </p:nvSpPr>
        <p:spPr>
          <a:xfrm>
            <a:off x="4043218" y="55069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995" name="Rounded Rectangle 2994"/>
          <p:cNvSpPr/>
          <p:nvPr/>
        </p:nvSpPr>
        <p:spPr>
          <a:xfrm>
            <a:off x="4313218" y="55269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2996" name="Oval 2995"/>
          <p:cNvSpPr/>
          <p:nvPr/>
        </p:nvSpPr>
        <p:spPr>
          <a:xfrm>
            <a:off x="7432218" y="11216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Oval 2996"/>
          <p:cNvSpPr/>
          <p:nvPr/>
        </p:nvSpPr>
        <p:spPr>
          <a:xfrm>
            <a:off x="7472218" y="11616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2998" name="Rounded Rectangle 2997"/>
          <p:cNvSpPr/>
          <p:nvPr/>
        </p:nvSpPr>
        <p:spPr>
          <a:xfrm>
            <a:off x="7742218" y="11816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2999" name="Oval 2998"/>
          <p:cNvSpPr/>
          <p:nvPr/>
        </p:nvSpPr>
        <p:spPr>
          <a:xfrm>
            <a:off x="2729902" y="23411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Oval 2999"/>
          <p:cNvSpPr/>
          <p:nvPr/>
        </p:nvSpPr>
        <p:spPr>
          <a:xfrm>
            <a:off x="2769902" y="23811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001" name="Rounded Rectangle 3000"/>
          <p:cNvSpPr/>
          <p:nvPr/>
        </p:nvSpPr>
        <p:spPr>
          <a:xfrm>
            <a:off x="3039902" y="24011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"/>
          <p:cNvSpPr/>
          <p:nvPr/>
        </p:nvSpPr>
        <p:spPr>
          <a:xfrm>
            <a:off x="3110760" y="50760"/>
            <a:ext cx="29224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30: GMMX | RWY 10 | STAR BGA7A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2" name=""/>
          <p:cNvSpPr/>
          <p:nvPr/>
        </p:nvSpPr>
        <p:spPr>
          <a:xfrm flipH="1">
            <a:off x="5716440" y="2249640"/>
            <a:ext cx="1525680" cy="40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3" name=""/>
          <p:cNvSpPr/>
          <p:nvPr/>
        </p:nvSpPr>
        <p:spPr>
          <a:xfrm flipH="1" flipV="1">
            <a:off x="4971960" y="2295360"/>
            <a:ext cx="744480" cy="362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4" name=""/>
          <p:cNvSpPr/>
          <p:nvPr/>
        </p:nvSpPr>
        <p:spPr>
          <a:xfrm flipH="1" flipV="1">
            <a:off x="4033800" y="2196720"/>
            <a:ext cx="938160" cy="98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5" name=""/>
          <p:cNvSpPr/>
          <p:nvPr/>
        </p:nvSpPr>
        <p:spPr>
          <a:xfrm flipH="1">
            <a:off x="3219480" y="2197080"/>
            <a:ext cx="814320" cy="2332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6" name=""/>
          <p:cNvSpPr/>
          <p:nvPr/>
        </p:nvSpPr>
        <p:spPr>
          <a:xfrm flipH="1">
            <a:off x="2441160" y="2430360"/>
            <a:ext cx="777960" cy="565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7" name=""/>
          <p:cNvSpPr/>
          <p:nvPr/>
        </p:nvSpPr>
        <p:spPr>
          <a:xfrm flipH="1">
            <a:off x="1901520" y="2995560"/>
            <a:ext cx="539640" cy="933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8" name=""/>
          <p:cNvSpPr/>
          <p:nvPr/>
        </p:nvSpPr>
        <p:spPr>
          <a:xfrm>
            <a:off x="1901880" y="3929040"/>
            <a:ext cx="1887480" cy="725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9" name=""/>
          <p:cNvSpPr/>
          <p:nvPr/>
        </p:nvSpPr>
        <p:spPr>
          <a:xfrm>
            <a:off x="3789360" y="4654440"/>
            <a:ext cx="495360" cy="77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0" name=""/>
          <p:cNvSpPr/>
          <p:nvPr/>
        </p:nvSpPr>
        <p:spPr>
          <a:xfrm>
            <a:off x="4284720" y="4732200"/>
            <a:ext cx="512640" cy="81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51" name=""/>
          <p:cNvGrpSpPr/>
          <p:nvPr/>
        </p:nvGrpSpPr>
        <p:grpSpPr>
          <a:xfrm>
            <a:off x="7178760" y="2185920"/>
            <a:ext cx="612720" cy="200520"/>
            <a:chOff x="7178760" y="2185920"/>
            <a:chExt cx="612720" cy="200520"/>
          </a:xfrm>
        </p:grpSpPr>
        <p:sp>
          <p:nvSpPr>
            <p:cNvPr id="2952" name=""/>
            <p:cNvSpPr/>
            <p:nvPr/>
          </p:nvSpPr>
          <p:spPr>
            <a:xfrm>
              <a:off x="7178760" y="218592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3" name=""/>
            <p:cNvSpPr/>
            <p:nvPr/>
          </p:nvSpPr>
          <p:spPr>
            <a:xfrm>
              <a:off x="7277040" y="2185920"/>
              <a:ext cx="514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OBOGA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4" name=""/>
          <p:cNvGrpSpPr/>
          <p:nvPr/>
        </p:nvGrpSpPr>
        <p:grpSpPr>
          <a:xfrm>
            <a:off x="5665680" y="2593800"/>
            <a:ext cx="562320" cy="200520"/>
            <a:chOff x="5665680" y="2593800"/>
            <a:chExt cx="562320" cy="200520"/>
          </a:xfrm>
        </p:grpSpPr>
        <p:sp>
          <p:nvSpPr>
            <p:cNvPr id="2955" name=""/>
            <p:cNvSpPr/>
            <p:nvPr/>
          </p:nvSpPr>
          <p:spPr>
            <a:xfrm>
              <a:off x="5665680" y="26067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6" name=""/>
            <p:cNvSpPr/>
            <p:nvPr/>
          </p:nvSpPr>
          <p:spPr>
            <a:xfrm>
              <a:off x="5763960" y="25938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D032M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7" name=""/>
          <p:cNvGrpSpPr/>
          <p:nvPr/>
        </p:nvGrpSpPr>
        <p:grpSpPr>
          <a:xfrm>
            <a:off x="4921200" y="2232000"/>
            <a:ext cx="562320" cy="200520"/>
            <a:chOff x="4921200" y="2232000"/>
            <a:chExt cx="562320" cy="200520"/>
          </a:xfrm>
        </p:grpSpPr>
        <p:sp>
          <p:nvSpPr>
            <p:cNvPr id="2958" name=""/>
            <p:cNvSpPr/>
            <p:nvPr/>
          </p:nvSpPr>
          <p:spPr>
            <a:xfrm>
              <a:off x="4921200" y="22446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9" name=""/>
            <p:cNvSpPr/>
            <p:nvPr/>
          </p:nvSpPr>
          <p:spPr>
            <a:xfrm>
              <a:off x="5019480" y="22320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D013M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0" name=""/>
          <p:cNvGrpSpPr/>
          <p:nvPr/>
        </p:nvGrpSpPr>
        <p:grpSpPr>
          <a:xfrm>
            <a:off x="3983040" y="2133720"/>
            <a:ext cx="594000" cy="200520"/>
            <a:chOff x="3983040" y="2133720"/>
            <a:chExt cx="594000" cy="200520"/>
          </a:xfrm>
        </p:grpSpPr>
        <p:sp>
          <p:nvSpPr>
            <p:cNvPr id="2961" name=""/>
            <p:cNvSpPr/>
            <p:nvPr/>
          </p:nvSpPr>
          <p:spPr>
            <a:xfrm>
              <a:off x="3983040" y="2146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2" name=""/>
            <p:cNvSpPr/>
            <p:nvPr/>
          </p:nvSpPr>
          <p:spPr>
            <a:xfrm>
              <a:off x="4113000" y="21337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D354M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3" name=""/>
          <p:cNvGrpSpPr/>
          <p:nvPr/>
        </p:nvGrpSpPr>
        <p:grpSpPr>
          <a:xfrm>
            <a:off x="3168720" y="2367000"/>
            <a:ext cx="594000" cy="200520"/>
            <a:chOff x="3168720" y="2367000"/>
            <a:chExt cx="594000" cy="200520"/>
          </a:xfrm>
        </p:grpSpPr>
        <p:sp>
          <p:nvSpPr>
            <p:cNvPr id="2964" name=""/>
            <p:cNvSpPr/>
            <p:nvPr/>
          </p:nvSpPr>
          <p:spPr>
            <a:xfrm>
              <a:off x="3168720" y="2379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5" name=""/>
            <p:cNvSpPr/>
            <p:nvPr/>
          </p:nvSpPr>
          <p:spPr>
            <a:xfrm>
              <a:off x="3298680" y="23670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D332M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6" name=""/>
          <p:cNvGrpSpPr/>
          <p:nvPr/>
        </p:nvGrpSpPr>
        <p:grpSpPr>
          <a:xfrm>
            <a:off x="2390760" y="2932200"/>
            <a:ext cx="594000" cy="200520"/>
            <a:chOff x="2390760" y="2932200"/>
            <a:chExt cx="594000" cy="200520"/>
          </a:xfrm>
        </p:grpSpPr>
        <p:sp>
          <p:nvSpPr>
            <p:cNvPr id="2967" name=""/>
            <p:cNvSpPr/>
            <p:nvPr/>
          </p:nvSpPr>
          <p:spPr>
            <a:xfrm>
              <a:off x="2390760" y="2944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8" name=""/>
            <p:cNvSpPr/>
            <p:nvPr/>
          </p:nvSpPr>
          <p:spPr>
            <a:xfrm>
              <a:off x="2520720" y="29322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D310M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9" name=""/>
          <p:cNvGrpSpPr/>
          <p:nvPr/>
        </p:nvGrpSpPr>
        <p:grpSpPr>
          <a:xfrm>
            <a:off x="1860480" y="3865680"/>
            <a:ext cx="573480" cy="200520"/>
            <a:chOff x="1860480" y="3865680"/>
            <a:chExt cx="573480" cy="200520"/>
          </a:xfrm>
        </p:grpSpPr>
        <p:sp>
          <p:nvSpPr>
            <p:cNvPr id="2970" name=""/>
            <p:cNvSpPr/>
            <p:nvPr/>
          </p:nvSpPr>
          <p:spPr>
            <a:xfrm>
              <a:off x="1860480" y="3889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1" name=""/>
            <p:cNvSpPr/>
            <p:nvPr/>
          </p:nvSpPr>
          <p:spPr>
            <a:xfrm>
              <a:off x="1969920" y="386568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D288M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2" name=""/>
          <p:cNvGrpSpPr/>
          <p:nvPr/>
        </p:nvGrpSpPr>
        <p:grpSpPr>
          <a:xfrm>
            <a:off x="3747960" y="4591080"/>
            <a:ext cx="477000" cy="200520"/>
            <a:chOff x="3747960" y="4591080"/>
            <a:chExt cx="477000" cy="200520"/>
          </a:xfrm>
        </p:grpSpPr>
        <p:sp>
          <p:nvSpPr>
            <p:cNvPr id="2973" name=""/>
            <p:cNvSpPr/>
            <p:nvPr/>
          </p:nvSpPr>
          <p:spPr>
            <a:xfrm>
              <a:off x="3747960" y="4613400"/>
              <a:ext cx="828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4" name=""/>
            <p:cNvSpPr/>
            <p:nvPr/>
          </p:nvSpPr>
          <p:spPr>
            <a:xfrm>
              <a:off x="3858480" y="459108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5" name=""/>
          <p:cNvGrpSpPr/>
          <p:nvPr/>
        </p:nvGrpSpPr>
        <p:grpSpPr>
          <a:xfrm>
            <a:off x="4233960" y="4668840"/>
            <a:ext cx="500760" cy="200520"/>
            <a:chOff x="4233960" y="4668840"/>
            <a:chExt cx="500760" cy="200520"/>
          </a:xfrm>
        </p:grpSpPr>
        <p:sp>
          <p:nvSpPr>
            <p:cNvPr id="2976" name=""/>
            <p:cNvSpPr/>
            <p:nvPr/>
          </p:nvSpPr>
          <p:spPr>
            <a:xfrm>
              <a:off x="4233960" y="46814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7" name=""/>
            <p:cNvSpPr/>
            <p:nvPr/>
          </p:nvSpPr>
          <p:spPr>
            <a:xfrm>
              <a:off x="4363560" y="466884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MAK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78" name=""/>
          <p:cNvGrpSpPr/>
          <p:nvPr/>
        </p:nvGrpSpPr>
        <p:grpSpPr>
          <a:xfrm>
            <a:off x="4734000" y="4749840"/>
            <a:ext cx="580320" cy="200520"/>
            <a:chOff x="4734000" y="4749840"/>
            <a:chExt cx="580320" cy="200520"/>
          </a:xfrm>
        </p:grpSpPr>
        <p:sp>
          <p:nvSpPr>
            <p:cNvPr id="2979" name=""/>
            <p:cNvSpPr/>
            <p:nvPr/>
          </p:nvSpPr>
          <p:spPr>
            <a:xfrm>
              <a:off x="4734000" y="47498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0" name=""/>
            <p:cNvSpPr/>
            <p:nvPr/>
          </p:nvSpPr>
          <p:spPr>
            <a:xfrm>
              <a:off x="4888080" y="47498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1" name=""/>
          <p:cNvGrpSpPr/>
          <p:nvPr/>
        </p:nvGrpSpPr>
        <p:grpSpPr>
          <a:xfrm>
            <a:off x="4876920" y="6400800"/>
            <a:ext cx="460080" cy="200520"/>
            <a:chOff x="4876920" y="6400800"/>
            <a:chExt cx="460080" cy="200520"/>
          </a:xfrm>
        </p:grpSpPr>
        <p:sp>
          <p:nvSpPr>
            <p:cNvPr id="2982" name=""/>
            <p:cNvSpPr/>
            <p:nvPr/>
          </p:nvSpPr>
          <p:spPr>
            <a:xfrm>
              <a:off x="4876920" y="6416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3" name=""/>
            <p:cNvSpPr/>
            <p:nvPr/>
          </p:nvSpPr>
          <p:spPr>
            <a:xfrm>
              <a:off x="499932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4" name=""/>
          <p:cNvGrpSpPr/>
          <p:nvPr/>
        </p:nvGrpSpPr>
        <p:grpSpPr>
          <a:xfrm>
            <a:off x="457200" y="1066680"/>
            <a:ext cx="461520" cy="200520"/>
            <a:chOff x="457200" y="1066680"/>
            <a:chExt cx="461520" cy="200520"/>
          </a:xfrm>
        </p:grpSpPr>
        <p:sp>
          <p:nvSpPr>
            <p:cNvPr id="2985" name=""/>
            <p:cNvSpPr/>
            <p:nvPr/>
          </p:nvSpPr>
          <p:spPr>
            <a:xfrm>
              <a:off x="457200" y="1082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6" name=""/>
            <p:cNvSpPr/>
            <p:nvPr/>
          </p:nvSpPr>
          <p:spPr>
            <a:xfrm>
              <a:off x="58104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7" name=""/>
          <p:cNvGrpSpPr/>
          <p:nvPr/>
        </p:nvGrpSpPr>
        <p:grpSpPr>
          <a:xfrm>
            <a:off x="7391520" y="4724280"/>
            <a:ext cx="461160" cy="200520"/>
            <a:chOff x="7391520" y="4724280"/>
            <a:chExt cx="461160" cy="200520"/>
          </a:xfrm>
        </p:grpSpPr>
        <p:sp>
          <p:nvSpPr>
            <p:cNvPr id="2988" name=""/>
            <p:cNvSpPr/>
            <p:nvPr/>
          </p:nvSpPr>
          <p:spPr>
            <a:xfrm>
              <a:off x="7391520" y="47401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9" name=""/>
            <p:cNvSpPr/>
            <p:nvPr/>
          </p:nvSpPr>
          <p:spPr>
            <a:xfrm>
              <a:off x="75150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0" name=""/>
          <p:cNvGrpSpPr/>
          <p:nvPr/>
        </p:nvGrpSpPr>
        <p:grpSpPr>
          <a:xfrm>
            <a:off x="533520" y="6172200"/>
            <a:ext cx="460080" cy="200520"/>
            <a:chOff x="533520" y="6172200"/>
            <a:chExt cx="460080" cy="200520"/>
          </a:xfrm>
        </p:grpSpPr>
        <p:sp>
          <p:nvSpPr>
            <p:cNvPr id="2991" name=""/>
            <p:cNvSpPr/>
            <p:nvPr/>
          </p:nvSpPr>
          <p:spPr>
            <a:xfrm>
              <a:off x="533520" y="61866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2" name=""/>
            <p:cNvSpPr/>
            <p:nvPr/>
          </p:nvSpPr>
          <p:spPr>
            <a:xfrm>
              <a:off x="65592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3" name=""/>
          <p:cNvGrpSpPr/>
          <p:nvPr/>
        </p:nvGrpSpPr>
        <p:grpSpPr>
          <a:xfrm>
            <a:off x="8299440" y="3616200"/>
            <a:ext cx="460080" cy="200520"/>
            <a:chOff x="8299440" y="3616200"/>
            <a:chExt cx="460080" cy="200520"/>
          </a:xfrm>
        </p:grpSpPr>
        <p:sp>
          <p:nvSpPr>
            <p:cNvPr id="2994" name=""/>
            <p:cNvSpPr/>
            <p:nvPr/>
          </p:nvSpPr>
          <p:spPr>
            <a:xfrm>
              <a:off x="8299440" y="36320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5" name=""/>
            <p:cNvSpPr/>
            <p:nvPr/>
          </p:nvSpPr>
          <p:spPr>
            <a:xfrm>
              <a:off x="8421840" y="361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6" name=""/>
          <p:cNvGrpSpPr/>
          <p:nvPr/>
        </p:nvGrpSpPr>
        <p:grpSpPr>
          <a:xfrm>
            <a:off x="544680" y="3051000"/>
            <a:ext cx="461520" cy="200520"/>
            <a:chOff x="544680" y="3051000"/>
            <a:chExt cx="461520" cy="200520"/>
          </a:xfrm>
        </p:grpSpPr>
        <p:sp>
          <p:nvSpPr>
            <p:cNvPr id="2997" name=""/>
            <p:cNvSpPr/>
            <p:nvPr/>
          </p:nvSpPr>
          <p:spPr>
            <a:xfrm>
              <a:off x="544680" y="3067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8" name=""/>
            <p:cNvSpPr/>
            <p:nvPr/>
          </p:nvSpPr>
          <p:spPr>
            <a:xfrm>
              <a:off x="668520" y="3051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99" name=""/>
          <p:cNvGrpSpPr/>
          <p:nvPr/>
        </p:nvGrpSpPr>
        <p:grpSpPr>
          <a:xfrm>
            <a:off x="2971800" y="5562720"/>
            <a:ext cx="461520" cy="200520"/>
            <a:chOff x="2971800" y="5562720"/>
            <a:chExt cx="461520" cy="200520"/>
          </a:xfrm>
        </p:grpSpPr>
        <p:sp>
          <p:nvSpPr>
            <p:cNvPr id="3000" name=""/>
            <p:cNvSpPr/>
            <p:nvPr/>
          </p:nvSpPr>
          <p:spPr>
            <a:xfrm>
              <a:off x="2971800" y="557856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1" name=""/>
            <p:cNvSpPr/>
            <p:nvPr/>
          </p:nvSpPr>
          <p:spPr>
            <a:xfrm>
              <a:off x="309564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2" name=""/>
          <p:cNvGrpSpPr/>
          <p:nvPr/>
        </p:nvGrpSpPr>
        <p:grpSpPr>
          <a:xfrm>
            <a:off x="8229600" y="1066680"/>
            <a:ext cx="461880" cy="200520"/>
            <a:chOff x="8229600" y="1066680"/>
            <a:chExt cx="461880" cy="200520"/>
          </a:xfrm>
        </p:grpSpPr>
        <p:sp>
          <p:nvSpPr>
            <p:cNvPr id="3003" name=""/>
            <p:cNvSpPr/>
            <p:nvPr/>
          </p:nvSpPr>
          <p:spPr>
            <a:xfrm>
              <a:off x="8229600" y="108252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4" name=""/>
            <p:cNvSpPr/>
            <p:nvPr/>
          </p:nvSpPr>
          <p:spPr>
            <a:xfrm>
              <a:off x="835380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5" name=""/>
          <p:cNvGrpSpPr/>
          <p:nvPr/>
        </p:nvGrpSpPr>
        <p:grpSpPr>
          <a:xfrm>
            <a:off x="3048120" y="1447920"/>
            <a:ext cx="461520" cy="200520"/>
            <a:chOff x="3048120" y="1447920"/>
            <a:chExt cx="461520" cy="200520"/>
          </a:xfrm>
        </p:grpSpPr>
        <p:sp>
          <p:nvSpPr>
            <p:cNvPr id="3006" name=""/>
            <p:cNvSpPr/>
            <p:nvPr/>
          </p:nvSpPr>
          <p:spPr>
            <a:xfrm>
              <a:off x="3048120" y="1461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7" name=""/>
            <p:cNvSpPr/>
            <p:nvPr/>
          </p:nvSpPr>
          <p:spPr>
            <a:xfrm>
              <a:off x="317196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8" name=""/>
          <p:cNvGrpSpPr/>
          <p:nvPr/>
        </p:nvGrpSpPr>
        <p:grpSpPr>
          <a:xfrm>
            <a:off x="5904000" y="5221440"/>
            <a:ext cx="461520" cy="200520"/>
            <a:chOff x="5904000" y="5221440"/>
            <a:chExt cx="461520" cy="200520"/>
          </a:xfrm>
        </p:grpSpPr>
        <p:sp>
          <p:nvSpPr>
            <p:cNvPr id="3009" name=""/>
            <p:cNvSpPr/>
            <p:nvPr/>
          </p:nvSpPr>
          <p:spPr>
            <a:xfrm>
              <a:off x="5904000" y="52372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0" name=""/>
            <p:cNvSpPr/>
            <p:nvPr/>
          </p:nvSpPr>
          <p:spPr>
            <a:xfrm>
              <a:off x="6027840" y="5221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1" name=""/>
          <p:cNvGrpSpPr/>
          <p:nvPr/>
        </p:nvGrpSpPr>
        <p:grpSpPr>
          <a:xfrm>
            <a:off x="4344840" y="3257640"/>
            <a:ext cx="461880" cy="200520"/>
            <a:chOff x="4344840" y="3257640"/>
            <a:chExt cx="461880" cy="200520"/>
          </a:xfrm>
        </p:grpSpPr>
        <p:sp>
          <p:nvSpPr>
            <p:cNvPr id="3012" name=""/>
            <p:cNvSpPr/>
            <p:nvPr/>
          </p:nvSpPr>
          <p:spPr>
            <a:xfrm>
              <a:off x="4344840" y="3273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3" name=""/>
            <p:cNvSpPr/>
            <p:nvPr/>
          </p:nvSpPr>
          <p:spPr>
            <a:xfrm>
              <a:off x="4469040" y="32576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4" name=""/>
          <p:cNvGrpSpPr/>
          <p:nvPr/>
        </p:nvGrpSpPr>
        <p:grpSpPr>
          <a:xfrm>
            <a:off x="6696000" y="3241800"/>
            <a:ext cx="461880" cy="200520"/>
            <a:chOff x="6696000" y="3241800"/>
            <a:chExt cx="461880" cy="200520"/>
          </a:xfrm>
        </p:grpSpPr>
        <p:sp>
          <p:nvSpPr>
            <p:cNvPr id="3015" name=""/>
            <p:cNvSpPr/>
            <p:nvPr/>
          </p:nvSpPr>
          <p:spPr>
            <a:xfrm>
              <a:off x="6696000" y="3255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6" name=""/>
            <p:cNvSpPr/>
            <p:nvPr/>
          </p:nvSpPr>
          <p:spPr>
            <a:xfrm>
              <a:off x="6820200" y="324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7" name=""/>
          <p:cNvGrpSpPr/>
          <p:nvPr/>
        </p:nvGrpSpPr>
        <p:grpSpPr>
          <a:xfrm>
            <a:off x="2819520" y="4800600"/>
            <a:ext cx="461160" cy="200520"/>
            <a:chOff x="2819520" y="4800600"/>
            <a:chExt cx="461160" cy="200520"/>
          </a:xfrm>
        </p:grpSpPr>
        <p:sp>
          <p:nvSpPr>
            <p:cNvPr id="3018" name=""/>
            <p:cNvSpPr/>
            <p:nvPr/>
          </p:nvSpPr>
          <p:spPr>
            <a:xfrm>
              <a:off x="2819520" y="48146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9" name=""/>
            <p:cNvSpPr/>
            <p:nvPr/>
          </p:nvSpPr>
          <p:spPr>
            <a:xfrm>
              <a:off x="2943000" y="4800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0" name=""/>
          <p:cNvGrpSpPr/>
          <p:nvPr/>
        </p:nvGrpSpPr>
        <p:grpSpPr>
          <a:xfrm>
            <a:off x="5529240" y="4043520"/>
            <a:ext cx="461880" cy="200520"/>
            <a:chOff x="5529240" y="4043520"/>
            <a:chExt cx="461880" cy="200520"/>
          </a:xfrm>
        </p:grpSpPr>
        <p:sp>
          <p:nvSpPr>
            <p:cNvPr id="3021" name=""/>
            <p:cNvSpPr/>
            <p:nvPr/>
          </p:nvSpPr>
          <p:spPr>
            <a:xfrm>
              <a:off x="5529240" y="40593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2" name=""/>
            <p:cNvSpPr/>
            <p:nvPr/>
          </p:nvSpPr>
          <p:spPr>
            <a:xfrm>
              <a:off x="5653440" y="404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3" name=""/>
          <p:cNvGrpSpPr/>
          <p:nvPr/>
        </p:nvGrpSpPr>
        <p:grpSpPr>
          <a:xfrm>
            <a:off x="7848720" y="6172200"/>
            <a:ext cx="461160" cy="200520"/>
            <a:chOff x="7848720" y="6172200"/>
            <a:chExt cx="461160" cy="200520"/>
          </a:xfrm>
        </p:grpSpPr>
        <p:sp>
          <p:nvSpPr>
            <p:cNvPr id="3024" name=""/>
            <p:cNvSpPr/>
            <p:nvPr/>
          </p:nvSpPr>
          <p:spPr>
            <a:xfrm>
              <a:off x="7848720" y="61880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5" name=""/>
            <p:cNvSpPr/>
            <p:nvPr/>
          </p:nvSpPr>
          <p:spPr>
            <a:xfrm>
              <a:off x="79722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6" name=""/>
          <p:cNvGrpSpPr/>
          <p:nvPr/>
        </p:nvGrpSpPr>
        <p:grpSpPr>
          <a:xfrm>
            <a:off x="704880" y="4017960"/>
            <a:ext cx="461520" cy="200520"/>
            <a:chOff x="704880" y="4017960"/>
            <a:chExt cx="461520" cy="200520"/>
          </a:xfrm>
        </p:grpSpPr>
        <p:sp>
          <p:nvSpPr>
            <p:cNvPr id="3027" name=""/>
            <p:cNvSpPr/>
            <p:nvPr/>
          </p:nvSpPr>
          <p:spPr>
            <a:xfrm>
              <a:off x="704880" y="40338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8" name=""/>
            <p:cNvSpPr/>
            <p:nvPr/>
          </p:nvSpPr>
          <p:spPr>
            <a:xfrm>
              <a:off x="828720" y="4017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29" name=""/>
          <p:cNvGrpSpPr/>
          <p:nvPr/>
        </p:nvGrpSpPr>
        <p:grpSpPr>
          <a:xfrm>
            <a:off x="3200400" y="3809880"/>
            <a:ext cx="460080" cy="200520"/>
            <a:chOff x="3200400" y="3809880"/>
            <a:chExt cx="460080" cy="200520"/>
          </a:xfrm>
        </p:grpSpPr>
        <p:sp>
          <p:nvSpPr>
            <p:cNvPr id="3030" name=""/>
            <p:cNvSpPr/>
            <p:nvPr/>
          </p:nvSpPr>
          <p:spPr>
            <a:xfrm>
              <a:off x="3200400" y="38257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1" name=""/>
            <p:cNvSpPr/>
            <p:nvPr/>
          </p:nvSpPr>
          <p:spPr>
            <a:xfrm>
              <a:off x="332280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2" name=""/>
          <p:cNvGrpSpPr/>
          <p:nvPr/>
        </p:nvGrpSpPr>
        <p:grpSpPr>
          <a:xfrm>
            <a:off x="5486400" y="1447920"/>
            <a:ext cx="461520" cy="200520"/>
            <a:chOff x="5486400" y="1447920"/>
            <a:chExt cx="461520" cy="200520"/>
          </a:xfrm>
        </p:grpSpPr>
        <p:sp>
          <p:nvSpPr>
            <p:cNvPr id="3033" name=""/>
            <p:cNvSpPr/>
            <p:nvPr/>
          </p:nvSpPr>
          <p:spPr>
            <a:xfrm>
              <a:off x="5486400" y="146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4" name=""/>
            <p:cNvSpPr/>
            <p:nvPr/>
          </p:nvSpPr>
          <p:spPr>
            <a:xfrm>
              <a:off x="561024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5" name=""/>
          <p:cNvGrpSpPr/>
          <p:nvPr/>
        </p:nvGrpSpPr>
        <p:grpSpPr>
          <a:xfrm>
            <a:off x="1600200" y="2514600"/>
            <a:ext cx="461520" cy="200520"/>
            <a:chOff x="1600200" y="2514600"/>
            <a:chExt cx="461520" cy="200520"/>
          </a:xfrm>
        </p:grpSpPr>
        <p:sp>
          <p:nvSpPr>
            <p:cNvPr id="3036" name=""/>
            <p:cNvSpPr/>
            <p:nvPr/>
          </p:nvSpPr>
          <p:spPr>
            <a:xfrm>
              <a:off x="1600200" y="2528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37" name=""/>
            <p:cNvSpPr/>
            <p:nvPr/>
          </p:nvSpPr>
          <p:spPr>
            <a:xfrm>
              <a:off x="172404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8" name=""/>
          <p:cNvGrpSpPr/>
          <p:nvPr/>
        </p:nvGrpSpPr>
        <p:grpSpPr>
          <a:xfrm>
            <a:off x="1752480" y="5029200"/>
            <a:ext cx="460080" cy="200520"/>
            <a:chOff x="1752480" y="5029200"/>
            <a:chExt cx="460080" cy="200520"/>
          </a:xfrm>
        </p:grpSpPr>
        <p:sp>
          <p:nvSpPr>
            <p:cNvPr id="3039" name=""/>
            <p:cNvSpPr/>
            <p:nvPr/>
          </p:nvSpPr>
          <p:spPr>
            <a:xfrm>
              <a:off x="1752480" y="504504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0" name=""/>
            <p:cNvSpPr/>
            <p:nvPr/>
          </p:nvSpPr>
          <p:spPr>
            <a:xfrm>
              <a:off x="1874880" y="502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41" name="Rounded Rectangle 304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042" name="Oval 3041"/>
          <p:cNvSpPr/>
          <p:nvPr/>
        </p:nvSpPr>
        <p:spPr>
          <a:xfrm>
            <a:off x="4764444" y="63050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Oval 3042"/>
          <p:cNvSpPr/>
          <p:nvPr/>
        </p:nvSpPr>
        <p:spPr>
          <a:xfrm>
            <a:off x="4804444" y="63450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044" name="Rounded Rectangle 3043"/>
          <p:cNvSpPr/>
          <p:nvPr/>
        </p:nvSpPr>
        <p:spPr>
          <a:xfrm>
            <a:off x="5074444" y="63650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045" name="Oval 3044"/>
          <p:cNvSpPr/>
          <p:nvPr/>
        </p:nvSpPr>
        <p:spPr>
          <a:xfrm>
            <a:off x="345625" y="9709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Oval 3045"/>
          <p:cNvSpPr/>
          <p:nvPr/>
        </p:nvSpPr>
        <p:spPr>
          <a:xfrm>
            <a:off x="385625" y="10109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047" name="Rounded Rectangle 3046"/>
          <p:cNvSpPr/>
          <p:nvPr/>
        </p:nvSpPr>
        <p:spPr>
          <a:xfrm>
            <a:off x="655625" y="10309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048" name="Oval 3047"/>
          <p:cNvSpPr/>
          <p:nvPr/>
        </p:nvSpPr>
        <p:spPr>
          <a:xfrm>
            <a:off x="7279754" y="46285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Oval 3048"/>
          <p:cNvSpPr/>
          <p:nvPr/>
        </p:nvSpPr>
        <p:spPr>
          <a:xfrm>
            <a:off x="7319754" y="46685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050" name="Rounded Rectangle 3049"/>
          <p:cNvSpPr/>
          <p:nvPr/>
        </p:nvSpPr>
        <p:spPr>
          <a:xfrm>
            <a:off x="7589754" y="46885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051" name="Oval 3050"/>
          <p:cNvSpPr/>
          <p:nvPr/>
        </p:nvSpPr>
        <p:spPr>
          <a:xfrm>
            <a:off x="421048" y="60750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Oval 3051"/>
          <p:cNvSpPr/>
          <p:nvPr/>
        </p:nvSpPr>
        <p:spPr>
          <a:xfrm>
            <a:off x="461048" y="61150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053" name="Rounded Rectangle 3052"/>
          <p:cNvSpPr/>
          <p:nvPr/>
        </p:nvSpPr>
        <p:spPr>
          <a:xfrm>
            <a:off x="731048" y="61350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054" name="Oval 3053"/>
          <p:cNvSpPr/>
          <p:nvPr/>
        </p:nvSpPr>
        <p:spPr>
          <a:xfrm>
            <a:off x="8187145" y="352046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Oval 3054"/>
          <p:cNvSpPr/>
          <p:nvPr/>
        </p:nvSpPr>
        <p:spPr>
          <a:xfrm>
            <a:off x="8227145" y="356046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056" name="Rounded Rectangle 3055"/>
          <p:cNvSpPr/>
          <p:nvPr/>
        </p:nvSpPr>
        <p:spPr>
          <a:xfrm>
            <a:off x="8497145" y="358046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057" name="Oval 3056"/>
          <p:cNvSpPr/>
          <p:nvPr/>
        </p:nvSpPr>
        <p:spPr>
          <a:xfrm>
            <a:off x="433102" y="295563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Oval 3057"/>
          <p:cNvSpPr/>
          <p:nvPr/>
        </p:nvSpPr>
        <p:spPr>
          <a:xfrm>
            <a:off x="473102" y="299563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059" name="Rounded Rectangle 3058"/>
          <p:cNvSpPr/>
          <p:nvPr/>
        </p:nvSpPr>
        <p:spPr>
          <a:xfrm>
            <a:off x="743102" y="301563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060" name="Oval 3059"/>
          <p:cNvSpPr/>
          <p:nvPr/>
        </p:nvSpPr>
        <p:spPr>
          <a:xfrm>
            <a:off x="2860223" y="54662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Oval 3060"/>
          <p:cNvSpPr/>
          <p:nvPr/>
        </p:nvSpPr>
        <p:spPr>
          <a:xfrm>
            <a:off x="2900223" y="55062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062" name="Rounded Rectangle 3061"/>
          <p:cNvSpPr/>
          <p:nvPr/>
        </p:nvSpPr>
        <p:spPr>
          <a:xfrm>
            <a:off x="3170223" y="55262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063" name="Oval 3062"/>
          <p:cNvSpPr/>
          <p:nvPr/>
        </p:nvSpPr>
        <p:spPr>
          <a:xfrm>
            <a:off x="8118018" y="97022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Oval 3063"/>
          <p:cNvSpPr/>
          <p:nvPr/>
        </p:nvSpPr>
        <p:spPr>
          <a:xfrm>
            <a:off x="8158018" y="101022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065" name="Rounded Rectangle 3064"/>
          <p:cNvSpPr/>
          <p:nvPr/>
        </p:nvSpPr>
        <p:spPr>
          <a:xfrm>
            <a:off x="8428018" y="103022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066" name="Oval 3065"/>
          <p:cNvSpPr/>
          <p:nvPr/>
        </p:nvSpPr>
        <p:spPr>
          <a:xfrm>
            <a:off x="2936532" y="135038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Oval 3066"/>
          <p:cNvSpPr/>
          <p:nvPr/>
        </p:nvSpPr>
        <p:spPr>
          <a:xfrm>
            <a:off x="2976532" y="139038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068" name="Rounded Rectangle 3067"/>
          <p:cNvSpPr/>
          <p:nvPr/>
        </p:nvSpPr>
        <p:spPr>
          <a:xfrm>
            <a:off x="3246532" y="141038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069" name="Oval 3068"/>
          <p:cNvSpPr/>
          <p:nvPr/>
        </p:nvSpPr>
        <p:spPr>
          <a:xfrm>
            <a:off x="5792412" y="51248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Oval 3069"/>
          <p:cNvSpPr/>
          <p:nvPr/>
        </p:nvSpPr>
        <p:spPr>
          <a:xfrm>
            <a:off x="5832412" y="51648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071" name="Rounded Rectangle 3070"/>
          <p:cNvSpPr/>
          <p:nvPr/>
        </p:nvSpPr>
        <p:spPr>
          <a:xfrm>
            <a:off x="6102412" y="51848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072" name="Oval 3071"/>
          <p:cNvSpPr/>
          <p:nvPr/>
        </p:nvSpPr>
        <p:spPr>
          <a:xfrm>
            <a:off x="4233266" y="316191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Oval 3072"/>
          <p:cNvSpPr/>
          <p:nvPr/>
        </p:nvSpPr>
        <p:spPr>
          <a:xfrm>
            <a:off x="4273266" y="320191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074" name="Rounded Rectangle 3073"/>
          <p:cNvSpPr/>
          <p:nvPr/>
        </p:nvSpPr>
        <p:spPr>
          <a:xfrm>
            <a:off x="4543266" y="322191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075" name="Oval 3074"/>
          <p:cNvSpPr/>
          <p:nvPr/>
        </p:nvSpPr>
        <p:spPr>
          <a:xfrm>
            <a:off x="6584424" y="314425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Oval 3075"/>
          <p:cNvSpPr/>
          <p:nvPr/>
        </p:nvSpPr>
        <p:spPr>
          <a:xfrm>
            <a:off x="6624424" y="318425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077" name="Rounded Rectangle 3076"/>
          <p:cNvSpPr/>
          <p:nvPr/>
        </p:nvSpPr>
        <p:spPr>
          <a:xfrm>
            <a:off x="6894424" y="320425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078" name="Oval 3077"/>
          <p:cNvSpPr/>
          <p:nvPr/>
        </p:nvSpPr>
        <p:spPr>
          <a:xfrm>
            <a:off x="2707759" y="470305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Oval 3078"/>
          <p:cNvSpPr/>
          <p:nvPr/>
        </p:nvSpPr>
        <p:spPr>
          <a:xfrm>
            <a:off x="2747759" y="474305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080" name="Rounded Rectangle 3079"/>
          <p:cNvSpPr/>
          <p:nvPr/>
        </p:nvSpPr>
        <p:spPr>
          <a:xfrm>
            <a:off x="3017759" y="476305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081" name="Oval 3080"/>
          <p:cNvSpPr/>
          <p:nvPr/>
        </p:nvSpPr>
        <p:spPr>
          <a:xfrm>
            <a:off x="5417664" y="39468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Oval 3081"/>
          <p:cNvSpPr/>
          <p:nvPr/>
        </p:nvSpPr>
        <p:spPr>
          <a:xfrm>
            <a:off x="5457664" y="39868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083" name="Rounded Rectangle 3082"/>
          <p:cNvSpPr/>
          <p:nvPr/>
        </p:nvSpPr>
        <p:spPr>
          <a:xfrm>
            <a:off x="5727664" y="40068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084" name="Oval 3083"/>
          <p:cNvSpPr/>
          <p:nvPr/>
        </p:nvSpPr>
        <p:spPr>
          <a:xfrm>
            <a:off x="7736954" y="607575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Oval 3084"/>
          <p:cNvSpPr/>
          <p:nvPr/>
        </p:nvSpPr>
        <p:spPr>
          <a:xfrm>
            <a:off x="7776954" y="611575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086" name="Rounded Rectangle 3085"/>
          <p:cNvSpPr/>
          <p:nvPr/>
        </p:nvSpPr>
        <p:spPr>
          <a:xfrm>
            <a:off x="8046954" y="613575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087" name="Oval 3086"/>
          <p:cNvSpPr/>
          <p:nvPr/>
        </p:nvSpPr>
        <p:spPr>
          <a:xfrm>
            <a:off x="593307" y="39214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Oval 3087"/>
          <p:cNvSpPr/>
          <p:nvPr/>
        </p:nvSpPr>
        <p:spPr>
          <a:xfrm>
            <a:off x="633307" y="39614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089" name="Rounded Rectangle 3088"/>
          <p:cNvSpPr/>
          <p:nvPr/>
        </p:nvSpPr>
        <p:spPr>
          <a:xfrm>
            <a:off x="903307" y="39814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090" name="Oval 3089"/>
          <p:cNvSpPr/>
          <p:nvPr/>
        </p:nvSpPr>
        <p:spPr>
          <a:xfrm>
            <a:off x="3088091" y="37141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Oval 3090"/>
          <p:cNvSpPr/>
          <p:nvPr/>
        </p:nvSpPr>
        <p:spPr>
          <a:xfrm>
            <a:off x="3128091" y="37541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092" name="Rounded Rectangle 3091"/>
          <p:cNvSpPr/>
          <p:nvPr/>
        </p:nvSpPr>
        <p:spPr>
          <a:xfrm>
            <a:off x="3398091" y="37741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093" name="Oval 3092"/>
          <p:cNvSpPr/>
          <p:nvPr/>
        </p:nvSpPr>
        <p:spPr>
          <a:xfrm>
            <a:off x="5374820" y="13521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Oval 3093"/>
          <p:cNvSpPr/>
          <p:nvPr/>
        </p:nvSpPr>
        <p:spPr>
          <a:xfrm>
            <a:off x="5414820" y="13921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095" name="Rounded Rectangle 3094"/>
          <p:cNvSpPr/>
          <p:nvPr/>
        </p:nvSpPr>
        <p:spPr>
          <a:xfrm>
            <a:off x="5684820" y="14121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096" name="Oval 3095"/>
          <p:cNvSpPr/>
          <p:nvPr/>
        </p:nvSpPr>
        <p:spPr>
          <a:xfrm>
            <a:off x="1488624" y="24168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Oval 3096"/>
          <p:cNvSpPr/>
          <p:nvPr/>
        </p:nvSpPr>
        <p:spPr>
          <a:xfrm>
            <a:off x="1528624" y="24568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098" name="Rounded Rectangle 3097"/>
          <p:cNvSpPr/>
          <p:nvPr/>
        </p:nvSpPr>
        <p:spPr>
          <a:xfrm>
            <a:off x="1798624" y="24768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099" name="Oval 3098"/>
          <p:cNvSpPr/>
          <p:nvPr/>
        </p:nvSpPr>
        <p:spPr>
          <a:xfrm>
            <a:off x="1639990" y="493329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Oval 3099"/>
          <p:cNvSpPr/>
          <p:nvPr/>
        </p:nvSpPr>
        <p:spPr>
          <a:xfrm>
            <a:off x="1679990" y="497329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101" name="Rounded Rectangle 3100"/>
          <p:cNvSpPr/>
          <p:nvPr/>
        </p:nvSpPr>
        <p:spPr>
          <a:xfrm>
            <a:off x="1949990" y="499329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"/>
          <p:cNvSpPr/>
          <p:nvPr/>
        </p:nvSpPr>
        <p:spPr>
          <a:xfrm>
            <a:off x="3173040" y="50760"/>
            <a:ext cx="27975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31: DTTA | RWY 29 | STAR NOLSI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2" name=""/>
          <p:cNvSpPr/>
          <p:nvPr/>
        </p:nvSpPr>
        <p:spPr>
          <a:xfrm>
            <a:off x="4302000" y="1639800"/>
            <a:ext cx="465120" cy="29415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3" name=""/>
          <p:cNvSpPr/>
          <p:nvPr/>
        </p:nvSpPr>
        <p:spPr>
          <a:xfrm>
            <a:off x="4767120" y="4581360"/>
            <a:ext cx="34920" cy="276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4" name=""/>
          <p:cNvSpPr/>
          <p:nvPr/>
        </p:nvSpPr>
        <p:spPr>
          <a:xfrm>
            <a:off x="4802040" y="4857840"/>
            <a:ext cx="71640" cy="210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5" name=""/>
          <p:cNvSpPr/>
          <p:nvPr/>
        </p:nvSpPr>
        <p:spPr>
          <a:xfrm flipH="1">
            <a:off x="4865760" y="5068800"/>
            <a:ext cx="7920" cy="25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6" name=""/>
          <p:cNvSpPr/>
          <p:nvPr/>
        </p:nvSpPr>
        <p:spPr>
          <a:xfrm flipH="1">
            <a:off x="4746240" y="5321160"/>
            <a:ext cx="119160" cy="49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7" name=""/>
          <p:cNvSpPr/>
          <p:nvPr/>
        </p:nvSpPr>
        <p:spPr>
          <a:xfrm flipH="1" flipV="1">
            <a:off x="4584600" y="5308560"/>
            <a:ext cx="162000" cy="61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5120" bIns="15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8" name=""/>
          <p:cNvSpPr/>
          <p:nvPr/>
        </p:nvSpPr>
        <p:spPr>
          <a:xfrm flipH="1" flipV="1">
            <a:off x="4269960" y="5187600"/>
            <a:ext cx="314280" cy="120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49" name=""/>
          <p:cNvGrpSpPr/>
          <p:nvPr/>
        </p:nvGrpSpPr>
        <p:grpSpPr>
          <a:xfrm>
            <a:off x="4238640" y="1576440"/>
            <a:ext cx="711720" cy="200520"/>
            <a:chOff x="4238640" y="1576440"/>
            <a:chExt cx="711720" cy="200520"/>
          </a:xfrm>
        </p:grpSpPr>
        <p:sp>
          <p:nvSpPr>
            <p:cNvPr id="3050" name=""/>
            <p:cNvSpPr/>
            <p:nvPr/>
          </p:nvSpPr>
          <p:spPr>
            <a:xfrm>
              <a:off x="423864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1" name=""/>
            <p:cNvSpPr/>
            <p:nvPr/>
          </p:nvSpPr>
          <p:spPr>
            <a:xfrm>
              <a:off x="4434480" y="1576440"/>
              <a:ext cx="5158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'NOLSI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2" name=""/>
          <p:cNvGrpSpPr/>
          <p:nvPr/>
        </p:nvGrpSpPr>
        <p:grpSpPr>
          <a:xfrm>
            <a:off x="4716360" y="4518000"/>
            <a:ext cx="577800" cy="200520"/>
            <a:chOff x="4716360" y="4518000"/>
            <a:chExt cx="577800" cy="200520"/>
          </a:xfrm>
        </p:grpSpPr>
        <p:sp>
          <p:nvSpPr>
            <p:cNvPr id="3053" name=""/>
            <p:cNvSpPr/>
            <p:nvPr/>
          </p:nvSpPr>
          <p:spPr>
            <a:xfrm>
              <a:off x="4716360" y="4530600"/>
              <a:ext cx="10188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4" name=""/>
            <p:cNvSpPr/>
            <p:nvPr/>
          </p:nvSpPr>
          <p:spPr>
            <a:xfrm>
              <a:off x="4799520" y="451800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MARSA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5" name=""/>
          <p:cNvGrpSpPr/>
          <p:nvPr/>
        </p:nvGrpSpPr>
        <p:grpSpPr>
          <a:xfrm>
            <a:off x="4751280" y="4794120"/>
            <a:ext cx="562320" cy="200520"/>
            <a:chOff x="4751280" y="4794120"/>
            <a:chExt cx="562320" cy="200520"/>
          </a:xfrm>
        </p:grpSpPr>
        <p:sp>
          <p:nvSpPr>
            <p:cNvPr id="3056" name=""/>
            <p:cNvSpPr/>
            <p:nvPr/>
          </p:nvSpPr>
          <p:spPr>
            <a:xfrm>
              <a:off x="4751280" y="48070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7" name=""/>
            <p:cNvSpPr/>
            <p:nvPr/>
          </p:nvSpPr>
          <p:spPr>
            <a:xfrm>
              <a:off x="4849560" y="47941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D062M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8" name=""/>
          <p:cNvGrpSpPr/>
          <p:nvPr/>
        </p:nvGrpSpPr>
        <p:grpSpPr>
          <a:xfrm>
            <a:off x="4822920" y="5005440"/>
            <a:ext cx="562320" cy="200520"/>
            <a:chOff x="4822920" y="5005440"/>
            <a:chExt cx="562320" cy="200520"/>
          </a:xfrm>
        </p:grpSpPr>
        <p:sp>
          <p:nvSpPr>
            <p:cNvPr id="3059" name=""/>
            <p:cNvSpPr/>
            <p:nvPr/>
          </p:nvSpPr>
          <p:spPr>
            <a:xfrm>
              <a:off x="4822920" y="5018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0" name=""/>
            <p:cNvSpPr/>
            <p:nvPr/>
          </p:nvSpPr>
          <p:spPr>
            <a:xfrm>
              <a:off x="4921200" y="500544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D082M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1" name=""/>
          <p:cNvGrpSpPr/>
          <p:nvPr/>
        </p:nvGrpSpPr>
        <p:grpSpPr>
          <a:xfrm>
            <a:off x="4815000" y="5257800"/>
            <a:ext cx="561960" cy="200520"/>
            <a:chOff x="4815000" y="5257800"/>
            <a:chExt cx="561960" cy="200520"/>
          </a:xfrm>
        </p:grpSpPr>
        <p:sp>
          <p:nvSpPr>
            <p:cNvPr id="3062" name=""/>
            <p:cNvSpPr/>
            <p:nvPr/>
          </p:nvSpPr>
          <p:spPr>
            <a:xfrm>
              <a:off x="4815000" y="52704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3" name=""/>
            <p:cNvSpPr/>
            <p:nvPr/>
          </p:nvSpPr>
          <p:spPr>
            <a:xfrm>
              <a:off x="4912920" y="52578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D103M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4" name=""/>
          <p:cNvGrpSpPr/>
          <p:nvPr/>
        </p:nvGrpSpPr>
        <p:grpSpPr>
          <a:xfrm>
            <a:off x="4705200" y="5307120"/>
            <a:ext cx="469080" cy="200520"/>
            <a:chOff x="4705200" y="5307120"/>
            <a:chExt cx="469080" cy="200520"/>
          </a:xfrm>
        </p:grpSpPr>
        <p:sp>
          <p:nvSpPr>
            <p:cNvPr id="3065" name=""/>
            <p:cNvSpPr/>
            <p:nvPr/>
          </p:nvSpPr>
          <p:spPr>
            <a:xfrm>
              <a:off x="4705200" y="533088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6" name=""/>
            <p:cNvSpPr/>
            <p:nvPr/>
          </p:nvSpPr>
          <p:spPr>
            <a:xfrm>
              <a:off x="4807800" y="530712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7" name=""/>
          <p:cNvGrpSpPr/>
          <p:nvPr/>
        </p:nvGrpSpPr>
        <p:grpSpPr>
          <a:xfrm>
            <a:off x="4533840" y="5245200"/>
            <a:ext cx="603720" cy="200520"/>
            <a:chOff x="4533840" y="5245200"/>
            <a:chExt cx="603720" cy="200520"/>
          </a:xfrm>
        </p:grpSpPr>
        <p:sp>
          <p:nvSpPr>
            <p:cNvPr id="3068" name=""/>
            <p:cNvSpPr/>
            <p:nvPr/>
          </p:nvSpPr>
          <p:spPr>
            <a:xfrm>
              <a:off x="4533840" y="52578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9" name=""/>
            <p:cNvSpPr/>
            <p:nvPr/>
          </p:nvSpPr>
          <p:spPr>
            <a:xfrm>
              <a:off x="4722120" y="52452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'FI29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0" name=""/>
          <p:cNvGrpSpPr/>
          <p:nvPr/>
        </p:nvGrpSpPr>
        <p:grpSpPr>
          <a:xfrm>
            <a:off x="4206960" y="5124600"/>
            <a:ext cx="543240" cy="200520"/>
            <a:chOff x="4206960" y="5124600"/>
            <a:chExt cx="543240" cy="200520"/>
          </a:xfrm>
        </p:grpSpPr>
        <p:sp>
          <p:nvSpPr>
            <p:cNvPr id="3071" name=""/>
            <p:cNvSpPr/>
            <p:nvPr/>
          </p:nvSpPr>
          <p:spPr>
            <a:xfrm>
              <a:off x="4206960" y="512460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2" name=""/>
            <p:cNvSpPr/>
            <p:nvPr/>
          </p:nvSpPr>
          <p:spPr>
            <a:xfrm>
              <a:off x="4323960" y="512460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3" name=""/>
          <p:cNvGrpSpPr/>
          <p:nvPr/>
        </p:nvGrpSpPr>
        <p:grpSpPr>
          <a:xfrm>
            <a:off x="5105520" y="3048120"/>
            <a:ext cx="479160" cy="200520"/>
            <a:chOff x="5105520" y="3048120"/>
            <a:chExt cx="479160" cy="200520"/>
          </a:xfrm>
        </p:grpSpPr>
        <p:sp>
          <p:nvSpPr>
            <p:cNvPr id="3074" name=""/>
            <p:cNvSpPr/>
            <p:nvPr/>
          </p:nvSpPr>
          <p:spPr>
            <a:xfrm>
              <a:off x="5105520" y="305424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5" name=""/>
            <p:cNvSpPr/>
            <p:nvPr/>
          </p:nvSpPr>
          <p:spPr>
            <a:xfrm>
              <a:off x="524700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6" name=""/>
          <p:cNvGrpSpPr/>
          <p:nvPr/>
        </p:nvGrpSpPr>
        <p:grpSpPr>
          <a:xfrm>
            <a:off x="1447920" y="1676520"/>
            <a:ext cx="478800" cy="200520"/>
            <a:chOff x="1447920" y="1676520"/>
            <a:chExt cx="478800" cy="200520"/>
          </a:xfrm>
        </p:grpSpPr>
        <p:sp>
          <p:nvSpPr>
            <p:cNvPr id="3077" name=""/>
            <p:cNvSpPr/>
            <p:nvPr/>
          </p:nvSpPr>
          <p:spPr>
            <a:xfrm>
              <a:off x="1447920" y="168300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8" name=""/>
            <p:cNvSpPr/>
            <p:nvPr/>
          </p:nvSpPr>
          <p:spPr>
            <a:xfrm>
              <a:off x="1589040" y="1676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9" name=""/>
          <p:cNvGrpSpPr/>
          <p:nvPr/>
        </p:nvGrpSpPr>
        <p:grpSpPr>
          <a:xfrm>
            <a:off x="2438280" y="5334120"/>
            <a:ext cx="461520" cy="200520"/>
            <a:chOff x="2438280" y="5334120"/>
            <a:chExt cx="461520" cy="200520"/>
          </a:xfrm>
        </p:grpSpPr>
        <p:sp>
          <p:nvSpPr>
            <p:cNvPr id="3080" name=""/>
            <p:cNvSpPr/>
            <p:nvPr/>
          </p:nvSpPr>
          <p:spPr>
            <a:xfrm>
              <a:off x="2438280" y="534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1" name=""/>
            <p:cNvSpPr/>
            <p:nvPr/>
          </p:nvSpPr>
          <p:spPr>
            <a:xfrm>
              <a:off x="256212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2" name=""/>
          <p:cNvGrpSpPr/>
          <p:nvPr/>
        </p:nvGrpSpPr>
        <p:grpSpPr>
          <a:xfrm>
            <a:off x="3276720" y="3733920"/>
            <a:ext cx="460080" cy="200520"/>
            <a:chOff x="3276720" y="3733920"/>
            <a:chExt cx="460080" cy="200520"/>
          </a:xfrm>
        </p:grpSpPr>
        <p:sp>
          <p:nvSpPr>
            <p:cNvPr id="3083" name=""/>
            <p:cNvSpPr/>
            <p:nvPr/>
          </p:nvSpPr>
          <p:spPr>
            <a:xfrm>
              <a:off x="3276720" y="37497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4" name=""/>
            <p:cNvSpPr/>
            <p:nvPr/>
          </p:nvSpPr>
          <p:spPr>
            <a:xfrm>
              <a:off x="339912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5" name=""/>
          <p:cNvGrpSpPr/>
          <p:nvPr/>
        </p:nvGrpSpPr>
        <p:grpSpPr>
          <a:xfrm>
            <a:off x="3581280" y="2209680"/>
            <a:ext cx="461520" cy="200520"/>
            <a:chOff x="3581280" y="2209680"/>
            <a:chExt cx="461520" cy="200520"/>
          </a:xfrm>
        </p:grpSpPr>
        <p:sp>
          <p:nvSpPr>
            <p:cNvPr id="3086" name=""/>
            <p:cNvSpPr/>
            <p:nvPr/>
          </p:nvSpPr>
          <p:spPr>
            <a:xfrm>
              <a:off x="3581280" y="2224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7" name=""/>
            <p:cNvSpPr/>
            <p:nvPr/>
          </p:nvSpPr>
          <p:spPr>
            <a:xfrm>
              <a:off x="370512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8" name=""/>
          <p:cNvGrpSpPr/>
          <p:nvPr/>
        </p:nvGrpSpPr>
        <p:grpSpPr>
          <a:xfrm>
            <a:off x="2819520" y="6172200"/>
            <a:ext cx="461160" cy="200520"/>
            <a:chOff x="2819520" y="6172200"/>
            <a:chExt cx="461160" cy="200520"/>
          </a:xfrm>
        </p:grpSpPr>
        <p:sp>
          <p:nvSpPr>
            <p:cNvPr id="3089" name=""/>
            <p:cNvSpPr/>
            <p:nvPr/>
          </p:nvSpPr>
          <p:spPr>
            <a:xfrm>
              <a:off x="2819520" y="618804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0" name=""/>
            <p:cNvSpPr/>
            <p:nvPr/>
          </p:nvSpPr>
          <p:spPr>
            <a:xfrm>
              <a:off x="294300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91" name=""/>
          <p:cNvGrpSpPr/>
          <p:nvPr/>
        </p:nvGrpSpPr>
        <p:grpSpPr>
          <a:xfrm>
            <a:off x="3886200" y="380880"/>
            <a:ext cx="461520" cy="200520"/>
            <a:chOff x="3886200" y="380880"/>
            <a:chExt cx="461520" cy="200520"/>
          </a:xfrm>
        </p:grpSpPr>
        <p:sp>
          <p:nvSpPr>
            <p:cNvPr id="3092" name=""/>
            <p:cNvSpPr/>
            <p:nvPr/>
          </p:nvSpPr>
          <p:spPr>
            <a:xfrm>
              <a:off x="3886200" y="396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3" name=""/>
            <p:cNvSpPr/>
            <p:nvPr/>
          </p:nvSpPr>
          <p:spPr>
            <a:xfrm>
              <a:off x="4010040" y="380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94" name=""/>
          <p:cNvGrpSpPr/>
          <p:nvPr/>
        </p:nvGrpSpPr>
        <p:grpSpPr>
          <a:xfrm>
            <a:off x="4916520" y="2135160"/>
            <a:ext cx="468720" cy="200520"/>
            <a:chOff x="4916520" y="2135160"/>
            <a:chExt cx="468720" cy="200520"/>
          </a:xfrm>
        </p:grpSpPr>
        <p:sp>
          <p:nvSpPr>
            <p:cNvPr id="3095" name=""/>
            <p:cNvSpPr/>
            <p:nvPr/>
          </p:nvSpPr>
          <p:spPr>
            <a:xfrm>
              <a:off x="4916520" y="21510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6" name=""/>
            <p:cNvSpPr/>
            <p:nvPr/>
          </p:nvSpPr>
          <p:spPr>
            <a:xfrm>
              <a:off x="5047560" y="21351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97" name=""/>
          <p:cNvGrpSpPr/>
          <p:nvPr/>
        </p:nvGrpSpPr>
        <p:grpSpPr>
          <a:xfrm>
            <a:off x="5334120" y="4343400"/>
            <a:ext cx="460080" cy="200520"/>
            <a:chOff x="5334120" y="4343400"/>
            <a:chExt cx="460080" cy="200520"/>
          </a:xfrm>
        </p:grpSpPr>
        <p:sp>
          <p:nvSpPr>
            <p:cNvPr id="3098" name=""/>
            <p:cNvSpPr/>
            <p:nvPr/>
          </p:nvSpPr>
          <p:spPr>
            <a:xfrm>
              <a:off x="5334120" y="43574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9" name=""/>
            <p:cNvSpPr/>
            <p:nvPr/>
          </p:nvSpPr>
          <p:spPr>
            <a:xfrm>
              <a:off x="545652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0" name=""/>
          <p:cNvGrpSpPr/>
          <p:nvPr/>
        </p:nvGrpSpPr>
        <p:grpSpPr>
          <a:xfrm>
            <a:off x="4910040" y="1357200"/>
            <a:ext cx="469080" cy="200520"/>
            <a:chOff x="4910040" y="1357200"/>
            <a:chExt cx="469080" cy="200520"/>
          </a:xfrm>
        </p:grpSpPr>
        <p:sp>
          <p:nvSpPr>
            <p:cNvPr id="3101" name=""/>
            <p:cNvSpPr/>
            <p:nvPr/>
          </p:nvSpPr>
          <p:spPr>
            <a:xfrm>
              <a:off x="4910040" y="13730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2" name=""/>
            <p:cNvSpPr/>
            <p:nvPr/>
          </p:nvSpPr>
          <p:spPr>
            <a:xfrm>
              <a:off x="5041440" y="13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3" name=""/>
          <p:cNvGrpSpPr/>
          <p:nvPr/>
        </p:nvGrpSpPr>
        <p:grpSpPr>
          <a:xfrm>
            <a:off x="4141800" y="4352760"/>
            <a:ext cx="468720" cy="200520"/>
            <a:chOff x="4141800" y="4352760"/>
            <a:chExt cx="468720" cy="200520"/>
          </a:xfrm>
        </p:grpSpPr>
        <p:sp>
          <p:nvSpPr>
            <p:cNvPr id="3104" name=""/>
            <p:cNvSpPr/>
            <p:nvPr/>
          </p:nvSpPr>
          <p:spPr>
            <a:xfrm>
              <a:off x="4141800" y="4367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5" name=""/>
            <p:cNvSpPr/>
            <p:nvPr/>
          </p:nvSpPr>
          <p:spPr>
            <a:xfrm>
              <a:off x="4272840" y="4352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6" name=""/>
          <p:cNvGrpSpPr/>
          <p:nvPr/>
        </p:nvGrpSpPr>
        <p:grpSpPr>
          <a:xfrm>
            <a:off x="3809880" y="3124080"/>
            <a:ext cx="461520" cy="200520"/>
            <a:chOff x="3809880" y="3124080"/>
            <a:chExt cx="461520" cy="200520"/>
          </a:xfrm>
        </p:grpSpPr>
        <p:sp>
          <p:nvSpPr>
            <p:cNvPr id="3107" name=""/>
            <p:cNvSpPr/>
            <p:nvPr/>
          </p:nvSpPr>
          <p:spPr>
            <a:xfrm>
              <a:off x="3809880" y="3138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8" name=""/>
            <p:cNvSpPr/>
            <p:nvPr/>
          </p:nvSpPr>
          <p:spPr>
            <a:xfrm>
              <a:off x="393372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9" name=""/>
          <p:cNvGrpSpPr/>
          <p:nvPr/>
        </p:nvGrpSpPr>
        <p:grpSpPr>
          <a:xfrm>
            <a:off x="4395960" y="5738760"/>
            <a:ext cx="461520" cy="200520"/>
            <a:chOff x="4395960" y="5738760"/>
            <a:chExt cx="461520" cy="200520"/>
          </a:xfrm>
        </p:grpSpPr>
        <p:sp>
          <p:nvSpPr>
            <p:cNvPr id="3110" name=""/>
            <p:cNvSpPr/>
            <p:nvPr/>
          </p:nvSpPr>
          <p:spPr>
            <a:xfrm>
              <a:off x="4395960" y="575460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1" name=""/>
            <p:cNvSpPr/>
            <p:nvPr/>
          </p:nvSpPr>
          <p:spPr>
            <a:xfrm>
              <a:off x="4519800" y="57387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2" name=""/>
          <p:cNvGrpSpPr/>
          <p:nvPr/>
        </p:nvGrpSpPr>
        <p:grpSpPr>
          <a:xfrm>
            <a:off x="5029200" y="609480"/>
            <a:ext cx="461520" cy="200520"/>
            <a:chOff x="5029200" y="609480"/>
            <a:chExt cx="461520" cy="200520"/>
          </a:xfrm>
        </p:grpSpPr>
        <p:sp>
          <p:nvSpPr>
            <p:cNvPr id="3113" name=""/>
            <p:cNvSpPr/>
            <p:nvPr/>
          </p:nvSpPr>
          <p:spPr>
            <a:xfrm>
              <a:off x="5029200" y="625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4" name=""/>
            <p:cNvSpPr/>
            <p:nvPr/>
          </p:nvSpPr>
          <p:spPr>
            <a:xfrm>
              <a:off x="515304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5" name=""/>
          <p:cNvGrpSpPr/>
          <p:nvPr/>
        </p:nvGrpSpPr>
        <p:grpSpPr>
          <a:xfrm>
            <a:off x="5479920" y="5135400"/>
            <a:ext cx="461520" cy="200520"/>
            <a:chOff x="5479920" y="5135400"/>
            <a:chExt cx="461520" cy="200520"/>
          </a:xfrm>
        </p:grpSpPr>
        <p:sp>
          <p:nvSpPr>
            <p:cNvPr id="3116" name=""/>
            <p:cNvSpPr/>
            <p:nvPr/>
          </p:nvSpPr>
          <p:spPr>
            <a:xfrm>
              <a:off x="5479920" y="51512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7" name=""/>
            <p:cNvSpPr/>
            <p:nvPr/>
          </p:nvSpPr>
          <p:spPr>
            <a:xfrm>
              <a:off x="5603760" y="5135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8" name=""/>
          <p:cNvGrpSpPr/>
          <p:nvPr/>
        </p:nvGrpSpPr>
        <p:grpSpPr>
          <a:xfrm>
            <a:off x="5943600" y="2514600"/>
            <a:ext cx="461880" cy="200520"/>
            <a:chOff x="5943600" y="2514600"/>
            <a:chExt cx="461880" cy="200520"/>
          </a:xfrm>
        </p:grpSpPr>
        <p:sp>
          <p:nvSpPr>
            <p:cNvPr id="3119" name=""/>
            <p:cNvSpPr/>
            <p:nvPr/>
          </p:nvSpPr>
          <p:spPr>
            <a:xfrm>
              <a:off x="5943600" y="25304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0" name=""/>
            <p:cNvSpPr/>
            <p:nvPr/>
          </p:nvSpPr>
          <p:spPr>
            <a:xfrm>
              <a:off x="606780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21" name=""/>
          <p:cNvGrpSpPr/>
          <p:nvPr/>
        </p:nvGrpSpPr>
        <p:grpSpPr>
          <a:xfrm>
            <a:off x="7238880" y="914400"/>
            <a:ext cx="460080" cy="200520"/>
            <a:chOff x="7238880" y="914400"/>
            <a:chExt cx="460080" cy="200520"/>
          </a:xfrm>
        </p:grpSpPr>
        <p:sp>
          <p:nvSpPr>
            <p:cNvPr id="3122" name=""/>
            <p:cNvSpPr/>
            <p:nvPr/>
          </p:nvSpPr>
          <p:spPr>
            <a:xfrm>
              <a:off x="7238880" y="9284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3" name=""/>
            <p:cNvSpPr/>
            <p:nvPr/>
          </p:nvSpPr>
          <p:spPr>
            <a:xfrm>
              <a:off x="7361280" y="914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24" name=""/>
          <p:cNvGrpSpPr/>
          <p:nvPr/>
        </p:nvGrpSpPr>
        <p:grpSpPr>
          <a:xfrm>
            <a:off x="5943600" y="3581280"/>
            <a:ext cx="460080" cy="200520"/>
            <a:chOff x="5943600" y="3581280"/>
            <a:chExt cx="460080" cy="200520"/>
          </a:xfrm>
        </p:grpSpPr>
        <p:sp>
          <p:nvSpPr>
            <p:cNvPr id="3125" name=""/>
            <p:cNvSpPr/>
            <p:nvPr/>
          </p:nvSpPr>
          <p:spPr>
            <a:xfrm>
              <a:off x="5943600" y="35956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6" name=""/>
            <p:cNvSpPr/>
            <p:nvPr/>
          </p:nvSpPr>
          <p:spPr>
            <a:xfrm>
              <a:off x="60660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27" name=""/>
          <p:cNvGrpSpPr/>
          <p:nvPr/>
        </p:nvGrpSpPr>
        <p:grpSpPr>
          <a:xfrm>
            <a:off x="5410080" y="5943600"/>
            <a:ext cx="461880" cy="200520"/>
            <a:chOff x="5410080" y="5943600"/>
            <a:chExt cx="461880" cy="200520"/>
          </a:xfrm>
        </p:grpSpPr>
        <p:sp>
          <p:nvSpPr>
            <p:cNvPr id="3128" name=""/>
            <p:cNvSpPr/>
            <p:nvPr/>
          </p:nvSpPr>
          <p:spPr>
            <a:xfrm>
              <a:off x="5410080" y="5957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9" name=""/>
            <p:cNvSpPr/>
            <p:nvPr/>
          </p:nvSpPr>
          <p:spPr>
            <a:xfrm>
              <a:off x="553428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30" name=""/>
          <p:cNvGrpSpPr/>
          <p:nvPr/>
        </p:nvGrpSpPr>
        <p:grpSpPr>
          <a:xfrm>
            <a:off x="3200400" y="1066680"/>
            <a:ext cx="460080" cy="200520"/>
            <a:chOff x="3200400" y="1066680"/>
            <a:chExt cx="460080" cy="200520"/>
          </a:xfrm>
        </p:grpSpPr>
        <p:sp>
          <p:nvSpPr>
            <p:cNvPr id="3131" name=""/>
            <p:cNvSpPr/>
            <p:nvPr/>
          </p:nvSpPr>
          <p:spPr>
            <a:xfrm>
              <a:off x="3200400" y="10807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2" name=""/>
            <p:cNvSpPr/>
            <p:nvPr/>
          </p:nvSpPr>
          <p:spPr>
            <a:xfrm>
              <a:off x="332280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33" name="Rounded Rectangle 313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134" name="Oval 3133"/>
          <p:cNvSpPr/>
          <p:nvPr/>
        </p:nvSpPr>
        <p:spPr>
          <a:xfrm>
            <a:off x="5002760" y="29514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Oval 3134"/>
          <p:cNvSpPr/>
          <p:nvPr/>
        </p:nvSpPr>
        <p:spPr>
          <a:xfrm>
            <a:off x="5042760" y="29914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136" name="Rounded Rectangle 3135"/>
          <p:cNvSpPr/>
          <p:nvPr/>
        </p:nvSpPr>
        <p:spPr>
          <a:xfrm>
            <a:off x="5312760" y="30114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137" name="Oval 3136"/>
          <p:cNvSpPr/>
          <p:nvPr/>
        </p:nvSpPr>
        <p:spPr>
          <a:xfrm>
            <a:off x="1344978" y="15800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Oval 3137"/>
          <p:cNvSpPr/>
          <p:nvPr/>
        </p:nvSpPr>
        <p:spPr>
          <a:xfrm>
            <a:off x="1384978" y="16200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139" name="Rounded Rectangle 3138"/>
          <p:cNvSpPr/>
          <p:nvPr/>
        </p:nvSpPr>
        <p:spPr>
          <a:xfrm>
            <a:off x="1654978" y="16400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140" name="Oval 3139"/>
          <p:cNvSpPr/>
          <p:nvPr/>
        </p:nvSpPr>
        <p:spPr>
          <a:xfrm>
            <a:off x="2326698" y="52369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Oval 3140"/>
          <p:cNvSpPr/>
          <p:nvPr/>
        </p:nvSpPr>
        <p:spPr>
          <a:xfrm>
            <a:off x="2366698" y="52769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142" name="Rounded Rectangle 3141"/>
          <p:cNvSpPr/>
          <p:nvPr/>
        </p:nvSpPr>
        <p:spPr>
          <a:xfrm>
            <a:off x="2636698" y="52969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143" name="Oval 3142"/>
          <p:cNvSpPr/>
          <p:nvPr/>
        </p:nvSpPr>
        <p:spPr>
          <a:xfrm>
            <a:off x="3164240" y="36381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Oval 3143"/>
          <p:cNvSpPr/>
          <p:nvPr/>
        </p:nvSpPr>
        <p:spPr>
          <a:xfrm>
            <a:off x="3204240" y="36781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145" name="Rounded Rectangle 3144"/>
          <p:cNvSpPr/>
          <p:nvPr/>
        </p:nvSpPr>
        <p:spPr>
          <a:xfrm>
            <a:off x="3474240" y="36981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146" name="Oval 3145"/>
          <p:cNvSpPr/>
          <p:nvPr/>
        </p:nvSpPr>
        <p:spPr>
          <a:xfrm>
            <a:off x="3469699" y="21124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Oval 3146"/>
          <p:cNvSpPr/>
          <p:nvPr/>
        </p:nvSpPr>
        <p:spPr>
          <a:xfrm>
            <a:off x="3509699" y="21524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148" name="Rounded Rectangle 3147"/>
          <p:cNvSpPr/>
          <p:nvPr/>
        </p:nvSpPr>
        <p:spPr>
          <a:xfrm>
            <a:off x="3779699" y="21724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149" name="Oval 3148"/>
          <p:cNvSpPr/>
          <p:nvPr/>
        </p:nvSpPr>
        <p:spPr>
          <a:xfrm>
            <a:off x="2707758" y="60762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Oval 3149"/>
          <p:cNvSpPr/>
          <p:nvPr/>
        </p:nvSpPr>
        <p:spPr>
          <a:xfrm>
            <a:off x="2747758" y="61162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151" name="Rounded Rectangle 3150"/>
          <p:cNvSpPr/>
          <p:nvPr/>
        </p:nvSpPr>
        <p:spPr>
          <a:xfrm>
            <a:off x="3017758" y="61362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152" name="Oval 3151"/>
          <p:cNvSpPr/>
          <p:nvPr/>
        </p:nvSpPr>
        <p:spPr>
          <a:xfrm>
            <a:off x="3774618" y="2851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Oval 3152"/>
          <p:cNvSpPr/>
          <p:nvPr/>
        </p:nvSpPr>
        <p:spPr>
          <a:xfrm>
            <a:off x="3814618" y="3251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154" name="Rounded Rectangle 3153"/>
          <p:cNvSpPr/>
          <p:nvPr/>
        </p:nvSpPr>
        <p:spPr>
          <a:xfrm>
            <a:off x="4084618" y="3451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155" name="Oval 3154"/>
          <p:cNvSpPr/>
          <p:nvPr/>
        </p:nvSpPr>
        <p:spPr>
          <a:xfrm>
            <a:off x="4804942" y="20394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Oval 3155"/>
          <p:cNvSpPr/>
          <p:nvPr/>
        </p:nvSpPr>
        <p:spPr>
          <a:xfrm>
            <a:off x="4844942" y="20794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157" name="Rounded Rectangle 3156"/>
          <p:cNvSpPr/>
          <p:nvPr/>
        </p:nvSpPr>
        <p:spPr>
          <a:xfrm>
            <a:off x="5114942" y="20994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158" name="Oval 3157"/>
          <p:cNvSpPr/>
          <p:nvPr/>
        </p:nvSpPr>
        <p:spPr>
          <a:xfrm>
            <a:off x="5221641" y="42458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Oval 3158"/>
          <p:cNvSpPr/>
          <p:nvPr/>
        </p:nvSpPr>
        <p:spPr>
          <a:xfrm>
            <a:off x="5261641" y="42858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160" name="Rounded Rectangle 3159"/>
          <p:cNvSpPr/>
          <p:nvPr/>
        </p:nvSpPr>
        <p:spPr>
          <a:xfrm>
            <a:off x="5531641" y="43058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161" name="Oval 3160"/>
          <p:cNvSpPr/>
          <p:nvPr/>
        </p:nvSpPr>
        <p:spPr>
          <a:xfrm>
            <a:off x="4798460" y="12607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Oval 3161"/>
          <p:cNvSpPr/>
          <p:nvPr/>
        </p:nvSpPr>
        <p:spPr>
          <a:xfrm>
            <a:off x="4838460" y="13007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163" name="Rounded Rectangle 3162"/>
          <p:cNvSpPr/>
          <p:nvPr/>
        </p:nvSpPr>
        <p:spPr>
          <a:xfrm>
            <a:off x="5108460" y="13207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164" name="Oval 3163"/>
          <p:cNvSpPr/>
          <p:nvPr/>
        </p:nvSpPr>
        <p:spPr>
          <a:xfrm>
            <a:off x="4030219" y="42555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Oval 3164"/>
          <p:cNvSpPr/>
          <p:nvPr/>
        </p:nvSpPr>
        <p:spPr>
          <a:xfrm>
            <a:off x="4070219" y="42955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166" name="Rounded Rectangle 3165"/>
          <p:cNvSpPr/>
          <p:nvPr/>
        </p:nvSpPr>
        <p:spPr>
          <a:xfrm>
            <a:off x="4340219" y="43155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167" name="Oval 3166"/>
          <p:cNvSpPr/>
          <p:nvPr/>
        </p:nvSpPr>
        <p:spPr>
          <a:xfrm>
            <a:off x="3698299" y="30268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Oval 3167"/>
          <p:cNvSpPr/>
          <p:nvPr/>
        </p:nvSpPr>
        <p:spPr>
          <a:xfrm>
            <a:off x="3738299" y="30668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169" name="Rounded Rectangle 3168"/>
          <p:cNvSpPr/>
          <p:nvPr/>
        </p:nvSpPr>
        <p:spPr>
          <a:xfrm>
            <a:off x="4008299" y="30868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170" name="Oval 3169"/>
          <p:cNvSpPr/>
          <p:nvPr/>
        </p:nvSpPr>
        <p:spPr>
          <a:xfrm>
            <a:off x="4284378" y="564229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Oval 3170"/>
          <p:cNvSpPr/>
          <p:nvPr/>
        </p:nvSpPr>
        <p:spPr>
          <a:xfrm>
            <a:off x="4324378" y="568229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172" name="Rounded Rectangle 3171"/>
          <p:cNvSpPr/>
          <p:nvPr/>
        </p:nvSpPr>
        <p:spPr>
          <a:xfrm>
            <a:off x="4594378" y="570229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173" name="Oval 3172"/>
          <p:cNvSpPr/>
          <p:nvPr/>
        </p:nvSpPr>
        <p:spPr>
          <a:xfrm>
            <a:off x="4917619" y="5137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Oval 3173"/>
          <p:cNvSpPr/>
          <p:nvPr/>
        </p:nvSpPr>
        <p:spPr>
          <a:xfrm>
            <a:off x="4957619" y="5537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175" name="Rounded Rectangle 3174"/>
          <p:cNvSpPr/>
          <p:nvPr/>
        </p:nvSpPr>
        <p:spPr>
          <a:xfrm>
            <a:off x="5227619" y="5737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176" name="Oval 3175"/>
          <p:cNvSpPr/>
          <p:nvPr/>
        </p:nvSpPr>
        <p:spPr>
          <a:xfrm>
            <a:off x="5368342" y="50387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Oval 3176"/>
          <p:cNvSpPr/>
          <p:nvPr/>
        </p:nvSpPr>
        <p:spPr>
          <a:xfrm>
            <a:off x="5408342" y="50787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178" name="Rounded Rectangle 3177"/>
          <p:cNvSpPr/>
          <p:nvPr/>
        </p:nvSpPr>
        <p:spPr>
          <a:xfrm>
            <a:off x="5678342" y="50987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179" name="Oval 3178"/>
          <p:cNvSpPr/>
          <p:nvPr/>
        </p:nvSpPr>
        <p:spPr>
          <a:xfrm>
            <a:off x="5832020" y="24181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Oval 3179"/>
          <p:cNvSpPr/>
          <p:nvPr/>
        </p:nvSpPr>
        <p:spPr>
          <a:xfrm>
            <a:off x="5872020" y="24581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181" name="Rounded Rectangle 3180"/>
          <p:cNvSpPr/>
          <p:nvPr/>
        </p:nvSpPr>
        <p:spPr>
          <a:xfrm>
            <a:off x="6142020" y="24781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182" name="Oval 3181"/>
          <p:cNvSpPr/>
          <p:nvPr/>
        </p:nvSpPr>
        <p:spPr>
          <a:xfrm>
            <a:off x="7126579" y="8166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Oval 3182"/>
          <p:cNvSpPr/>
          <p:nvPr/>
        </p:nvSpPr>
        <p:spPr>
          <a:xfrm>
            <a:off x="7166579" y="8566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184" name="Rounded Rectangle 3183"/>
          <p:cNvSpPr/>
          <p:nvPr/>
        </p:nvSpPr>
        <p:spPr>
          <a:xfrm>
            <a:off x="7436579" y="8766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185" name="Oval 3184"/>
          <p:cNvSpPr/>
          <p:nvPr/>
        </p:nvSpPr>
        <p:spPr>
          <a:xfrm>
            <a:off x="5831301" y="34840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Oval 3185"/>
          <p:cNvSpPr/>
          <p:nvPr/>
        </p:nvSpPr>
        <p:spPr>
          <a:xfrm>
            <a:off x="5871301" y="35240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187" name="Rounded Rectangle 3186"/>
          <p:cNvSpPr/>
          <p:nvPr/>
        </p:nvSpPr>
        <p:spPr>
          <a:xfrm>
            <a:off x="6141301" y="35440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188" name="Oval 3187"/>
          <p:cNvSpPr/>
          <p:nvPr/>
        </p:nvSpPr>
        <p:spPr>
          <a:xfrm>
            <a:off x="5298501" y="58458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Oval 3188"/>
          <p:cNvSpPr/>
          <p:nvPr/>
        </p:nvSpPr>
        <p:spPr>
          <a:xfrm>
            <a:off x="5338501" y="58858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190" name="Rounded Rectangle 3189"/>
          <p:cNvSpPr/>
          <p:nvPr/>
        </p:nvSpPr>
        <p:spPr>
          <a:xfrm>
            <a:off x="5608501" y="59058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191" name="Oval 3190"/>
          <p:cNvSpPr/>
          <p:nvPr/>
        </p:nvSpPr>
        <p:spPr>
          <a:xfrm>
            <a:off x="3087921" y="969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Oval 3191"/>
          <p:cNvSpPr/>
          <p:nvPr/>
        </p:nvSpPr>
        <p:spPr>
          <a:xfrm>
            <a:off x="3127921" y="1009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193" name="Rounded Rectangle 3192"/>
          <p:cNvSpPr/>
          <p:nvPr/>
        </p:nvSpPr>
        <p:spPr>
          <a:xfrm>
            <a:off x="3397921" y="1029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"/>
          <p:cNvSpPr/>
          <p:nvPr/>
        </p:nvSpPr>
        <p:spPr>
          <a:xfrm>
            <a:off x="3114360" y="50760"/>
            <a:ext cx="29149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32: RJTT | RWY 22 | STAR NYLON2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4" name=""/>
          <p:cNvSpPr/>
          <p:nvPr/>
        </p:nvSpPr>
        <p:spPr>
          <a:xfrm flipV="1">
            <a:off x="5086440" y="4495680"/>
            <a:ext cx="446040" cy="874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5" name=""/>
          <p:cNvSpPr/>
          <p:nvPr/>
        </p:nvSpPr>
        <p:spPr>
          <a:xfrm flipH="1" flipV="1">
            <a:off x="5357520" y="3394080"/>
            <a:ext cx="174600" cy="1101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6" name=""/>
          <p:cNvSpPr/>
          <p:nvPr/>
        </p:nvSpPr>
        <p:spPr>
          <a:xfrm flipH="1" flipV="1">
            <a:off x="5182920" y="2293920"/>
            <a:ext cx="174600" cy="11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7" name=""/>
          <p:cNvSpPr/>
          <p:nvPr/>
        </p:nvSpPr>
        <p:spPr>
          <a:xfrm flipH="1" flipV="1">
            <a:off x="4970160" y="1639440"/>
            <a:ext cx="212760" cy="654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8" name=""/>
          <p:cNvSpPr/>
          <p:nvPr/>
        </p:nvSpPr>
        <p:spPr>
          <a:xfrm flipH="1">
            <a:off x="4665240" y="1639800"/>
            <a:ext cx="304920" cy="986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9" name=""/>
          <p:cNvSpPr/>
          <p:nvPr/>
        </p:nvSpPr>
        <p:spPr>
          <a:xfrm flipH="1">
            <a:off x="4540320" y="1738440"/>
            <a:ext cx="125280" cy="41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5760" bIns="-5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0" name=""/>
          <p:cNvSpPr/>
          <p:nvPr/>
        </p:nvSpPr>
        <p:spPr>
          <a:xfrm flipH="1">
            <a:off x="3611520" y="1779480"/>
            <a:ext cx="928800" cy="301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41" name=""/>
          <p:cNvGrpSpPr/>
          <p:nvPr/>
        </p:nvGrpSpPr>
        <p:grpSpPr>
          <a:xfrm>
            <a:off x="5022720" y="5307120"/>
            <a:ext cx="741600" cy="200520"/>
            <a:chOff x="5022720" y="5307120"/>
            <a:chExt cx="741600" cy="200520"/>
          </a:xfrm>
        </p:grpSpPr>
        <p:sp>
          <p:nvSpPr>
            <p:cNvPr id="3142" name=""/>
            <p:cNvSpPr/>
            <p:nvPr/>
          </p:nvSpPr>
          <p:spPr>
            <a:xfrm>
              <a:off x="502272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3" name=""/>
            <p:cNvSpPr/>
            <p:nvPr/>
          </p:nvSpPr>
          <p:spPr>
            <a:xfrm>
              <a:off x="5189040" y="5307120"/>
              <a:ext cx="5752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'ADDUM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4" name=""/>
          <p:cNvGrpSpPr/>
          <p:nvPr/>
        </p:nvGrpSpPr>
        <p:grpSpPr>
          <a:xfrm>
            <a:off x="5481720" y="4432320"/>
            <a:ext cx="540360" cy="200520"/>
            <a:chOff x="5481720" y="4432320"/>
            <a:chExt cx="540360" cy="200520"/>
          </a:xfrm>
        </p:grpSpPr>
        <p:sp>
          <p:nvSpPr>
            <p:cNvPr id="3145" name=""/>
            <p:cNvSpPr/>
            <p:nvPr/>
          </p:nvSpPr>
          <p:spPr>
            <a:xfrm>
              <a:off x="5481720" y="44449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6" name=""/>
            <p:cNvSpPr/>
            <p:nvPr/>
          </p:nvSpPr>
          <p:spPr>
            <a:xfrm>
              <a:off x="5601960" y="443232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BLITZ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7" name=""/>
          <p:cNvGrpSpPr/>
          <p:nvPr/>
        </p:nvGrpSpPr>
        <p:grpSpPr>
          <a:xfrm>
            <a:off x="5307120" y="3330720"/>
            <a:ext cx="569880" cy="200520"/>
            <a:chOff x="5307120" y="3330720"/>
            <a:chExt cx="569880" cy="200520"/>
          </a:xfrm>
        </p:grpSpPr>
        <p:sp>
          <p:nvSpPr>
            <p:cNvPr id="3148" name=""/>
            <p:cNvSpPr/>
            <p:nvPr/>
          </p:nvSpPr>
          <p:spPr>
            <a:xfrm>
              <a:off x="5307120" y="33433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9" name=""/>
            <p:cNvSpPr/>
            <p:nvPr/>
          </p:nvSpPr>
          <p:spPr>
            <a:xfrm>
              <a:off x="5397480" y="33307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BRASS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0" name=""/>
          <p:cNvGrpSpPr/>
          <p:nvPr/>
        </p:nvGrpSpPr>
        <p:grpSpPr>
          <a:xfrm>
            <a:off x="5132520" y="2230560"/>
            <a:ext cx="572040" cy="200520"/>
            <a:chOff x="5132520" y="2230560"/>
            <a:chExt cx="572040" cy="200520"/>
          </a:xfrm>
        </p:grpSpPr>
        <p:sp>
          <p:nvSpPr>
            <p:cNvPr id="3151" name=""/>
            <p:cNvSpPr/>
            <p:nvPr/>
          </p:nvSpPr>
          <p:spPr>
            <a:xfrm>
              <a:off x="5132520" y="22431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2" name=""/>
            <p:cNvSpPr/>
            <p:nvPr/>
          </p:nvSpPr>
          <p:spPr>
            <a:xfrm>
              <a:off x="5220720" y="223056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NYLON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3" name=""/>
          <p:cNvGrpSpPr/>
          <p:nvPr/>
        </p:nvGrpSpPr>
        <p:grpSpPr>
          <a:xfrm>
            <a:off x="4930920" y="1576440"/>
            <a:ext cx="527040" cy="200520"/>
            <a:chOff x="4930920" y="1576440"/>
            <a:chExt cx="527040" cy="200520"/>
          </a:xfrm>
        </p:grpSpPr>
        <p:sp>
          <p:nvSpPr>
            <p:cNvPr id="3154" name=""/>
            <p:cNvSpPr/>
            <p:nvPr/>
          </p:nvSpPr>
          <p:spPr>
            <a:xfrm>
              <a:off x="4930920" y="1598760"/>
              <a:ext cx="8064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5" name=""/>
            <p:cNvSpPr/>
            <p:nvPr/>
          </p:nvSpPr>
          <p:spPr>
            <a:xfrm>
              <a:off x="5022720" y="157644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NIFTY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6" name=""/>
          <p:cNvGrpSpPr/>
          <p:nvPr/>
        </p:nvGrpSpPr>
        <p:grpSpPr>
          <a:xfrm>
            <a:off x="4624560" y="1674720"/>
            <a:ext cx="551520" cy="200520"/>
            <a:chOff x="4624560" y="1674720"/>
            <a:chExt cx="551520" cy="200520"/>
          </a:xfrm>
        </p:grpSpPr>
        <p:sp>
          <p:nvSpPr>
            <p:cNvPr id="3157" name=""/>
            <p:cNvSpPr/>
            <p:nvPr/>
          </p:nvSpPr>
          <p:spPr>
            <a:xfrm>
              <a:off x="4624560" y="1697040"/>
              <a:ext cx="806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8" name=""/>
            <p:cNvSpPr/>
            <p:nvPr/>
          </p:nvSpPr>
          <p:spPr>
            <a:xfrm>
              <a:off x="4692240" y="16747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NEXUS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59" name=""/>
          <p:cNvGrpSpPr/>
          <p:nvPr/>
        </p:nvGrpSpPr>
        <p:grpSpPr>
          <a:xfrm>
            <a:off x="4500720" y="1716120"/>
            <a:ext cx="537120" cy="200520"/>
            <a:chOff x="4500720" y="1716120"/>
            <a:chExt cx="537120" cy="200520"/>
          </a:xfrm>
        </p:grpSpPr>
        <p:sp>
          <p:nvSpPr>
            <p:cNvPr id="3160" name=""/>
            <p:cNvSpPr/>
            <p:nvPr/>
          </p:nvSpPr>
          <p:spPr>
            <a:xfrm>
              <a:off x="4500720" y="173844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1" name=""/>
            <p:cNvSpPr/>
            <p:nvPr/>
          </p:nvSpPr>
          <p:spPr>
            <a:xfrm>
              <a:off x="4582800" y="171612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NITRO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2" name=""/>
          <p:cNvGrpSpPr/>
          <p:nvPr/>
        </p:nvGrpSpPr>
        <p:grpSpPr>
          <a:xfrm>
            <a:off x="3548160" y="2017800"/>
            <a:ext cx="646560" cy="200520"/>
            <a:chOff x="3548160" y="2017800"/>
            <a:chExt cx="646560" cy="200520"/>
          </a:xfrm>
        </p:grpSpPr>
        <p:sp>
          <p:nvSpPr>
            <p:cNvPr id="3163" name=""/>
            <p:cNvSpPr/>
            <p:nvPr/>
          </p:nvSpPr>
          <p:spPr>
            <a:xfrm>
              <a:off x="3548160" y="20178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4" name=""/>
            <p:cNvSpPr/>
            <p:nvPr/>
          </p:nvSpPr>
          <p:spPr>
            <a:xfrm>
              <a:off x="3702960" y="2017800"/>
              <a:ext cx="4917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'RW22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5" name=""/>
          <p:cNvGrpSpPr/>
          <p:nvPr/>
        </p:nvGrpSpPr>
        <p:grpSpPr>
          <a:xfrm>
            <a:off x="7924680" y="3657600"/>
            <a:ext cx="479160" cy="200520"/>
            <a:chOff x="7924680" y="3657600"/>
            <a:chExt cx="479160" cy="200520"/>
          </a:xfrm>
        </p:grpSpPr>
        <p:sp>
          <p:nvSpPr>
            <p:cNvPr id="3166" name=""/>
            <p:cNvSpPr/>
            <p:nvPr/>
          </p:nvSpPr>
          <p:spPr>
            <a:xfrm>
              <a:off x="7924680" y="366408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7" name=""/>
            <p:cNvSpPr/>
            <p:nvPr/>
          </p:nvSpPr>
          <p:spPr>
            <a:xfrm>
              <a:off x="8066160" y="365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8" name=""/>
          <p:cNvGrpSpPr/>
          <p:nvPr/>
        </p:nvGrpSpPr>
        <p:grpSpPr>
          <a:xfrm>
            <a:off x="762120" y="4343400"/>
            <a:ext cx="479160" cy="200520"/>
            <a:chOff x="762120" y="4343400"/>
            <a:chExt cx="479160" cy="200520"/>
          </a:xfrm>
        </p:grpSpPr>
        <p:sp>
          <p:nvSpPr>
            <p:cNvPr id="3169" name=""/>
            <p:cNvSpPr/>
            <p:nvPr/>
          </p:nvSpPr>
          <p:spPr>
            <a:xfrm>
              <a:off x="762120" y="434952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0" name=""/>
            <p:cNvSpPr/>
            <p:nvPr/>
          </p:nvSpPr>
          <p:spPr>
            <a:xfrm>
              <a:off x="90360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1" name=""/>
          <p:cNvGrpSpPr/>
          <p:nvPr/>
        </p:nvGrpSpPr>
        <p:grpSpPr>
          <a:xfrm>
            <a:off x="1828800" y="1295280"/>
            <a:ext cx="459720" cy="200520"/>
            <a:chOff x="1828800" y="1295280"/>
            <a:chExt cx="459720" cy="200520"/>
          </a:xfrm>
        </p:grpSpPr>
        <p:sp>
          <p:nvSpPr>
            <p:cNvPr id="3172" name=""/>
            <p:cNvSpPr/>
            <p:nvPr/>
          </p:nvSpPr>
          <p:spPr>
            <a:xfrm>
              <a:off x="1828800" y="13096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3" name=""/>
            <p:cNvSpPr/>
            <p:nvPr/>
          </p:nvSpPr>
          <p:spPr>
            <a:xfrm>
              <a:off x="1950840" y="1295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4" name=""/>
          <p:cNvGrpSpPr/>
          <p:nvPr/>
        </p:nvGrpSpPr>
        <p:grpSpPr>
          <a:xfrm>
            <a:off x="4114800" y="2362320"/>
            <a:ext cx="461520" cy="200520"/>
            <a:chOff x="4114800" y="2362320"/>
            <a:chExt cx="461520" cy="200520"/>
          </a:xfrm>
        </p:grpSpPr>
        <p:sp>
          <p:nvSpPr>
            <p:cNvPr id="3175" name=""/>
            <p:cNvSpPr/>
            <p:nvPr/>
          </p:nvSpPr>
          <p:spPr>
            <a:xfrm>
              <a:off x="4114800" y="2378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6" name=""/>
            <p:cNvSpPr/>
            <p:nvPr/>
          </p:nvSpPr>
          <p:spPr>
            <a:xfrm>
              <a:off x="423864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77" name=""/>
          <p:cNvGrpSpPr/>
          <p:nvPr/>
        </p:nvGrpSpPr>
        <p:grpSpPr>
          <a:xfrm>
            <a:off x="7772400" y="685800"/>
            <a:ext cx="460080" cy="200520"/>
            <a:chOff x="7772400" y="685800"/>
            <a:chExt cx="460080" cy="200520"/>
          </a:xfrm>
        </p:grpSpPr>
        <p:sp>
          <p:nvSpPr>
            <p:cNvPr id="3178" name=""/>
            <p:cNvSpPr/>
            <p:nvPr/>
          </p:nvSpPr>
          <p:spPr>
            <a:xfrm>
              <a:off x="7772400" y="701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9" name=""/>
            <p:cNvSpPr/>
            <p:nvPr/>
          </p:nvSpPr>
          <p:spPr>
            <a:xfrm>
              <a:off x="7894800" y="685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0" name=""/>
          <p:cNvGrpSpPr/>
          <p:nvPr/>
        </p:nvGrpSpPr>
        <p:grpSpPr>
          <a:xfrm>
            <a:off x="3581280" y="6095880"/>
            <a:ext cx="461520" cy="200520"/>
            <a:chOff x="3581280" y="6095880"/>
            <a:chExt cx="461520" cy="200520"/>
          </a:xfrm>
        </p:grpSpPr>
        <p:sp>
          <p:nvSpPr>
            <p:cNvPr id="3181" name=""/>
            <p:cNvSpPr/>
            <p:nvPr/>
          </p:nvSpPr>
          <p:spPr>
            <a:xfrm>
              <a:off x="3581280" y="6111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2" name=""/>
            <p:cNvSpPr/>
            <p:nvPr/>
          </p:nvSpPr>
          <p:spPr>
            <a:xfrm>
              <a:off x="370512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3" name=""/>
          <p:cNvGrpSpPr/>
          <p:nvPr/>
        </p:nvGrpSpPr>
        <p:grpSpPr>
          <a:xfrm>
            <a:off x="5835600" y="6094440"/>
            <a:ext cx="461880" cy="200520"/>
            <a:chOff x="5835600" y="6094440"/>
            <a:chExt cx="461880" cy="200520"/>
          </a:xfrm>
        </p:grpSpPr>
        <p:sp>
          <p:nvSpPr>
            <p:cNvPr id="3184" name=""/>
            <p:cNvSpPr/>
            <p:nvPr/>
          </p:nvSpPr>
          <p:spPr>
            <a:xfrm>
              <a:off x="5835600" y="610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5" name=""/>
            <p:cNvSpPr/>
            <p:nvPr/>
          </p:nvSpPr>
          <p:spPr>
            <a:xfrm>
              <a:off x="5959800" y="609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6" name=""/>
          <p:cNvGrpSpPr/>
          <p:nvPr/>
        </p:nvGrpSpPr>
        <p:grpSpPr>
          <a:xfrm>
            <a:off x="6477120" y="3733920"/>
            <a:ext cx="461160" cy="200520"/>
            <a:chOff x="6477120" y="3733920"/>
            <a:chExt cx="461160" cy="200520"/>
          </a:xfrm>
        </p:grpSpPr>
        <p:sp>
          <p:nvSpPr>
            <p:cNvPr id="3187" name=""/>
            <p:cNvSpPr/>
            <p:nvPr/>
          </p:nvSpPr>
          <p:spPr>
            <a:xfrm>
              <a:off x="6477120" y="37497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8" name=""/>
            <p:cNvSpPr/>
            <p:nvPr/>
          </p:nvSpPr>
          <p:spPr>
            <a:xfrm>
              <a:off x="6600600" y="3733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9" name=""/>
          <p:cNvGrpSpPr/>
          <p:nvPr/>
        </p:nvGrpSpPr>
        <p:grpSpPr>
          <a:xfrm>
            <a:off x="4114800" y="5105520"/>
            <a:ext cx="461520" cy="200520"/>
            <a:chOff x="4114800" y="5105520"/>
            <a:chExt cx="461520" cy="200520"/>
          </a:xfrm>
        </p:grpSpPr>
        <p:sp>
          <p:nvSpPr>
            <p:cNvPr id="3190" name=""/>
            <p:cNvSpPr/>
            <p:nvPr/>
          </p:nvSpPr>
          <p:spPr>
            <a:xfrm>
              <a:off x="4114800" y="5119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1" name=""/>
            <p:cNvSpPr/>
            <p:nvPr/>
          </p:nvSpPr>
          <p:spPr>
            <a:xfrm>
              <a:off x="423864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2" name=""/>
          <p:cNvGrpSpPr/>
          <p:nvPr/>
        </p:nvGrpSpPr>
        <p:grpSpPr>
          <a:xfrm>
            <a:off x="3809880" y="1143000"/>
            <a:ext cx="461520" cy="200520"/>
            <a:chOff x="3809880" y="1143000"/>
            <a:chExt cx="461520" cy="200520"/>
          </a:xfrm>
        </p:grpSpPr>
        <p:sp>
          <p:nvSpPr>
            <p:cNvPr id="3193" name=""/>
            <p:cNvSpPr/>
            <p:nvPr/>
          </p:nvSpPr>
          <p:spPr>
            <a:xfrm>
              <a:off x="3809880" y="11588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4" name=""/>
            <p:cNvSpPr/>
            <p:nvPr/>
          </p:nvSpPr>
          <p:spPr>
            <a:xfrm>
              <a:off x="393372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5" name=""/>
          <p:cNvGrpSpPr/>
          <p:nvPr/>
        </p:nvGrpSpPr>
        <p:grpSpPr>
          <a:xfrm>
            <a:off x="6781680" y="1752480"/>
            <a:ext cx="461880" cy="200520"/>
            <a:chOff x="6781680" y="1752480"/>
            <a:chExt cx="461880" cy="200520"/>
          </a:xfrm>
        </p:grpSpPr>
        <p:sp>
          <p:nvSpPr>
            <p:cNvPr id="3196" name=""/>
            <p:cNvSpPr/>
            <p:nvPr/>
          </p:nvSpPr>
          <p:spPr>
            <a:xfrm>
              <a:off x="6781680" y="1768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7" name=""/>
            <p:cNvSpPr/>
            <p:nvPr/>
          </p:nvSpPr>
          <p:spPr>
            <a:xfrm>
              <a:off x="690588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8" name=""/>
          <p:cNvGrpSpPr/>
          <p:nvPr/>
        </p:nvGrpSpPr>
        <p:grpSpPr>
          <a:xfrm>
            <a:off x="5486400" y="1905120"/>
            <a:ext cx="460080" cy="200520"/>
            <a:chOff x="5486400" y="1905120"/>
            <a:chExt cx="460080" cy="200520"/>
          </a:xfrm>
        </p:grpSpPr>
        <p:sp>
          <p:nvSpPr>
            <p:cNvPr id="3199" name=""/>
            <p:cNvSpPr/>
            <p:nvPr/>
          </p:nvSpPr>
          <p:spPr>
            <a:xfrm>
              <a:off x="5486400" y="19191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0" name=""/>
            <p:cNvSpPr/>
            <p:nvPr/>
          </p:nvSpPr>
          <p:spPr>
            <a:xfrm>
              <a:off x="560880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1" name=""/>
          <p:cNvGrpSpPr/>
          <p:nvPr/>
        </p:nvGrpSpPr>
        <p:grpSpPr>
          <a:xfrm>
            <a:off x="6400800" y="4876920"/>
            <a:ext cx="461520" cy="200520"/>
            <a:chOff x="6400800" y="4876920"/>
            <a:chExt cx="461520" cy="200520"/>
          </a:xfrm>
        </p:grpSpPr>
        <p:sp>
          <p:nvSpPr>
            <p:cNvPr id="3202" name=""/>
            <p:cNvSpPr/>
            <p:nvPr/>
          </p:nvSpPr>
          <p:spPr>
            <a:xfrm>
              <a:off x="6400800" y="48927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3" name=""/>
            <p:cNvSpPr/>
            <p:nvPr/>
          </p:nvSpPr>
          <p:spPr>
            <a:xfrm>
              <a:off x="652464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4" name=""/>
          <p:cNvGrpSpPr/>
          <p:nvPr/>
        </p:nvGrpSpPr>
        <p:grpSpPr>
          <a:xfrm>
            <a:off x="2743200" y="2743200"/>
            <a:ext cx="461520" cy="200520"/>
            <a:chOff x="2743200" y="2743200"/>
            <a:chExt cx="461520" cy="200520"/>
          </a:xfrm>
        </p:grpSpPr>
        <p:sp>
          <p:nvSpPr>
            <p:cNvPr id="3205" name=""/>
            <p:cNvSpPr/>
            <p:nvPr/>
          </p:nvSpPr>
          <p:spPr>
            <a:xfrm>
              <a:off x="2743200" y="2757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6" name=""/>
            <p:cNvSpPr/>
            <p:nvPr/>
          </p:nvSpPr>
          <p:spPr>
            <a:xfrm>
              <a:off x="286704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7" name=""/>
          <p:cNvGrpSpPr/>
          <p:nvPr/>
        </p:nvGrpSpPr>
        <p:grpSpPr>
          <a:xfrm>
            <a:off x="3124080" y="4495680"/>
            <a:ext cx="461520" cy="200520"/>
            <a:chOff x="3124080" y="4495680"/>
            <a:chExt cx="461520" cy="200520"/>
          </a:xfrm>
        </p:grpSpPr>
        <p:sp>
          <p:nvSpPr>
            <p:cNvPr id="3208" name=""/>
            <p:cNvSpPr/>
            <p:nvPr/>
          </p:nvSpPr>
          <p:spPr>
            <a:xfrm>
              <a:off x="3124080" y="4511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9" name=""/>
            <p:cNvSpPr/>
            <p:nvPr/>
          </p:nvSpPr>
          <p:spPr>
            <a:xfrm>
              <a:off x="3247920" y="4495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0" name=""/>
          <p:cNvGrpSpPr/>
          <p:nvPr/>
        </p:nvGrpSpPr>
        <p:grpSpPr>
          <a:xfrm>
            <a:off x="5257800" y="1066680"/>
            <a:ext cx="461880" cy="200520"/>
            <a:chOff x="5257800" y="1066680"/>
            <a:chExt cx="461880" cy="200520"/>
          </a:xfrm>
        </p:grpSpPr>
        <p:sp>
          <p:nvSpPr>
            <p:cNvPr id="3211" name=""/>
            <p:cNvSpPr/>
            <p:nvPr/>
          </p:nvSpPr>
          <p:spPr>
            <a:xfrm>
              <a:off x="5257800" y="1081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2" name=""/>
            <p:cNvSpPr/>
            <p:nvPr/>
          </p:nvSpPr>
          <p:spPr>
            <a:xfrm>
              <a:off x="538200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3" name=""/>
          <p:cNvGrpSpPr/>
          <p:nvPr/>
        </p:nvGrpSpPr>
        <p:grpSpPr>
          <a:xfrm>
            <a:off x="5846760" y="2765520"/>
            <a:ext cx="461880" cy="200520"/>
            <a:chOff x="5846760" y="2765520"/>
            <a:chExt cx="461880" cy="200520"/>
          </a:xfrm>
        </p:grpSpPr>
        <p:sp>
          <p:nvSpPr>
            <p:cNvPr id="3214" name=""/>
            <p:cNvSpPr/>
            <p:nvPr/>
          </p:nvSpPr>
          <p:spPr>
            <a:xfrm>
              <a:off x="5846760" y="27813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5" name=""/>
            <p:cNvSpPr/>
            <p:nvPr/>
          </p:nvSpPr>
          <p:spPr>
            <a:xfrm>
              <a:off x="5970960" y="276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6" name=""/>
          <p:cNvGrpSpPr/>
          <p:nvPr/>
        </p:nvGrpSpPr>
        <p:grpSpPr>
          <a:xfrm>
            <a:off x="1905120" y="5943600"/>
            <a:ext cx="459720" cy="200520"/>
            <a:chOff x="1905120" y="5943600"/>
            <a:chExt cx="459720" cy="200520"/>
          </a:xfrm>
        </p:grpSpPr>
        <p:sp>
          <p:nvSpPr>
            <p:cNvPr id="3217" name=""/>
            <p:cNvSpPr/>
            <p:nvPr/>
          </p:nvSpPr>
          <p:spPr>
            <a:xfrm>
              <a:off x="1905120" y="59580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8" name=""/>
            <p:cNvSpPr/>
            <p:nvPr/>
          </p:nvSpPr>
          <p:spPr>
            <a:xfrm>
              <a:off x="2027160" y="5943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9" name=""/>
          <p:cNvGrpSpPr/>
          <p:nvPr/>
        </p:nvGrpSpPr>
        <p:grpSpPr>
          <a:xfrm>
            <a:off x="4114800" y="3809880"/>
            <a:ext cx="461520" cy="200520"/>
            <a:chOff x="4114800" y="3809880"/>
            <a:chExt cx="461520" cy="200520"/>
          </a:xfrm>
        </p:grpSpPr>
        <p:sp>
          <p:nvSpPr>
            <p:cNvPr id="3220" name=""/>
            <p:cNvSpPr/>
            <p:nvPr/>
          </p:nvSpPr>
          <p:spPr>
            <a:xfrm>
              <a:off x="4114800" y="3824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1" name=""/>
            <p:cNvSpPr/>
            <p:nvPr/>
          </p:nvSpPr>
          <p:spPr>
            <a:xfrm>
              <a:off x="423864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22" name=""/>
          <p:cNvGrpSpPr/>
          <p:nvPr/>
        </p:nvGrpSpPr>
        <p:grpSpPr>
          <a:xfrm>
            <a:off x="4419720" y="3048120"/>
            <a:ext cx="461520" cy="200520"/>
            <a:chOff x="4419720" y="3048120"/>
            <a:chExt cx="461520" cy="200520"/>
          </a:xfrm>
        </p:grpSpPr>
        <p:sp>
          <p:nvSpPr>
            <p:cNvPr id="3223" name=""/>
            <p:cNvSpPr/>
            <p:nvPr/>
          </p:nvSpPr>
          <p:spPr>
            <a:xfrm>
              <a:off x="4419720" y="3063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4" name=""/>
            <p:cNvSpPr/>
            <p:nvPr/>
          </p:nvSpPr>
          <p:spPr>
            <a:xfrm>
              <a:off x="4543560" y="3048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25" name="Rounded Rectangle 3224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226" name="Oval 3225"/>
          <p:cNvSpPr/>
          <p:nvPr/>
        </p:nvSpPr>
        <p:spPr>
          <a:xfrm>
            <a:off x="7821917" y="35611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Oval 3226"/>
          <p:cNvSpPr/>
          <p:nvPr/>
        </p:nvSpPr>
        <p:spPr>
          <a:xfrm>
            <a:off x="7861917" y="36011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228" name="Rounded Rectangle 3227"/>
          <p:cNvSpPr/>
          <p:nvPr/>
        </p:nvSpPr>
        <p:spPr>
          <a:xfrm>
            <a:off x="8131917" y="36211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229" name="Oval 3228"/>
          <p:cNvSpPr/>
          <p:nvPr/>
        </p:nvSpPr>
        <p:spPr>
          <a:xfrm>
            <a:off x="659356" y="42467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Oval 3229"/>
          <p:cNvSpPr/>
          <p:nvPr/>
        </p:nvSpPr>
        <p:spPr>
          <a:xfrm>
            <a:off x="699356" y="42867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231" name="Rounded Rectangle 3230"/>
          <p:cNvSpPr/>
          <p:nvPr/>
        </p:nvSpPr>
        <p:spPr>
          <a:xfrm>
            <a:off x="969356" y="43067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232" name="Oval 3231"/>
          <p:cNvSpPr/>
          <p:nvPr/>
        </p:nvSpPr>
        <p:spPr>
          <a:xfrm>
            <a:off x="1716317" y="11980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Oval 3232"/>
          <p:cNvSpPr/>
          <p:nvPr/>
        </p:nvSpPr>
        <p:spPr>
          <a:xfrm>
            <a:off x="1756317" y="12380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234" name="Rounded Rectangle 3233"/>
          <p:cNvSpPr/>
          <p:nvPr/>
        </p:nvSpPr>
        <p:spPr>
          <a:xfrm>
            <a:off x="2026317" y="12580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235" name="Oval 3234"/>
          <p:cNvSpPr/>
          <p:nvPr/>
        </p:nvSpPr>
        <p:spPr>
          <a:xfrm>
            <a:off x="4003219" y="22665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Oval 3235"/>
          <p:cNvSpPr/>
          <p:nvPr/>
        </p:nvSpPr>
        <p:spPr>
          <a:xfrm>
            <a:off x="4043219" y="23065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237" name="Rounded Rectangle 3236"/>
          <p:cNvSpPr/>
          <p:nvPr/>
        </p:nvSpPr>
        <p:spPr>
          <a:xfrm>
            <a:off x="4313219" y="23265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238" name="Oval 3237"/>
          <p:cNvSpPr/>
          <p:nvPr/>
        </p:nvSpPr>
        <p:spPr>
          <a:xfrm>
            <a:off x="7659916" y="5900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Oval 3238"/>
          <p:cNvSpPr/>
          <p:nvPr/>
        </p:nvSpPr>
        <p:spPr>
          <a:xfrm>
            <a:off x="7699916" y="6300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240" name="Rounded Rectangle 3239"/>
          <p:cNvSpPr/>
          <p:nvPr/>
        </p:nvSpPr>
        <p:spPr>
          <a:xfrm>
            <a:off x="7969916" y="6500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241" name="Oval 3240"/>
          <p:cNvSpPr/>
          <p:nvPr/>
        </p:nvSpPr>
        <p:spPr>
          <a:xfrm>
            <a:off x="3469698" y="60001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Oval 3241"/>
          <p:cNvSpPr/>
          <p:nvPr/>
        </p:nvSpPr>
        <p:spPr>
          <a:xfrm>
            <a:off x="3509698" y="60401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243" name="Rounded Rectangle 3242"/>
          <p:cNvSpPr/>
          <p:nvPr/>
        </p:nvSpPr>
        <p:spPr>
          <a:xfrm>
            <a:off x="3779698" y="60601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244" name="Oval 3243"/>
          <p:cNvSpPr/>
          <p:nvPr/>
        </p:nvSpPr>
        <p:spPr>
          <a:xfrm>
            <a:off x="5724016" y="59972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Oval 3244"/>
          <p:cNvSpPr/>
          <p:nvPr/>
        </p:nvSpPr>
        <p:spPr>
          <a:xfrm>
            <a:off x="5764016" y="60372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246" name="Rounded Rectangle 3245"/>
          <p:cNvSpPr/>
          <p:nvPr/>
        </p:nvSpPr>
        <p:spPr>
          <a:xfrm>
            <a:off x="6034016" y="60572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247" name="Oval 3246"/>
          <p:cNvSpPr/>
          <p:nvPr/>
        </p:nvSpPr>
        <p:spPr>
          <a:xfrm>
            <a:off x="6365357" y="36381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Oval 3247"/>
          <p:cNvSpPr/>
          <p:nvPr/>
        </p:nvSpPr>
        <p:spPr>
          <a:xfrm>
            <a:off x="6405357" y="36781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249" name="Rounded Rectangle 3248"/>
          <p:cNvSpPr/>
          <p:nvPr/>
        </p:nvSpPr>
        <p:spPr>
          <a:xfrm>
            <a:off x="6675357" y="36981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250" name="Oval 3249"/>
          <p:cNvSpPr/>
          <p:nvPr/>
        </p:nvSpPr>
        <p:spPr>
          <a:xfrm>
            <a:off x="4003219" y="50083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Oval 3250"/>
          <p:cNvSpPr/>
          <p:nvPr/>
        </p:nvSpPr>
        <p:spPr>
          <a:xfrm>
            <a:off x="4043219" y="50483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252" name="Rounded Rectangle 3251"/>
          <p:cNvSpPr/>
          <p:nvPr/>
        </p:nvSpPr>
        <p:spPr>
          <a:xfrm>
            <a:off x="4313219" y="50683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253" name="Oval 3252"/>
          <p:cNvSpPr/>
          <p:nvPr/>
        </p:nvSpPr>
        <p:spPr>
          <a:xfrm>
            <a:off x="3698296" y="104636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Oval 3253"/>
          <p:cNvSpPr/>
          <p:nvPr/>
        </p:nvSpPr>
        <p:spPr>
          <a:xfrm>
            <a:off x="3738296" y="108636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255" name="Rounded Rectangle 3254"/>
          <p:cNvSpPr/>
          <p:nvPr/>
        </p:nvSpPr>
        <p:spPr>
          <a:xfrm>
            <a:off x="4008296" y="110636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256" name="Oval 3255"/>
          <p:cNvSpPr/>
          <p:nvPr/>
        </p:nvSpPr>
        <p:spPr>
          <a:xfrm>
            <a:off x="6670096" y="1656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Oval 3256"/>
          <p:cNvSpPr/>
          <p:nvPr/>
        </p:nvSpPr>
        <p:spPr>
          <a:xfrm>
            <a:off x="6710096" y="1696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258" name="Rounded Rectangle 3257"/>
          <p:cNvSpPr/>
          <p:nvPr/>
        </p:nvSpPr>
        <p:spPr>
          <a:xfrm>
            <a:off x="6980096" y="1716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259" name="Oval 3258"/>
          <p:cNvSpPr/>
          <p:nvPr/>
        </p:nvSpPr>
        <p:spPr>
          <a:xfrm>
            <a:off x="5374095" y="18075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Oval 3259"/>
          <p:cNvSpPr/>
          <p:nvPr/>
        </p:nvSpPr>
        <p:spPr>
          <a:xfrm>
            <a:off x="5414095" y="18475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261" name="Rounded Rectangle 3260"/>
          <p:cNvSpPr/>
          <p:nvPr/>
        </p:nvSpPr>
        <p:spPr>
          <a:xfrm>
            <a:off x="5684095" y="18675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262" name="Oval 3261"/>
          <p:cNvSpPr/>
          <p:nvPr/>
        </p:nvSpPr>
        <p:spPr>
          <a:xfrm>
            <a:off x="6289216" y="47802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Oval 3262"/>
          <p:cNvSpPr/>
          <p:nvPr/>
        </p:nvSpPr>
        <p:spPr>
          <a:xfrm>
            <a:off x="6329216" y="48202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264" name="Rounded Rectangle 3263"/>
          <p:cNvSpPr/>
          <p:nvPr/>
        </p:nvSpPr>
        <p:spPr>
          <a:xfrm>
            <a:off x="6599216" y="48402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265" name="Oval 3264"/>
          <p:cNvSpPr/>
          <p:nvPr/>
        </p:nvSpPr>
        <p:spPr>
          <a:xfrm>
            <a:off x="2631615" y="26454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Oval 3265"/>
          <p:cNvSpPr/>
          <p:nvPr/>
        </p:nvSpPr>
        <p:spPr>
          <a:xfrm>
            <a:off x="2671615" y="26854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267" name="Rounded Rectangle 3266"/>
          <p:cNvSpPr/>
          <p:nvPr/>
        </p:nvSpPr>
        <p:spPr>
          <a:xfrm>
            <a:off x="2941615" y="27054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268" name="Oval 3267"/>
          <p:cNvSpPr/>
          <p:nvPr/>
        </p:nvSpPr>
        <p:spPr>
          <a:xfrm>
            <a:off x="3012494" y="43999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Oval 3268"/>
          <p:cNvSpPr/>
          <p:nvPr/>
        </p:nvSpPr>
        <p:spPr>
          <a:xfrm>
            <a:off x="3052494" y="44399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270" name="Rounded Rectangle 3269"/>
          <p:cNvSpPr/>
          <p:nvPr/>
        </p:nvSpPr>
        <p:spPr>
          <a:xfrm>
            <a:off x="3322494" y="44599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271" name="Oval 3270"/>
          <p:cNvSpPr/>
          <p:nvPr/>
        </p:nvSpPr>
        <p:spPr>
          <a:xfrm>
            <a:off x="5146218" y="9695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Oval 3271"/>
          <p:cNvSpPr/>
          <p:nvPr/>
        </p:nvSpPr>
        <p:spPr>
          <a:xfrm>
            <a:off x="5186218" y="10095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273" name="Rounded Rectangle 3272"/>
          <p:cNvSpPr/>
          <p:nvPr/>
        </p:nvSpPr>
        <p:spPr>
          <a:xfrm>
            <a:off x="5456218" y="10295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274" name="Oval 3273"/>
          <p:cNvSpPr/>
          <p:nvPr/>
        </p:nvSpPr>
        <p:spPr>
          <a:xfrm>
            <a:off x="5735179" y="26688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Oval 3274"/>
          <p:cNvSpPr/>
          <p:nvPr/>
        </p:nvSpPr>
        <p:spPr>
          <a:xfrm>
            <a:off x="5775179" y="27088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276" name="Rounded Rectangle 3275"/>
          <p:cNvSpPr/>
          <p:nvPr/>
        </p:nvSpPr>
        <p:spPr>
          <a:xfrm>
            <a:off x="6045179" y="27288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277" name="Oval 3276"/>
          <p:cNvSpPr/>
          <p:nvPr/>
        </p:nvSpPr>
        <p:spPr>
          <a:xfrm>
            <a:off x="1792634" y="58464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Oval 3277"/>
          <p:cNvSpPr/>
          <p:nvPr/>
        </p:nvSpPr>
        <p:spPr>
          <a:xfrm>
            <a:off x="1832634" y="58864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279" name="Rounded Rectangle 3278"/>
          <p:cNvSpPr/>
          <p:nvPr/>
        </p:nvSpPr>
        <p:spPr>
          <a:xfrm>
            <a:off x="2102634" y="59064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280" name="Oval 3279"/>
          <p:cNvSpPr/>
          <p:nvPr/>
        </p:nvSpPr>
        <p:spPr>
          <a:xfrm>
            <a:off x="4003219" y="37127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Oval 3280"/>
          <p:cNvSpPr/>
          <p:nvPr/>
        </p:nvSpPr>
        <p:spPr>
          <a:xfrm>
            <a:off x="4043219" y="37527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282" name="Rounded Rectangle 3281"/>
          <p:cNvSpPr/>
          <p:nvPr/>
        </p:nvSpPr>
        <p:spPr>
          <a:xfrm>
            <a:off x="4313219" y="37727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283" name="Oval 3282"/>
          <p:cNvSpPr/>
          <p:nvPr/>
        </p:nvSpPr>
        <p:spPr>
          <a:xfrm>
            <a:off x="4308135" y="29523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Oval 3283"/>
          <p:cNvSpPr/>
          <p:nvPr/>
        </p:nvSpPr>
        <p:spPr>
          <a:xfrm>
            <a:off x="4348135" y="29923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285" name="Rounded Rectangle 3284"/>
          <p:cNvSpPr/>
          <p:nvPr/>
        </p:nvSpPr>
        <p:spPr>
          <a:xfrm>
            <a:off x="4618135" y="30123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"/>
          <p:cNvSpPr/>
          <p:nvPr/>
        </p:nvSpPr>
        <p:spPr>
          <a:xfrm>
            <a:off x="3098520" y="50760"/>
            <a:ext cx="29469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33: RJTT | RWY 34L | STAR CREAM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6" name=""/>
          <p:cNvSpPr/>
          <p:nvPr/>
        </p:nvSpPr>
        <p:spPr>
          <a:xfrm flipH="1">
            <a:off x="5168880" y="1639800"/>
            <a:ext cx="257040" cy="957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7" name=""/>
          <p:cNvSpPr/>
          <p:nvPr/>
        </p:nvSpPr>
        <p:spPr>
          <a:xfrm flipH="1">
            <a:off x="5073120" y="2597040"/>
            <a:ext cx="95400" cy="912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8" name=""/>
          <p:cNvSpPr/>
          <p:nvPr/>
        </p:nvSpPr>
        <p:spPr>
          <a:xfrm flipH="1">
            <a:off x="5010120" y="3510000"/>
            <a:ext cx="63360" cy="600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9" name=""/>
          <p:cNvSpPr/>
          <p:nvPr/>
        </p:nvSpPr>
        <p:spPr>
          <a:xfrm>
            <a:off x="5010120" y="4110120"/>
            <a:ext cx="9720" cy="577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0" name=""/>
          <p:cNvSpPr/>
          <p:nvPr/>
        </p:nvSpPr>
        <p:spPr>
          <a:xfrm flipH="1">
            <a:off x="4510080" y="4687920"/>
            <a:ext cx="509760" cy="528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1" name=""/>
          <p:cNvSpPr/>
          <p:nvPr/>
        </p:nvSpPr>
        <p:spPr>
          <a:xfrm flipH="1">
            <a:off x="4145040" y="5216400"/>
            <a:ext cx="365040" cy="154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2" name=""/>
          <p:cNvSpPr/>
          <p:nvPr/>
        </p:nvSpPr>
        <p:spPr>
          <a:xfrm flipH="1" flipV="1">
            <a:off x="3776400" y="4503600"/>
            <a:ext cx="368280" cy="866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3" name=""/>
          <p:cNvSpPr/>
          <p:nvPr/>
        </p:nvSpPr>
        <p:spPr>
          <a:xfrm flipH="1" flipV="1">
            <a:off x="3717720" y="4365360"/>
            <a:ext cx="58680" cy="13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34" name=""/>
          <p:cNvGrpSpPr/>
          <p:nvPr/>
        </p:nvGrpSpPr>
        <p:grpSpPr>
          <a:xfrm>
            <a:off x="5362560" y="1576440"/>
            <a:ext cx="730080" cy="200520"/>
            <a:chOff x="5362560" y="1576440"/>
            <a:chExt cx="730080" cy="200520"/>
          </a:xfrm>
        </p:grpSpPr>
        <p:sp>
          <p:nvSpPr>
            <p:cNvPr id="3235" name=""/>
            <p:cNvSpPr/>
            <p:nvPr/>
          </p:nvSpPr>
          <p:spPr>
            <a:xfrm>
              <a:off x="536256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6" name=""/>
            <p:cNvSpPr/>
            <p:nvPr/>
          </p:nvSpPr>
          <p:spPr>
            <a:xfrm>
              <a:off x="5541480" y="1576440"/>
              <a:ext cx="55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'STONE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37" name=""/>
          <p:cNvGrpSpPr/>
          <p:nvPr/>
        </p:nvGrpSpPr>
        <p:grpSpPr>
          <a:xfrm>
            <a:off x="5118120" y="2533680"/>
            <a:ext cx="475920" cy="200520"/>
            <a:chOff x="5118120" y="2533680"/>
            <a:chExt cx="475920" cy="200520"/>
          </a:xfrm>
        </p:grpSpPr>
        <p:sp>
          <p:nvSpPr>
            <p:cNvPr id="3238" name=""/>
            <p:cNvSpPr/>
            <p:nvPr/>
          </p:nvSpPr>
          <p:spPr>
            <a:xfrm>
              <a:off x="5118120" y="25462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9" name=""/>
            <p:cNvSpPr/>
            <p:nvPr/>
          </p:nvSpPr>
          <p:spPr>
            <a:xfrm>
              <a:off x="5251680" y="2533680"/>
              <a:ext cx="342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TLE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0" name=""/>
          <p:cNvGrpSpPr/>
          <p:nvPr/>
        </p:nvGrpSpPr>
        <p:grpSpPr>
          <a:xfrm>
            <a:off x="5022720" y="3446640"/>
            <a:ext cx="577800" cy="200520"/>
            <a:chOff x="5022720" y="3446640"/>
            <a:chExt cx="577800" cy="200520"/>
          </a:xfrm>
        </p:grpSpPr>
        <p:sp>
          <p:nvSpPr>
            <p:cNvPr id="3241" name=""/>
            <p:cNvSpPr/>
            <p:nvPr/>
          </p:nvSpPr>
          <p:spPr>
            <a:xfrm>
              <a:off x="5022720" y="34592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2" name=""/>
            <p:cNvSpPr/>
            <p:nvPr/>
          </p:nvSpPr>
          <p:spPr>
            <a:xfrm>
              <a:off x="5105880" y="34466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CURRY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3" name=""/>
          <p:cNvGrpSpPr/>
          <p:nvPr/>
        </p:nvGrpSpPr>
        <p:grpSpPr>
          <a:xfrm>
            <a:off x="4959360" y="4046400"/>
            <a:ext cx="577800" cy="200520"/>
            <a:chOff x="4959360" y="4046400"/>
            <a:chExt cx="577800" cy="200520"/>
          </a:xfrm>
        </p:grpSpPr>
        <p:sp>
          <p:nvSpPr>
            <p:cNvPr id="3244" name=""/>
            <p:cNvSpPr/>
            <p:nvPr/>
          </p:nvSpPr>
          <p:spPr>
            <a:xfrm>
              <a:off x="4959360" y="4059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5" name=""/>
            <p:cNvSpPr/>
            <p:nvPr/>
          </p:nvSpPr>
          <p:spPr>
            <a:xfrm>
              <a:off x="5042520" y="404640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COUPE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6" name=""/>
          <p:cNvGrpSpPr/>
          <p:nvPr/>
        </p:nvGrpSpPr>
        <p:grpSpPr>
          <a:xfrm>
            <a:off x="4968720" y="4624560"/>
            <a:ext cx="553320" cy="200520"/>
            <a:chOff x="4968720" y="4624560"/>
            <a:chExt cx="553320" cy="200520"/>
          </a:xfrm>
        </p:grpSpPr>
        <p:sp>
          <p:nvSpPr>
            <p:cNvPr id="3247" name=""/>
            <p:cNvSpPr/>
            <p:nvPr/>
          </p:nvSpPr>
          <p:spPr>
            <a:xfrm>
              <a:off x="4968720" y="463716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8" name=""/>
            <p:cNvSpPr/>
            <p:nvPr/>
          </p:nvSpPr>
          <p:spPr>
            <a:xfrm>
              <a:off x="5076000" y="462456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CUTIE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49" name=""/>
          <p:cNvGrpSpPr/>
          <p:nvPr/>
        </p:nvGrpSpPr>
        <p:grpSpPr>
          <a:xfrm>
            <a:off x="4459320" y="5153040"/>
            <a:ext cx="628200" cy="200520"/>
            <a:chOff x="4459320" y="5153040"/>
            <a:chExt cx="628200" cy="200520"/>
          </a:xfrm>
        </p:grpSpPr>
        <p:sp>
          <p:nvSpPr>
            <p:cNvPr id="3250" name=""/>
            <p:cNvSpPr/>
            <p:nvPr/>
          </p:nvSpPr>
          <p:spPr>
            <a:xfrm>
              <a:off x="4459320" y="5165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1" name=""/>
            <p:cNvSpPr/>
            <p:nvPr/>
          </p:nvSpPr>
          <p:spPr>
            <a:xfrm>
              <a:off x="4588200" y="515304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CREAM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2" name=""/>
          <p:cNvGrpSpPr/>
          <p:nvPr/>
        </p:nvGrpSpPr>
        <p:grpSpPr>
          <a:xfrm>
            <a:off x="4094280" y="5307120"/>
            <a:ext cx="613080" cy="200520"/>
            <a:chOff x="4094280" y="5307120"/>
            <a:chExt cx="613080" cy="200520"/>
          </a:xfrm>
        </p:grpSpPr>
        <p:sp>
          <p:nvSpPr>
            <p:cNvPr id="3253" name=""/>
            <p:cNvSpPr/>
            <p:nvPr/>
          </p:nvSpPr>
          <p:spPr>
            <a:xfrm>
              <a:off x="409428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4" name=""/>
            <p:cNvSpPr/>
            <p:nvPr/>
          </p:nvSpPr>
          <p:spPr>
            <a:xfrm>
              <a:off x="4223520" y="530712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ARLON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5" name=""/>
          <p:cNvGrpSpPr/>
          <p:nvPr/>
        </p:nvGrpSpPr>
        <p:grpSpPr>
          <a:xfrm>
            <a:off x="3736800" y="4440240"/>
            <a:ext cx="593640" cy="200520"/>
            <a:chOff x="3736800" y="4440240"/>
            <a:chExt cx="593640" cy="200520"/>
          </a:xfrm>
        </p:grpSpPr>
        <p:sp>
          <p:nvSpPr>
            <p:cNvPr id="3256" name=""/>
            <p:cNvSpPr/>
            <p:nvPr/>
          </p:nvSpPr>
          <p:spPr>
            <a:xfrm>
              <a:off x="3736800" y="446256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7" name=""/>
            <p:cNvSpPr/>
            <p:nvPr/>
          </p:nvSpPr>
          <p:spPr>
            <a:xfrm>
              <a:off x="3846600" y="4440240"/>
              <a:ext cx="483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APOLO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8" name=""/>
          <p:cNvGrpSpPr/>
          <p:nvPr/>
        </p:nvGrpSpPr>
        <p:grpSpPr>
          <a:xfrm>
            <a:off x="3654360" y="4302000"/>
            <a:ext cx="634320" cy="200520"/>
            <a:chOff x="3654360" y="4302000"/>
            <a:chExt cx="634320" cy="200520"/>
          </a:xfrm>
        </p:grpSpPr>
        <p:sp>
          <p:nvSpPr>
            <p:cNvPr id="3259" name=""/>
            <p:cNvSpPr/>
            <p:nvPr/>
          </p:nvSpPr>
          <p:spPr>
            <a:xfrm>
              <a:off x="3654360" y="430200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0" name=""/>
            <p:cNvSpPr/>
            <p:nvPr/>
          </p:nvSpPr>
          <p:spPr>
            <a:xfrm>
              <a:off x="3809160" y="430200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RW34L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1" name=""/>
          <p:cNvGrpSpPr/>
          <p:nvPr/>
        </p:nvGrpSpPr>
        <p:grpSpPr>
          <a:xfrm>
            <a:off x="1447920" y="533520"/>
            <a:ext cx="479160" cy="200520"/>
            <a:chOff x="1447920" y="533520"/>
            <a:chExt cx="479160" cy="200520"/>
          </a:xfrm>
        </p:grpSpPr>
        <p:sp>
          <p:nvSpPr>
            <p:cNvPr id="3262" name=""/>
            <p:cNvSpPr/>
            <p:nvPr/>
          </p:nvSpPr>
          <p:spPr>
            <a:xfrm>
              <a:off x="1447920" y="5396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3" name=""/>
            <p:cNvSpPr/>
            <p:nvPr/>
          </p:nvSpPr>
          <p:spPr>
            <a:xfrm>
              <a:off x="1589400" y="533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4" name=""/>
          <p:cNvGrpSpPr/>
          <p:nvPr/>
        </p:nvGrpSpPr>
        <p:grpSpPr>
          <a:xfrm>
            <a:off x="1066680" y="2438280"/>
            <a:ext cx="461520" cy="200520"/>
            <a:chOff x="1066680" y="2438280"/>
            <a:chExt cx="461520" cy="200520"/>
          </a:xfrm>
        </p:grpSpPr>
        <p:sp>
          <p:nvSpPr>
            <p:cNvPr id="3265" name=""/>
            <p:cNvSpPr/>
            <p:nvPr/>
          </p:nvSpPr>
          <p:spPr>
            <a:xfrm>
              <a:off x="1066680" y="2454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6" name=""/>
            <p:cNvSpPr/>
            <p:nvPr/>
          </p:nvSpPr>
          <p:spPr>
            <a:xfrm>
              <a:off x="119052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7" name=""/>
          <p:cNvGrpSpPr/>
          <p:nvPr/>
        </p:nvGrpSpPr>
        <p:grpSpPr>
          <a:xfrm>
            <a:off x="7848720" y="6248520"/>
            <a:ext cx="461160" cy="200520"/>
            <a:chOff x="7848720" y="6248520"/>
            <a:chExt cx="461160" cy="200520"/>
          </a:xfrm>
        </p:grpSpPr>
        <p:sp>
          <p:nvSpPr>
            <p:cNvPr id="3268" name=""/>
            <p:cNvSpPr/>
            <p:nvPr/>
          </p:nvSpPr>
          <p:spPr>
            <a:xfrm>
              <a:off x="7848720" y="6264000"/>
              <a:ext cx="9648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9" name=""/>
            <p:cNvSpPr/>
            <p:nvPr/>
          </p:nvSpPr>
          <p:spPr>
            <a:xfrm>
              <a:off x="79722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0" name=""/>
          <p:cNvGrpSpPr/>
          <p:nvPr/>
        </p:nvGrpSpPr>
        <p:grpSpPr>
          <a:xfrm>
            <a:off x="2286000" y="1523880"/>
            <a:ext cx="461880" cy="200520"/>
            <a:chOff x="2286000" y="1523880"/>
            <a:chExt cx="461880" cy="200520"/>
          </a:xfrm>
        </p:grpSpPr>
        <p:sp>
          <p:nvSpPr>
            <p:cNvPr id="3271" name=""/>
            <p:cNvSpPr/>
            <p:nvPr/>
          </p:nvSpPr>
          <p:spPr>
            <a:xfrm>
              <a:off x="2286000" y="1539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2" name=""/>
            <p:cNvSpPr/>
            <p:nvPr/>
          </p:nvSpPr>
          <p:spPr>
            <a:xfrm>
              <a:off x="24102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3" name=""/>
          <p:cNvGrpSpPr/>
          <p:nvPr/>
        </p:nvGrpSpPr>
        <p:grpSpPr>
          <a:xfrm>
            <a:off x="762120" y="6248520"/>
            <a:ext cx="461160" cy="200520"/>
            <a:chOff x="762120" y="6248520"/>
            <a:chExt cx="461160" cy="200520"/>
          </a:xfrm>
        </p:grpSpPr>
        <p:sp>
          <p:nvSpPr>
            <p:cNvPr id="3274" name=""/>
            <p:cNvSpPr/>
            <p:nvPr/>
          </p:nvSpPr>
          <p:spPr>
            <a:xfrm>
              <a:off x="762120" y="6264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5" name=""/>
            <p:cNvSpPr/>
            <p:nvPr/>
          </p:nvSpPr>
          <p:spPr>
            <a:xfrm>
              <a:off x="88560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6" name=""/>
          <p:cNvGrpSpPr/>
          <p:nvPr/>
        </p:nvGrpSpPr>
        <p:grpSpPr>
          <a:xfrm>
            <a:off x="4632480" y="774720"/>
            <a:ext cx="461520" cy="200520"/>
            <a:chOff x="4632480" y="774720"/>
            <a:chExt cx="461520" cy="200520"/>
          </a:xfrm>
        </p:grpSpPr>
        <p:sp>
          <p:nvSpPr>
            <p:cNvPr id="3277" name=""/>
            <p:cNvSpPr/>
            <p:nvPr/>
          </p:nvSpPr>
          <p:spPr>
            <a:xfrm>
              <a:off x="4632480" y="789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8" name=""/>
            <p:cNvSpPr/>
            <p:nvPr/>
          </p:nvSpPr>
          <p:spPr>
            <a:xfrm>
              <a:off x="4756320" y="774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79" name=""/>
          <p:cNvGrpSpPr/>
          <p:nvPr/>
        </p:nvGrpSpPr>
        <p:grpSpPr>
          <a:xfrm>
            <a:off x="3886200" y="5791320"/>
            <a:ext cx="461880" cy="200520"/>
            <a:chOff x="3886200" y="5791320"/>
            <a:chExt cx="461880" cy="200520"/>
          </a:xfrm>
        </p:grpSpPr>
        <p:sp>
          <p:nvSpPr>
            <p:cNvPr id="3280" name=""/>
            <p:cNvSpPr/>
            <p:nvPr/>
          </p:nvSpPr>
          <p:spPr>
            <a:xfrm>
              <a:off x="3886200" y="5807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1" name=""/>
            <p:cNvSpPr/>
            <p:nvPr/>
          </p:nvSpPr>
          <p:spPr>
            <a:xfrm>
              <a:off x="401040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2" name=""/>
          <p:cNvGrpSpPr/>
          <p:nvPr/>
        </p:nvGrpSpPr>
        <p:grpSpPr>
          <a:xfrm>
            <a:off x="4152960" y="3130560"/>
            <a:ext cx="461520" cy="200520"/>
            <a:chOff x="4152960" y="3130560"/>
            <a:chExt cx="461520" cy="200520"/>
          </a:xfrm>
        </p:grpSpPr>
        <p:sp>
          <p:nvSpPr>
            <p:cNvPr id="3283" name=""/>
            <p:cNvSpPr/>
            <p:nvPr/>
          </p:nvSpPr>
          <p:spPr>
            <a:xfrm>
              <a:off x="4152960" y="3146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4" name=""/>
            <p:cNvSpPr/>
            <p:nvPr/>
          </p:nvSpPr>
          <p:spPr>
            <a:xfrm>
              <a:off x="4276800" y="3130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5" name=""/>
          <p:cNvGrpSpPr/>
          <p:nvPr/>
        </p:nvGrpSpPr>
        <p:grpSpPr>
          <a:xfrm>
            <a:off x="6019920" y="6019920"/>
            <a:ext cx="461160" cy="200520"/>
            <a:chOff x="6019920" y="6019920"/>
            <a:chExt cx="461160" cy="200520"/>
          </a:xfrm>
        </p:grpSpPr>
        <p:sp>
          <p:nvSpPr>
            <p:cNvPr id="3286" name=""/>
            <p:cNvSpPr/>
            <p:nvPr/>
          </p:nvSpPr>
          <p:spPr>
            <a:xfrm>
              <a:off x="6019920" y="60357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7" name=""/>
            <p:cNvSpPr/>
            <p:nvPr/>
          </p:nvSpPr>
          <p:spPr>
            <a:xfrm>
              <a:off x="614340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88" name=""/>
          <p:cNvGrpSpPr/>
          <p:nvPr/>
        </p:nvGrpSpPr>
        <p:grpSpPr>
          <a:xfrm>
            <a:off x="4800600" y="5410080"/>
            <a:ext cx="460080" cy="200520"/>
            <a:chOff x="4800600" y="5410080"/>
            <a:chExt cx="460080" cy="200520"/>
          </a:xfrm>
        </p:grpSpPr>
        <p:sp>
          <p:nvSpPr>
            <p:cNvPr id="3289" name=""/>
            <p:cNvSpPr/>
            <p:nvPr/>
          </p:nvSpPr>
          <p:spPr>
            <a:xfrm>
              <a:off x="4800600" y="54241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0" name=""/>
            <p:cNvSpPr/>
            <p:nvPr/>
          </p:nvSpPr>
          <p:spPr>
            <a:xfrm>
              <a:off x="492300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1" name=""/>
          <p:cNvGrpSpPr/>
          <p:nvPr/>
        </p:nvGrpSpPr>
        <p:grpSpPr>
          <a:xfrm>
            <a:off x="5673600" y="781200"/>
            <a:ext cx="461880" cy="200520"/>
            <a:chOff x="5673600" y="781200"/>
            <a:chExt cx="461880" cy="200520"/>
          </a:xfrm>
        </p:grpSpPr>
        <p:sp>
          <p:nvSpPr>
            <p:cNvPr id="3292" name=""/>
            <p:cNvSpPr/>
            <p:nvPr/>
          </p:nvSpPr>
          <p:spPr>
            <a:xfrm>
              <a:off x="5673600" y="795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3" name=""/>
            <p:cNvSpPr/>
            <p:nvPr/>
          </p:nvSpPr>
          <p:spPr>
            <a:xfrm>
              <a:off x="5797800" y="781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4" name=""/>
          <p:cNvGrpSpPr/>
          <p:nvPr/>
        </p:nvGrpSpPr>
        <p:grpSpPr>
          <a:xfrm>
            <a:off x="3384720" y="3457440"/>
            <a:ext cx="461520" cy="200520"/>
            <a:chOff x="3384720" y="3457440"/>
            <a:chExt cx="461520" cy="200520"/>
          </a:xfrm>
        </p:grpSpPr>
        <p:sp>
          <p:nvSpPr>
            <p:cNvPr id="3295" name=""/>
            <p:cNvSpPr/>
            <p:nvPr/>
          </p:nvSpPr>
          <p:spPr>
            <a:xfrm>
              <a:off x="3384720" y="347328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6" name=""/>
            <p:cNvSpPr/>
            <p:nvPr/>
          </p:nvSpPr>
          <p:spPr>
            <a:xfrm>
              <a:off x="3508560" y="3457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97" name=""/>
          <p:cNvGrpSpPr/>
          <p:nvPr/>
        </p:nvGrpSpPr>
        <p:grpSpPr>
          <a:xfrm>
            <a:off x="6553080" y="4343400"/>
            <a:ext cx="460080" cy="200520"/>
            <a:chOff x="6553080" y="4343400"/>
            <a:chExt cx="460080" cy="200520"/>
          </a:xfrm>
        </p:grpSpPr>
        <p:sp>
          <p:nvSpPr>
            <p:cNvPr id="3298" name=""/>
            <p:cNvSpPr/>
            <p:nvPr/>
          </p:nvSpPr>
          <p:spPr>
            <a:xfrm>
              <a:off x="6553080" y="43574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9" name=""/>
            <p:cNvSpPr/>
            <p:nvPr/>
          </p:nvSpPr>
          <p:spPr>
            <a:xfrm>
              <a:off x="6675480" y="4343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0" name=""/>
          <p:cNvGrpSpPr/>
          <p:nvPr/>
        </p:nvGrpSpPr>
        <p:grpSpPr>
          <a:xfrm>
            <a:off x="3362400" y="5200560"/>
            <a:ext cx="461520" cy="200520"/>
            <a:chOff x="3362400" y="5200560"/>
            <a:chExt cx="461520" cy="200520"/>
          </a:xfrm>
        </p:grpSpPr>
        <p:sp>
          <p:nvSpPr>
            <p:cNvPr id="3301" name=""/>
            <p:cNvSpPr/>
            <p:nvPr/>
          </p:nvSpPr>
          <p:spPr>
            <a:xfrm>
              <a:off x="3362400" y="5214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2" name=""/>
            <p:cNvSpPr/>
            <p:nvPr/>
          </p:nvSpPr>
          <p:spPr>
            <a:xfrm>
              <a:off x="3486240" y="5200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3" name=""/>
          <p:cNvGrpSpPr/>
          <p:nvPr/>
        </p:nvGrpSpPr>
        <p:grpSpPr>
          <a:xfrm>
            <a:off x="3429000" y="990720"/>
            <a:ext cx="461880" cy="200520"/>
            <a:chOff x="3429000" y="990720"/>
            <a:chExt cx="461880" cy="200520"/>
          </a:xfrm>
        </p:grpSpPr>
        <p:sp>
          <p:nvSpPr>
            <p:cNvPr id="3304" name=""/>
            <p:cNvSpPr/>
            <p:nvPr/>
          </p:nvSpPr>
          <p:spPr>
            <a:xfrm>
              <a:off x="3429000" y="1006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5" name=""/>
            <p:cNvSpPr/>
            <p:nvPr/>
          </p:nvSpPr>
          <p:spPr>
            <a:xfrm>
              <a:off x="3553200" y="990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6" name=""/>
          <p:cNvGrpSpPr/>
          <p:nvPr/>
        </p:nvGrpSpPr>
        <p:grpSpPr>
          <a:xfrm>
            <a:off x="3875040" y="2247840"/>
            <a:ext cx="461880" cy="200520"/>
            <a:chOff x="3875040" y="2247840"/>
            <a:chExt cx="461880" cy="200520"/>
          </a:xfrm>
        </p:grpSpPr>
        <p:sp>
          <p:nvSpPr>
            <p:cNvPr id="3307" name=""/>
            <p:cNvSpPr/>
            <p:nvPr/>
          </p:nvSpPr>
          <p:spPr>
            <a:xfrm>
              <a:off x="3875040" y="226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8" name=""/>
            <p:cNvSpPr/>
            <p:nvPr/>
          </p:nvSpPr>
          <p:spPr>
            <a:xfrm>
              <a:off x="3999240" y="2247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09" name=""/>
          <p:cNvGrpSpPr/>
          <p:nvPr/>
        </p:nvGrpSpPr>
        <p:grpSpPr>
          <a:xfrm>
            <a:off x="5791320" y="3200400"/>
            <a:ext cx="460080" cy="200520"/>
            <a:chOff x="5791320" y="3200400"/>
            <a:chExt cx="460080" cy="200520"/>
          </a:xfrm>
        </p:grpSpPr>
        <p:sp>
          <p:nvSpPr>
            <p:cNvPr id="3310" name=""/>
            <p:cNvSpPr/>
            <p:nvPr/>
          </p:nvSpPr>
          <p:spPr>
            <a:xfrm>
              <a:off x="5791320" y="3216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1" name=""/>
            <p:cNvSpPr/>
            <p:nvPr/>
          </p:nvSpPr>
          <p:spPr>
            <a:xfrm>
              <a:off x="59137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2" name=""/>
          <p:cNvGrpSpPr/>
          <p:nvPr/>
        </p:nvGrpSpPr>
        <p:grpSpPr>
          <a:xfrm>
            <a:off x="6477120" y="2209680"/>
            <a:ext cx="461520" cy="200520"/>
            <a:chOff x="6477120" y="2209680"/>
            <a:chExt cx="461520" cy="200520"/>
          </a:xfrm>
        </p:grpSpPr>
        <p:sp>
          <p:nvSpPr>
            <p:cNvPr id="3313" name=""/>
            <p:cNvSpPr/>
            <p:nvPr/>
          </p:nvSpPr>
          <p:spPr>
            <a:xfrm>
              <a:off x="6477120" y="2225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4" name=""/>
            <p:cNvSpPr/>
            <p:nvPr/>
          </p:nvSpPr>
          <p:spPr>
            <a:xfrm>
              <a:off x="660096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5" name=""/>
          <p:cNvGrpSpPr/>
          <p:nvPr/>
        </p:nvGrpSpPr>
        <p:grpSpPr>
          <a:xfrm>
            <a:off x="8305920" y="838080"/>
            <a:ext cx="461520" cy="200520"/>
            <a:chOff x="8305920" y="838080"/>
            <a:chExt cx="461520" cy="200520"/>
          </a:xfrm>
        </p:grpSpPr>
        <p:sp>
          <p:nvSpPr>
            <p:cNvPr id="3316" name=""/>
            <p:cNvSpPr/>
            <p:nvPr/>
          </p:nvSpPr>
          <p:spPr>
            <a:xfrm>
              <a:off x="8305920" y="8542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7" name=""/>
            <p:cNvSpPr/>
            <p:nvPr/>
          </p:nvSpPr>
          <p:spPr>
            <a:xfrm>
              <a:off x="8429760" y="83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8" name=""/>
          <p:cNvGrpSpPr/>
          <p:nvPr/>
        </p:nvGrpSpPr>
        <p:grpSpPr>
          <a:xfrm>
            <a:off x="4376880" y="4335480"/>
            <a:ext cx="461520" cy="200520"/>
            <a:chOff x="4376880" y="4335480"/>
            <a:chExt cx="461520" cy="200520"/>
          </a:xfrm>
        </p:grpSpPr>
        <p:sp>
          <p:nvSpPr>
            <p:cNvPr id="3319" name=""/>
            <p:cNvSpPr/>
            <p:nvPr/>
          </p:nvSpPr>
          <p:spPr>
            <a:xfrm>
              <a:off x="4376880" y="4349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0" name=""/>
            <p:cNvSpPr/>
            <p:nvPr/>
          </p:nvSpPr>
          <p:spPr>
            <a:xfrm>
              <a:off x="4500720" y="4335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21" name="Rounded Rectangle 332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322" name="Oval 3321"/>
          <p:cNvSpPr/>
          <p:nvPr/>
        </p:nvSpPr>
        <p:spPr>
          <a:xfrm>
            <a:off x="1344981" y="4368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Oval 3322"/>
          <p:cNvSpPr/>
          <p:nvPr/>
        </p:nvSpPr>
        <p:spPr>
          <a:xfrm>
            <a:off x="1384981" y="4768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324" name="Rounded Rectangle 3323"/>
          <p:cNvSpPr/>
          <p:nvPr/>
        </p:nvSpPr>
        <p:spPr>
          <a:xfrm>
            <a:off x="1654981" y="4968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325" name="Oval 3324"/>
          <p:cNvSpPr/>
          <p:nvPr/>
        </p:nvSpPr>
        <p:spPr>
          <a:xfrm>
            <a:off x="955102" y="23425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Oval 3325"/>
          <p:cNvSpPr/>
          <p:nvPr/>
        </p:nvSpPr>
        <p:spPr>
          <a:xfrm>
            <a:off x="995102" y="23825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327" name="Rounded Rectangle 3326"/>
          <p:cNvSpPr/>
          <p:nvPr/>
        </p:nvSpPr>
        <p:spPr>
          <a:xfrm>
            <a:off x="1265102" y="24025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328" name="Oval 3327"/>
          <p:cNvSpPr/>
          <p:nvPr/>
        </p:nvSpPr>
        <p:spPr>
          <a:xfrm>
            <a:off x="7736958" y="61522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Oval 3328"/>
          <p:cNvSpPr/>
          <p:nvPr/>
        </p:nvSpPr>
        <p:spPr>
          <a:xfrm>
            <a:off x="7776958" y="61922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330" name="Rounded Rectangle 3329"/>
          <p:cNvSpPr/>
          <p:nvPr/>
        </p:nvSpPr>
        <p:spPr>
          <a:xfrm>
            <a:off x="8046958" y="62122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331" name="Oval 3330"/>
          <p:cNvSpPr/>
          <p:nvPr/>
        </p:nvSpPr>
        <p:spPr>
          <a:xfrm>
            <a:off x="2174420" y="14281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Oval 3331"/>
          <p:cNvSpPr/>
          <p:nvPr/>
        </p:nvSpPr>
        <p:spPr>
          <a:xfrm>
            <a:off x="2214420" y="14681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333" name="Rounded Rectangle 3332"/>
          <p:cNvSpPr/>
          <p:nvPr/>
        </p:nvSpPr>
        <p:spPr>
          <a:xfrm>
            <a:off x="2484420" y="14881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334" name="Oval 3333"/>
          <p:cNvSpPr/>
          <p:nvPr/>
        </p:nvSpPr>
        <p:spPr>
          <a:xfrm>
            <a:off x="650361" y="61527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Oval 3334"/>
          <p:cNvSpPr/>
          <p:nvPr/>
        </p:nvSpPr>
        <p:spPr>
          <a:xfrm>
            <a:off x="690361" y="61927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336" name="Rounded Rectangle 3335"/>
          <p:cNvSpPr/>
          <p:nvPr/>
        </p:nvSpPr>
        <p:spPr>
          <a:xfrm>
            <a:off x="960361" y="62127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337" name="Oval 3336"/>
          <p:cNvSpPr/>
          <p:nvPr/>
        </p:nvSpPr>
        <p:spPr>
          <a:xfrm>
            <a:off x="4520902" y="6775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Oval 3337"/>
          <p:cNvSpPr/>
          <p:nvPr/>
        </p:nvSpPr>
        <p:spPr>
          <a:xfrm>
            <a:off x="4560902" y="7175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339" name="Rounded Rectangle 3338"/>
          <p:cNvSpPr/>
          <p:nvPr/>
        </p:nvSpPr>
        <p:spPr>
          <a:xfrm>
            <a:off x="4830902" y="7375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340" name="Oval 3339"/>
          <p:cNvSpPr/>
          <p:nvPr/>
        </p:nvSpPr>
        <p:spPr>
          <a:xfrm>
            <a:off x="3774621" y="56955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Oval 3340"/>
          <p:cNvSpPr/>
          <p:nvPr/>
        </p:nvSpPr>
        <p:spPr>
          <a:xfrm>
            <a:off x="3814621" y="57355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342" name="Rounded Rectangle 3341"/>
          <p:cNvSpPr/>
          <p:nvPr/>
        </p:nvSpPr>
        <p:spPr>
          <a:xfrm>
            <a:off x="4084621" y="57555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343" name="Oval 3342"/>
          <p:cNvSpPr/>
          <p:nvPr/>
        </p:nvSpPr>
        <p:spPr>
          <a:xfrm>
            <a:off x="4041383" y="30348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Oval 3343"/>
          <p:cNvSpPr/>
          <p:nvPr/>
        </p:nvSpPr>
        <p:spPr>
          <a:xfrm>
            <a:off x="4081383" y="30748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345" name="Rounded Rectangle 3344"/>
          <p:cNvSpPr/>
          <p:nvPr/>
        </p:nvSpPr>
        <p:spPr>
          <a:xfrm>
            <a:off x="4351383" y="30948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346" name="Oval 3345"/>
          <p:cNvSpPr/>
          <p:nvPr/>
        </p:nvSpPr>
        <p:spPr>
          <a:xfrm>
            <a:off x="5908157" y="59241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Oval 3346"/>
          <p:cNvSpPr/>
          <p:nvPr/>
        </p:nvSpPr>
        <p:spPr>
          <a:xfrm>
            <a:off x="5948157" y="59641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348" name="Rounded Rectangle 3347"/>
          <p:cNvSpPr/>
          <p:nvPr/>
        </p:nvSpPr>
        <p:spPr>
          <a:xfrm>
            <a:off x="6218157" y="59841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349" name="Oval 3348"/>
          <p:cNvSpPr/>
          <p:nvPr/>
        </p:nvSpPr>
        <p:spPr>
          <a:xfrm>
            <a:off x="4688299" y="53125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Oval 3349"/>
          <p:cNvSpPr/>
          <p:nvPr/>
        </p:nvSpPr>
        <p:spPr>
          <a:xfrm>
            <a:off x="4728299" y="53525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351" name="Rounded Rectangle 3350"/>
          <p:cNvSpPr/>
          <p:nvPr/>
        </p:nvSpPr>
        <p:spPr>
          <a:xfrm>
            <a:off x="4998299" y="53725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352" name="Oval 3351"/>
          <p:cNvSpPr/>
          <p:nvPr/>
        </p:nvSpPr>
        <p:spPr>
          <a:xfrm>
            <a:off x="5562019" y="6836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Oval 3352"/>
          <p:cNvSpPr/>
          <p:nvPr/>
        </p:nvSpPr>
        <p:spPr>
          <a:xfrm>
            <a:off x="5602019" y="7236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354" name="Rounded Rectangle 3353"/>
          <p:cNvSpPr/>
          <p:nvPr/>
        </p:nvSpPr>
        <p:spPr>
          <a:xfrm>
            <a:off x="5872019" y="7436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355" name="Oval 3354"/>
          <p:cNvSpPr/>
          <p:nvPr/>
        </p:nvSpPr>
        <p:spPr>
          <a:xfrm>
            <a:off x="3273141" y="33609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Oval 3355"/>
          <p:cNvSpPr/>
          <p:nvPr/>
        </p:nvSpPr>
        <p:spPr>
          <a:xfrm>
            <a:off x="3313141" y="34009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357" name="Rounded Rectangle 3356"/>
          <p:cNvSpPr/>
          <p:nvPr/>
        </p:nvSpPr>
        <p:spPr>
          <a:xfrm>
            <a:off x="3583141" y="34209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358" name="Oval 3357"/>
          <p:cNvSpPr/>
          <p:nvPr/>
        </p:nvSpPr>
        <p:spPr>
          <a:xfrm>
            <a:off x="6440783" y="42456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Oval 3358"/>
          <p:cNvSpPr/>
          <p:nvPr/>
        </p:nvSpPr>
        <p:spPr>
          <a:xfrm>
            <a:off x="6480783" y="42856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360" name="Rounded Rectangle 3359"/>
          <p:cNvSpPr/>
          <p:nvPr/>
        </p:nvSpPr>
        <p:spPr>
          <a:xfrm>
            <a:off x="6750783" y="43056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361" name="Oval 3360"/>
          <p:cNvSpPr/>
          <p:nvPr/>
        </p:nvSpPr>
        <p:spPr>
          <a:xfrm>
            <a:off x="3250821" y="51033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Oval 3361"/>
          <p:cNvSpPr/>
          <p:nvPr/>
        </p:nvSpPr>
        <p:spPr>
          <a:xfrm>
            <a:off x="3290821" y="51433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363" name="Rounded Rectangle 3362"/>
          <p:cNvSpPr/>
          <p:nvPr/>
        </p:nvSpPr>
        <p:spPr>
          <a:xfrm>
            <a:off x="3560821" y="51633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364" name="Oval 3363"/>
          <p:cNvSpPr/>
          <p:nvPr/>
        </p:nvSpPr>
        <p:spPr>
          <a:xfrm>
            <a:off x="3317421" y="8949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Oval 3364"/>
          <p:cNvSpPr/>
          <p:nvPr/>
        </p:nvSpPr>
        <p:spPr>
          <a:xfrm>
            <a:off x="3357421" y="9349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366" name="Rounded Rectangle 3365"/>
          <p:cNvSpPr/>
          <p:nvPr/>
        </p:nvSpPr>
        <p:spPr>
          <a:xfrm>
            <a:off x="3627421" y="9549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367" name="Oval 3366"/>
          <p:cNvSpPr/>
          <p:nvPr/>
        </p:nvSpPr>
        <p:spPr>
          <a:xfrm>
            <a:off x="3763458" y="215065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Oval 3367"/>
          <p:cNvSpPr/>
          <p:nvPr/>
        </p:nvSpPr>
        <p:spPr>
          <a:xfrm>
            <a:off x="3803458" y="219065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369" name="Rounded Rectangle 3368"/>
          <p:cNvSpPr/>
          <p:nvPr/>
        </p:nvSpPr>
        <p:spPr>
          <a:xfrm>
            <a:off x="4073458" y="221065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370" name="Oval 3369"/>
          <p:cNvSpPr/>
          <p:nvPr/>
        </p:nvSpPr>
        <p:spPr>
          <a:xfrm>
            <a:off x="5679023" y="310466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Oval 3370"/>
          <p:cNvSpPr/>
          <p:nvPr/>
        </p:nvSpPr>
        <p:spPr>
          <a:xfrm>
            <a:off x="5719023" y="314466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372" name="Rounded Rectangle 3371"/>
          <p:cNvSpPr/>
          <p:nvPr/>
        </p:nvSpPr>
        <p:spPr>
          <a:xfrm>
            <a:off x="5989023" y="316466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373" name="Oval 3372"/>
          <p:cNvSpPr/>
          <p:nvPr/>
        </p:nvSpPr>
        <p:spPr>
          <a:xfrm>
            <a:off x="6365540" y="21130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Oval 3373"/>
          <p:cNvSpPr/>
          <p:nvPr/>
        </p:nvSpPr>
        <p:spPr>
          <a:xfrm>
            <a:off x="6405540" y="21530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375" name="Rounded Rectangle 3374"/>
          <p:cNvSpPr/>
          <p:nvPr/>
        </p:nvSpPr>
        <p:spPr>
          <a:xfrm>
            <a:off x="6675540" y="21730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376" name="Oval 3375"/>
          <p:cNvSpPr/>
          <p:nvPr/>
        </p:nvSpPr>
        <p:spPr>
          <a:xfrm>
            <a:off x="8194341" y="7418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Oval 3376"/>
          <p:cNvSpPr/>
          <p:nvPr/>
        </p:nvSpPr>
        <p:spPr>
          <a:xfrm>
            <a:off x="8234341" y="7818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378" name="Rounded Rectangle 3377"/>
          <p:cNvSpPr/>
          <p:nvPr/>
        </p:nvSpPr>
        <p:spPr>
          <a:xfrm>
            <a:off x="8504341" y="8018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379" name="Oval 3378"/>
          <p:cNvSpPr/>
          <p:nvPr/>
        </p:nvSpPr>
        <p:spPr>
          <a:xfrm>
            <a:off x="4265303" y="42383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Oval 3379"/>
          <p:cNvSpPr/>
          <p:nvPr/>
        </p:nvSpPr>
        <p:spPr>
          <a:xfrm>
            <a:off x="4305303" y="42783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381" name="Rounded Rectangle 3380"/>
          <p:cNvSpPr/>
          <p:nvPr/>
        </p:nvSpPr>
        <p:spPr>
          <a:xfrm>
            <a:off x="4575303" y="42983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"/>
          <p:cNvSpPr/>
          <p:nvPr/>
        </p:nvSpPr>
        <p:spPr>
          <a:xfrm>
            <a:off x="3118320" y="50760"/>
            <a:ext cx="2907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34: VIDP | RWY 11 | STAR AKBA2B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2" name=""/>
          <p:cNvSpPr/>
          <p:nvPr/>
        </p:nvSpPr>
        <p:spPr>
          <a:xfrm flipV="1">
            <a:off x="1901880" y="3997440"/>
            <a:ext cx="1839960" cy="1149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3" name=""/>
          <p:cNvSpPr/>
          <p:nvPr/>
        </p:nvSpPr>
        <p:spPr>
          <a:xfrm flipV="1">
            <a:off x="3741840" y="3482640"/>
            <a:ext cx="892080" cy="514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4" name=""/>
          <p:cNvSpPr/>
          <p:nvPr/>
        </p:nvSpPr>
        <p:spPr>
          <a:xfrm flipV="1">
            <a:off x="4633920" y="3081240"/>
            <a:ext cx="695160" cy="401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5" name=""/>
          <p:cNvSpPr/>
          <p:nvPr/>
        </p:nvSpPr>
        <p:spPr>
          <a:xfrm flipV="1">
            <a:off x="5329080" y="2508120"/>
            <a:ext cx="90720" cy="573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6" name=""/>
          <p:cNvSpPr/>
          <p:nvPr/>
        </p:nvSpPr>
        <p:spPr>
          <a:xfrm flipH="1" flipV="1">
            <a:off x="5327640" y="1986120"/>
            <a:ext cx="92160" cy="522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7" name=""/>
          <p:cNvSpPr/>
          <p:nvPr/>
        </p:nvSpPr>
        <p:spPr>
          <a:xfrm flipV="1">
            <a:off x="5327640" y="1863720"/>
            <a:ext cx="1006560" cy="122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8" name=""/>
          <p:cNvSpPr/>
          <p:nvPr/>
        </p:nvSpPr>
        <p:spPr>
          <a:xfrm>
            <a:off x="6334200" y="1863720"/>
            <a:ext cx="296640" cy="68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9" name=""/>
          <p:cNvSpPr/>
          <p:nvPr/>
        </p:nvSpPr>
        <p:spPr>
          <a:xfrm>
            <a:off x="6630840" y="1932120"/>
            <a:ext cx="611280" cy="141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30" name=""/>
          <p:cNvGrpSpPr/>
          <p:nvPr/>
        </p:nvGrpSpPr>
        <p:grpSpPr>
          <a:xfrm>
            <a:off x="1838160" y="5083200"/>
            <a:ext cx="605520" cy="200520"/>
            <a:chOff x="1838160" y="5083200"/>
            <a:chExt cx="605520" cy="200520"/>
          </a:xfrm>
        </p:grpSpPr>
        <p:sp>
          <p:nvSpPr>
            <p:cNvPr id="3331" name=""/>
            <p:cNvSpPr/>
            <p:nvPr/>
          </p:nvSpPr>
          <p:spPr>
            <a:xfrm>
              <a:off x="1838160" y="508320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2" name=""/>
            <p:cNvSpPr/>
            <p:nvPr/>
          </p:nvSpPr>
          <p:spPr>
            <a:xfrm>
              <a:off x="1944360" y="508320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AKBAN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3" name=""/>
          <p:cNvGrpSpPr/>
          <p:nvPr/>
        </p:nvGrpSpPr>
        <p:grpSpPr>
          <a:xfrm>
            <a:off x="3691080" y="3933720"/>
            <a:ext cx="470160" cy="200520"/>
            <a:chOff x="3691080" y="3933720"/>
            <a:chExt cx="470160" cy="200520"/>
          </a:xfrm>
        </p:grpSpPr>
        <p:sp>
          <p:nvSpPr>
            <p:cNvPr id="3334" name=""/>
            <p:cNvSpPr/>
            <p:nvPr/>
          </p:nvSpPr>
          <p:spPr>
            <a:xfrm>
              <a:off x="3691080" y="3946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5" name=""/>
            <p:cNvSpPr/>
            <p:nvPr/>
          </p:nvSpPr>
          <p:spPr>
            <a:xfrm>
              <a:off x="3829680" y="3933720"/>
              <a:ext cx="331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6" name=""/>
          <p:cNvGrpSpPr/>
          <p:nvPr/>
        </p:nvGrpSpPr>
        <p:grpSpPr>
          <a:xfrm>
            <a:off x="4583160" y="3419640"/>
            <a:ext cx="553320" cy="200520"/>
            <a:chOff x="4583160" y="3419640"/>
            <a:chExt cx="553320" cy="200520"/>
          </a:xfrm>
        </p:grpSpPr>
        <p:sp>
          <p:nvSpPr>
            <p:cNvPr id="3337" name=""/>
            <p:cNvSpPr/>
            <p:nvPr/>
          </p:nvSpPr>
          <p:spPr>
            <a:xfrm>
              <a:off x="4583160" y="3432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8" name=""/>
            <p:cNvSpPr/>
            <p:nvPr/>
          </p:nvSpPr>
          <p:spPr>
            <a:xfrm>
              <a:off x="4690440" y="34196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D240T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9" name=""/>
          <p:cNvGrpSpPr/>
          <p:nvPr/>
        </p:nvGrpSpPr>
        <p:grpSpPr>
          <a:xfrm>
            <a:off x="5278320" y="3017880"/>
            <a:ext cx="560160" cy="200520"/>
            <a:chOff x="5278320" y="3017880"/>
            <a:chExt cx="560160" cy="200520"/>
          </a:xfrm>
        </p:grpSpPr>
        <p:sp>
          <p:nvSpPr>
            <p:cNvPr id="3340" name=""/>
            <p:cNvSpPr/>
            <p:nvPr/>
          </p:nvSpPr>
          <p:spPr>
            <a:xfrm>
              <a:off x="5278320" y="303048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1" name=""/>
            <p:cNvSpPr/>
            <p:nvPr/>
          </p:nvSpPr>
          <p:spPr>
            <a:xfrm>
              <a:off x="5378760" y="3017880"/>
              <a:ext cx="4597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D240O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42" name=""/>
          <p:cNvGrpSpPr/>
          <p:nvPr/>
        </p:nvGrpSpPr>
        <p:grpSpPr>
          <a:xfrm>
            <a:off x="5369040" y="2444760"/>
            <a:ext cx="593640" cy="200520"/>
            <a:chOff x="5369040" y="2444760"/>
            <a:chExt cx="593640" cy="200520"/>
          </a:xfrm>
        </p:grpSpPr>
        <p:sp>
          <p:nvSpPr>
            <p:cNvPr id="3343" name=""/>
            <p:cNvSpPr/>
            <p:nvPr/>
          </p:nvSpPr>
          <p:spPr>
            <a:xfrm>
              <a:off x="5369040" y="2457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4" name=""/>
            <p:cNvSpPr/>
            <p:nvPr/>
          </p:nvSpPr>
          <p:spPr>
            <a:xfrm>
              <a:off x="5498640" y="244476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D253M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45" name=""/>
          <p:cNvGrpSpPr/>
          <p:nvPr/>
        </p:nvGrpSpPr>
        <p:grpSpPr>
          <a:xfrm>
            <a:off x="5288040" y="1922400"/>
            <a:ext cx="573120" cy="200520"/>
            <a:chOff x="5288040" y="1922400"/>
            <a:chExt cx="573120" cy="200520"/>
          </a:xfrm>
        </p:grpSpPr>
        <p:sp>
          <p:nvSpPr>
            <p:cNvPr id="3346" name=""/>
            <p:cNvSpPr/>
            <p:nvPr/>
          </p:nvSpPr>
          <p:spPr>
            <a:xfrm>
              <a:off x="5288040" y="1946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7" name=""/>
            <p:cNvSpPr/>
            <p:nvPr/>
          </p:nvSpPr>
          <p:spPr>
            <a:xfrm>
              <a:off x="5397120" y="192240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D267M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48" name=""/>
          <p:cNvGrpSpPr/>
          <p:nvPr/>
        </p:nvGrpSpPr>
        <p:grpSpPr>
          <a:xfrm>
            <a:off x="6292800" y="1800360"/>
            <a:ext cx="475200" cy="200520"/>
            <a:chOff x="6292800" y="1800360"/>
            <a:chExt cx="475200" cy="200520"/>
          </a:xfrm>
        </p:grpSpPr>
        <p:sp>
          <p:nvSpPr>
            <p:cNvPr id="3349" name=""/>
            <p:cNvSpPr/>
            <p:nvPr/>
          </p:nvSpPr>
          <p:spPr>
            <a:xfrm>
              <a:off x="6292800" y="18223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0" name=""/>
            <p:cNvSpPr/>
            <p:nvPr/>
          </p:nvSpPr>
          <p:spPr>
            <a:xfrm>
              <a:off x="6401520" y="180036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1" name=""/>
          <p:cNvGrpSpPr/>
          <p:nvPr/>
        </p:nvGrpSpPr>
        <p:grpSpPr>
          <a:xfrm>
            <a:off x="6591240" y="1868400"/>
            <a:ext cx="525240" cy="200520"/>
            <a:chOff x="6591240" y="1868400"/>
            <a:chExt cx="525240" cy="200520"/>
          </a:xfrm>
        </p:grpSpPr>
        <p:sp>
          <p:nvSpPr>
            <p:cNvPr id="3352" name=""/>
            <p:cNvSpPr/>
            <p:nvPr/>
          </p:nvSpPr>
          <p:spPr>
            <a:xfrm>
              <a:off x="6591240" y="18907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3" name=""/>
            <p:cNvSpPr/>
            <p:nvPr/>
          </p:nvSpPr>
          <p:spPr>
            <a:xfrm>
              <a:off x="6701040" y="18684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'FI11 '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4" name=""/>
          <p:cNvGrpSpPr/>
          <p:nvPr/>
        </p:nvGrpSpPr>
        <p:grpSpPr>
          <a:xfrm>
            <a:off x="7178760" y="2009880"/>
            <a:ext cx="580320" cy="200520"/>
            <a:chOff x="7178760" y="2009880"/>
            <a:chExt cx="580320" cy="200520"/>
          </a:xfrm>
        </p:grpSpPr>
        <p:sp>
          <p:nvSpPr>
            <p:cNvPr id="3355" name=""/>
            <p:cNvSpPr/>
            <p:nvPr/>
          </p:nvSpPr>
          <p:spPr>
            <a:xfrm>
              <a:off x="7178760" y="2009880"/>
              <a:ext cx="12708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6" name=""/>
            <p:cNvSpPr/>
            <p:nvPr/>
          </p:nvSpPr>
          <p:spPr>
            <a:xfrm>
              <a:off x="7332840" y="20098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7" name=""/>
          <p:cNvGrpSpPr/>
          <p:nvPr/>
        </p:nvGrpSpPr>
        <p:grpSpPr>
          <a:xfrm>
            <a:off x="304920" y="609480"/>
            <a:ext cx="479160" cy="200520"/>
            <a:chOff x="304920" y="609480"/>
            <a:chExt cx="479160" cy="200520"/>
          </a:xfrm>
        </p:grpSpPr>
        <p:sp>
          <p:nvSpPr>
            <p:cNvPr id="3358" name=""/>
            <p:cNvSpPr/>
            <p:nvPr/>
          </p:nvSpPr>
          <p:spPr>
            <a:xfrm>
              <a:off x="304920" y="61596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9" name=""/>
            <p:cNvSpPr/>
            <p:nvPr/>
          </p:nvSpPr>
          <p:spPr>
            <a:xfrm>
              <a:off x="44640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0" name=""/>
          <p:cNvGrpSpPr/>
          <p:nvPr/>
        </p:nvGrpSpPr>
        <p:grpSpPr>
          <a:xfrm>
            <a:off x="6324480" y="5562720"/>
            <a:ext cx="479160" cy="200520"/>
            <a:chOff x="6324480" y="5562720"/>
            <a:chExt cx="479160" cy="200520"/>
          </a:xfrm>
        </p:grpSpPr>
        <p:sp>
          <p:nvSpPr>
            <p:cNvPr id="3361" name=""/>
            <p:cNvSpPr/>
            <p:nvPr/>
          </p:nvSpPr>
          <p:spPr>
            <a:xfrm>
              <a:off x="6324480" y="556884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2" name=""/>
            <p:cNvSpPr/>
            <p:nvPr/>
          </p:nvSpPr>
          <p:spPr>
            <a:xfrm>
              <a:off x="6465960" y="5562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3" name=""/>
          <p:cNvGrpSpPr/>
          <p:nvPr/>
        </p:nvGrpSpPr>
        <p:grpSpPr>
          <a:xfrm>
            <a:off x="4267080" y="4724280"/>
            <a:ext cx="479160" cy="200520"/>
            <a:chOff x="4267080" y="4724280"/>
            <a:chExt cx="479160" cy="200520"/>
          </a:xfrm>
        </p:grpSpPr>
        <p:sp>
          <p:nvSpPr>
            <p:cNvPr id="3364" name=""/>
            <p:cNvSpPr/>
            <p:nvPr/>
          </p:nvSpPr>
          <p:spPr>
            <a:xfrm>
              <a:off x="4267080" y="473076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5" name=""/>
            <p:cNvSpPr/>
            <p:nvPr/>
          </p:nvSpPr>
          <p:spPr>
            <a:xfrm>
              <a:off x="440856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6" name=""/>
          <p:cNvGrpSpPr/>
          <p:nvPr/>
        </p:nvGrpSpPr>
        <p:grpSpPr>
          <a:xfrm>
            <a:off x="5867280" y="1143000"/>
            <a:ext cx="461880" cy="200520"/>
            <a:chOff x="5867280" y="1143000"/>
            <a:chExt cx="461880" cy="200520"/>
          </a:xfrm>
        </p:grpSpPr>
        <p:sp>
          <p:nvSpPr>
            <p:cNvPr id="3367" name=""/>
            <p:cNvSpPr/>
            <p:nvPr/>
          </p:nvSpPr>
          <p:spPr>
            <a:xfrm>
              <a:off x="5867280" y="115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8" name=""/>
            <p:cNvSpPr/>
            <p:nvPr/>
          </p:nvSpPr>
          <p:spPr>
            <a:xfrm>
              <a:off x="599148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69" name=""/>
          <p:cNvGrpSpPr/>
          <p:nvPr/>
        </p:nvGrpSpPr>
        <p:grpSpPr>
          <a:xfrm>
            <a:off x="717480" y="3417840"/>
            <a:ext cx="460080" cy="200520"/>
            <a:chOff x="717480" y="3417840"/>
            <a:chExt cx="460080" cy="200520"/>
          </a:xfrm>
        </p:grpSpPr>
        <p:sp>
          <p:nvSpPr>
            <p:cNvPr id="3370" name=""/>
            <p:cNvSpPr/>
            <p:nvPr/>
          </p:nvSpPr>
          <p:spPr>
            <a:xfrm>
              <a:off x="717480" y="3432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1" name=""/>
            <p:cNvSpPr/>
            <p:nvPr/>
          </p:nvSpPr>
          <p:spPr>
            <a:xfrm>
              <a:off x="839880" y="34178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72" name=""/>
          <p:cNvGrpSpPr/>
          <p:nvPr/>
        </p:nvGrpSpPr>
        <p:grpSpPr>
          <a:xfrm>
            <a:off x="8153280" y="3809880"/>
            <a:ext cx="461880" cy="200520"/>
            <a:chOff x="8153280" y="3809880"/>
            <a:chExt cx="461880" cy="200520"/>
          </a:xfrm>
        </p:grpSpPr>
        <p:sp>
          <p:nvSpPr>
            <p:cNvPr id="3373" name=""/>
            <p:cNvSpPr/>
            <p:nvPr/>
          </p:nvSpPr>
          <p:spPr>
            <a:xfrm>
              <a:off x="8153280" y="38260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4" name=""/>
            <p:cNvSpPr/>
            <p:nvPr/>
          </p:nvSpPr>
          <p:spPr>
            <a:xfrm>
              <a:off x="827748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75" name=""/>
          <p:cNvGrpSpPr/>
          <p:nvPr/>
        </p:nvGrpSpPr>
        <p:grpSpPr>
          <a:xfrm>
            <a:off x="2895480" y="5715000"/>
            <a:ext cx="461520" cy="200520"/>
            <a:chOff x="2895480" y="5715000"/>
            <a:chExt cx="461520" cy="200520"/>
          </a:xfrm>
        </p:grpSpPr>
        <p:sp>
          <p:nvSpPr>
            <p:cNvPr id="3376" name=""/>
            <p:cNvSpPr/>
            <p:nvPr/>
          </p:nvSpPr>
          <p:spPr>
            <a:xfrm>
              <a:off x="2895480" y="57294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7" name=""/>
            <p:cNvSpPr/>
            <p:nvPr/>
          </p:nvSpPr>
          <p:spPr>
            <a:xfrm>
              <a:off x="30193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78" name=""/>
          <p:cNvGrpSpPr/>
          <p:nvPr/>
        </p:nvGrpSpPr>
        <p:grpSpPr>
          <a:xfrm>
            <a:off x="4724280" y="6400800"/>
            <a:ext cx="460080" cy="200520"/>
            <a:chOff x="4724280" y="6400800"/>
            <a:chExt cx="460080" cy="200520"/>
          </a:xfrm>
        </p:grpSpPr>
        <p:sp>
          <p:nvSpPr>
            <p:cNvPr id="3379" name=""/>
            <p:cNvSpPr/>
            <p:nvPr/>
          </p:nvSpPr>
          <p:spPr>
            <a:xfrm>
              <a:off x="4724280" y="64148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0" name=""/>
            <p:cNvSpPr/>
            <p:nvPr/>
          </p:nvSpPr>
          <p:spPr>
            <a:xfrm>
              <a:off x="484668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1" name=""/>
          <p:cNvGrpSpPr/>
          <p:nvPr/>
        </p:nvGrpSpPr>
        <p:grpSpPr>
          <a:xfrm>
            <a:off x="2819520" y="2743200"/>
            <a:ext cx="461520" cy="200520"/>
            <a:chOff x="2819520" y="2743200"/>
            <a:chExt cx="461520" cy="200520"/>
          </a:xfrm>
        </p:grpSpPr>
        <p:sp>
          <p:nvSpPr>
            <p:cNvPr id="3382" name=""/>
            <p:cNvSpPr/>
            <p:nvPr/>
          </p:nvSpPr>
          <p:spPr>
            <a:xfrm>
              <a:off x="2819520" y="2757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3" name=""/>
            <p:cNvSpPr/>
            <p:nvPr/>
          </p:nvSpPr>
          <p:spPr>
            <a:xfrm>
              <a:off x="294336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4" name=""/>
          <p:cNvGrpSpPr/>
          <p:nvPr/>
        </p:nvGrpSpPr>
        <p:grpSpPr>
          <a:xfrm>
            <a:off x="8305920" y="609480"/>
            <a:ext cx="460080" cy="200520"/>
            <a:chOff x="8305920" y="609480"/>
            <a:chExt cx="460080" cy="200520"/>
          </a:xfrm>
        </p:grpSpPr>
        <p:sp>
          <p:nvSpPr>
            <p:cNvPr id="3385" name=""/>
            <p:cNvSpPr/>
            <p:nvPr/>
          </p:nvSpPr>
          <p:spPr>
            <a:xfrm>
              <a:off x="8305920" y="6253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6" name=""/>
            <p:cNvSpPr/>
            <p:nvPr/>
          </p:nvSpPr>
          <p:spPr>
            <a:xfrm>
              <a:off x="842832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87" name=""/>
          <p:cNvGrpSpPr/>
          <p:nvPr/>
        </p:nvGrpSpPr>
        <p:grpSpPr>
          <a:xfrm>
            <a:off x="2057400" y="3581280"/>
            <a:ext cx="460080" cy="200520"/>
            <a:chOff x="2057400" y="3581280"/>
            <a:chExt cx="460080" cy="200520"/>
          </a:xfrm>
        </p:grpSpPr>
        <p:sp>
          <p:nvSpPr>
            <p:cNvPr id="3388" name=""/>
            <p:cNvSpPr/>
            <p:nvPr/>
          </p:nvSpPr>
          <p:spPr>
            <a:xfrm>
              <a:off x="2057400" y="35971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9" name=""/>
            <p:cNvSpPr/>
            <p:nvPr/>
          </p:nvSpPr>
          <p:spPr>
            <a:xfrm>
              <a:off x="21798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0" name=""/>
          <p:cNvGrpSpPr/>
          <p:nvPr/>
        </p:nvGrpSpPr>
        <p:grpSpPr>
          <a:xfrm>
            <a:off x="5651640" y="4332240"/>
            <a:ext cx="460080" cy="200520"/>
            <a:chOff x="5651640" y="4332240"/>
            <a:chExt cx="460080" cy="200520"/>
          </a:xfrm>
        </p:grpSpPr>
        <p:sp>
          <p:nvSpPr>
            <p:cNvPr id="3391" name=""/>
            <p:cNvSpPr/>
            <p:nvPr/>
          </p:nvSpPr>
          <p:spPr>
            <a:xfrm>
              <a:off x="5651640" y="43480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2" name=""/>
            <p:cNvSpPr/>
            <p:nvPr/>
          </p:nvSpPr>
          <p:spPr>
            <a:xfrm>
              <a:off x="5774040" y="43322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3" name=""/>
          <p:cNvGrpSpPr/>
          <p:nvPr/>
        </p:nvGrpSpPr>
        <p:grpSpPr>
          <a:xfrm>
            <a:off x="708120" y="5715000"/>
            <a:ext cx="460080" cy="200520"/>
            <a:chOff x="708120" y="5715000"/>
            <a:chExt cx="460080" cy="200520"/>
          </a:xfrm>
        </p:grpSpPr>
        <p:sp>
          <p:nvSpPr>
            <p:cNvPr id="3394" name=""/>
            <p:cNvSpPr/>
            <p:nvPr/>
          </p:nvSpPr>
          <p:spPr>
            <a:xfrm>
              <a:off x="708120" y="57294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5" name=""/>
            <p:cNvSpPr/>
            <p:nvPr/>
          </p:nvSpPr>
          <p:spPr>
            <a:xfrm>
              <a:off x="830520" y="571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6" name=""/>
          <p:cNvGrpSpPr/>
          <p:nvPr/>
        </p:nvGrpSpPr>
        <p:grpSpPr>
          <a:xfrm>
            <a:off x="8001000" y="1523880"/>
            <a:ext cx="460080" cy="200520"/>
            <a:chOff x="8001000" y="1523880"/>
            <a:chExt cx="460080" cy="200520"/>
          </a:xfrm>
        </p:grpSpPr>
        <p:sp>
          <p:nvSpPr>
            <p:cNvPr id="3397" name=""/>
            <p:cNvSpPr/>
            <p:nvPr/>
          </p:nvSpPr>
          <p:spPr>
            <a:xfrm>
              <a:off x="8001000" y="153792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8" name=""/>
            <p:cNvSpPr/>
            <p:nvPr/>
          </p:nvSpPr>
          <p:spPr>
            <a:xfrm>
              <a:off x="812340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9" name=""/>
          <p:cNvGrpSpPr/>
          <p:nvPr/>
        </p:nvGrpSpPr>
        <p:grpSpPr>
          <a:xfrm>
            <a:off x="5638680" y="2133720"/>
            <a:ext cx="461520" cy="200520"/>
            <a:chOff x="5638680" y="2133720"/>
            <a:chExt cx="461520" cy="200520"/>
          </a:xfrm>
        </p:grpSpPr>
        <p:sp>
          <p:nvSpPr>
            <p:cNvPr id="3400" name=""/>
            <p:cNvSpPr/>
            <p:nvPr/>
          </p:nvSpPr>
          <p:spPr>
            <a:xfrm>
              <a:off x="5638680" y="2149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1" name=""/>
            <p:cNvSpPr/>
            <p:nvPr/>
          </p:nvSpPr>
          <p:spPr>
            <a:xfrm>
              <a:off x="5762520" y="2133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2" name=""/>
          <p:cNvGrpSpPr/>
          <p:nvPr/>
        </p:nvGrpSpPr>
        <p:grpSpPr>
          <a:xfrm>
            <a:off x="4038480" y="2362320"/>
            <a:ext cx="460080" cy="200520"/>
            <a:chOff x="4038480" y="2362320"/>
            <a:chExt cx="460080" cy="200520"/>
          </a:xfrm>
        </p:grpSpPr>
        <p:sp>
          <p:nvSpPr>
            <p:cNvPr id="3403" name=""/>
            <p:cNvSpPr/>
            <p:nvPr/>
          </p:nvSpPr>
          <p:spPr>
            <a:xfrm>
              <a:off x="4038480" y="23781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4" name=""/>
            <p:cNvSpPr/>
            <p:nvPr/>
          </p:nvSpPr>
          <p:spPr>
            <a:xfrm>
              <a:off x="416088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5" name=""/>
          <p:cNvGrpSpPr/>
          <p:nvPr/>
        </p:nvGrpSpPr>
        <p:grpSpPr>
          <a:xfrm>
            <a:off x="7866000" y="4780080"/>
            <a:ext cx="461880" cy="200520"/>
            <a:chOff x="7866000" y="4780080"/>
            <a:chExt cx="461880" cy="200520"/>
          </a:xfrm>
        </p:grpSpPr>
        <p:sp>
          <p:nvSpPr>
            <p:cNvPr id="3406" name=""/>
            <p:cNvSpPr/>
            <p:nvPr/>
          </p:nvSpPr>
          <p:spPr>
            <a:xfrm>
              <a:off x="7866000" y="4795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7" name=""/>
            <p:cNvSpPr/>
            <p:nvPr/>
          </p:nvSpPr>
          <p:spPr>
            <a:xfrm>
              <a:off x="7990200" y="478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8" name=""/>
          <p:cNvGrpSpPr/>
          <p:nvPr/>
        </p:nvGrpSpPr>
        <p:grpSpPr>
          <a:xfrm>
            <a:off x="6570720" y="3105000"/>
            <a:ext cx="460080" cy="200520"/>
            <a:chOff x="6570720" y="3105000"/>
            <a:chExt cx="460080" cy="200520"/>
          </a:xfrm>
        </p:grpSpPr>
        <p:sp>
          <p:nvSpPr>
            <p:cNvPr id="3409" name=""/>
            <p:cNvSpPr/>
            <p:nvPr/>
          </p:nvSpPr>
          <p:spPr>
            <a:xfrm>
              <a:off x="6570720" y="31212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0" name=""/>
            <p:cNvSpPr/>
            <p:nvPr/>
          </p:nvSpPr>
          <p:spPr>
            <a:xfrm>
              <a:off x="6693120" y="3105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1" name=""/>
          <p:cNvGrpSpPr/>
          <p:nvPr/>
        </p:nvGrpSpPr>
        <p:grpSpPr>
          <a:xfrm>
            <a:off x="1523880" y="1600200"/>
            <a:ext cx="460080" cy="200520"/>
            <a:chOff x="1523880" y="1600200"/>
            <a:chExt cx="460080" cy="200520"/>
          </a:xfrm>
        </p:grpSpPr>
        <p:sp>
          <p:nvSpPr>
            <p:cNvPr id="3412" name=""/>
            <p:cNvSpPr/>
            <p:nvPr/>
          </p:nvSpPr>
          <p:spPr>
            <a:xfrm>
              <a:off x="1523880" y="161424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3" name=""/>
            <p:cNvSpPr/>
            <p:nvPr/>
          </p:nvSpPr>
          <p:spPr>
            <a:xfrm>
              <a:off x="164628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4" name=""/>
          <p:cNvGrpSpPr/>
          <p:nvPr/>
        </p:nvGrpSpPr>
        <p:grpSpPr>
          <a:xfrm>
            <a:off x="4343400" y="1219320"/>
            <a:ext cx="461520" cy="200520"/>
            <a:chOff x="4343400" y="1219320"/>
            <a:chExt cx="461520" cy="200520"/>
          </a:xfrm>
        </p:grpSpPr>
        <p:sp>
          <p:nvSpPr>
            <p:cNvPr id="3415" name=""/>
            <p:cNvSpPr/>
            <p:nvPr/>
          </p:nvSpPr>
          <p:spPr>
            <a:xfrm>
              <a:off x="4343400" y="12348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6" name=""/>
            <p:cNvSpPr/>
            <p:nvPr/>
          </p:nvSpPr>
          <p:spPr>
            <a:xfrm>
              <a:off x="446724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17" name="Rounded Rectangle 3416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418" name="Oval 3417"/>
          <p:cNvSpPr/>
          <p:nvPr/>
        </p:nvSpPr>
        <p:spPr>
          <a:xfrm>
            <a:off x="202169" y="5132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Oval 3418"/>
          <p:cNvSpPr/>
          <p:nvPr/>
        </p:nvSpPr>
        <p:spPr>
          <a:xfrm>
            <a:off x="242169" y="5532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420" name="Rounded Rectangle 3419"/>
          <p:cNvSpPr/>
          <p:nvPr/>
        </p:nvSpPr>
        <p:spPr>
          <a:xfrm>
            <a:off x="512169" y="5732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421" name="Oval 3420"/>
          <p:cNvSpPr/>
          <p:nvPr/>
        </p:nvSpPr>
        <p:spPr>
          <a:xfrm>
            <a:off x="6221554" y="546608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Oval 3421"/>
          <p:cNvSpPr/>
          <p:nvPr/>
        </p:nvSpPr>
        <p:spPr>
          <a:xfrm>
            <a:off x="6261554" y="550608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423" name="Rounded Rectangle 3422"/>
          <p:cNvSpPr/>
          <p:nvPr/>
        </p:nvSpPr>
        <p:spPr>
          <a:xfrm>
            <a:off x="6531554" y="552608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424" name="Oval 3423"/>
          <p:cNvSpPr/>
          <p:nvPr/>
        </p:nvSpPr>
        <p:spPr>
          <a:xfrm>
            <a:off x="4164321" y="462782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Oval 3424"/>
          <p:cNvSpPr/>
          <p:nvPr/>
        </p:nvSpPr>
        <p:spPr>
          <a:xfrm>
            <a:off x="4204321" y="466782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426" name="Rounded Rectangle 3425"/>
          <p:cNvSpPr/>
          <p:nvPr/>
        </p:nvSpPr>
        <p:spPr>
          <a:xfrm>
            <a:off x="4474321" y="468782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427" name="Oval 3426"/>
          <p:cNvSpPr/>
          <p:nvPr/>
        </p:nvSpPr>
        <p:spPr>
          <a:xfrm>
            <a:off x="5755707" y="104727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Oval 3427"/>
          <p:cNvSpPr/>
          <p:nvPr/>
        </p:nvSpPr>
        <p:spPr>
          <a:xfrm>
            <a:off x="5795707" y="108727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429" name="Rounded Rectangle 3428"/>
          <p:cNvSpPr/>
          <p:nvPr/>
        </p:nvSpPr>
        <p:spPr>
          <a:xfrm>
            <a:off x="6065707" y="110727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430" name="Oval 3429"/>
          <p:cNvSpPr/>
          <p:nvPr/>
        </p:nvSpPr>
        <p:spPr>
          <a:xfrm>
            <a:off x="605180" y="332066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Oval 3430"/>
          <p:cNvSpPr/>
          <p:nvPr/>
        </p:nvSpPr>
        <p:spPr>
          <a:xfrm>
            <a:off x="645180" y="336066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432" name="Rounded Rectangle 3431"/>
          <p:cNvSpPr/>
          <p:nvPr/>
        </p:nvSpPr>
        <p:spPr>
          <a:xfrm>
            <a:off x="915180" y="338066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433" name="Oval 3432"/>
          <p:cNvSpPr/>
          <p:nvPr/>
        </p:nvSpPr>
        <p:spPr>
          <a:xfrm>
            <a:off x="8041707" y="371451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Oval 3433"/>
          <p:cNvSpPr/>
          <p:nvPr/>
        </p:nvSpPr>
        <p:spPr>
          <a:xfrm>
            <a:off x="8081707" y="375451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435" name="Rounded Rectangle 3434"/>
          <p:cNvSpPr/>
          <p:nvPr/>
        </p:nvSpPr>
        <p:spPr>
          <a:xfrm>
            <a:off x="8351707" y="377451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436" name="Oval 3435"/>
          <p:cNvSpPr/>
          <p:nvPr/>
        </p:nvSpPr>
        <p:spPr>
          <a:xfrm>
            <a:off x="2783904" y="56178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Oval 3436"/>
          <p:cNvSpPr/>
          <p:nvPr/>
        </p:nvSpPr>
        <p:spPr>
          <a:xfrm>
            <a:off x="2823904" y="56578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438" name="Rounded Rectangle 3437"/>
          <p:cNvSpPr/>
          <p:nvPr/>
        </p:nvSpPr>
        <p:spPr>
          <a:xfrm>
            <a:off x="3093904" y="56778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439" name="Oval 3438"/>
          <p:cNvSpPr/>
          <p:nvPr/>
        </p:nvSpPr>
        <p:spPr>
          <a:xfrm>
            <a:off x="4611984" y="630327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Oval 3439"/>
          <p:cNvSpPr/>
          <p:nvPr/>
        </p:nvSpPr>
        <p:spPr>
          <a:xfrm>
            <a:off x="4651984" y="634327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441" name="Rounded Rectangle 3440"/>
          <p:cNvSpPr/>
          <p:nvPr/>
        </p:nvSpPr>
        <p:spPr>
          <a:xfrm>
            <a:off x="4921984" y="636327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442" name="Oval 3441"/>
          <p:cNvSpPr/>
          <p:nvPr/>
        </p:nvSpPr>
        <p:spPr>
          <a:xfrm>
            <a:off x="2707948" y="26460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Oval 3442"/>
          <p:cNvSpPr/>
          <p:nvPr/>
        </p:nvSpPr>
        <p:spPr>
          <a:xfrm>
            <a:off x="2747948" y="26860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444" name="Rounded Rectangle 3443"/>
          <p:cNvSpPr/>
          <p:nvPr/>
        </p:nvSpPr>
        <p:spPr>
          <a:xfrm>
            <a:off x="3017948" y="27060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445" name="Oval 3444"/>
          <p:cNvSpPr/>
          <p:nvPr/>
        </p:nvSpPr>
        <p:spPr>
          <a:xfrm>
            <a:off x="8193619" y="51374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Oval 3445"/>
          <p:cNvSpPr/>
          <p:nvPr/>
        </p:nvSpPr>
        <p:spPr>
          <a:xfrm>
            <a:off x="8233619" y="55374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447" name="Rounded Rectangle 3446"/>
          <p:cNvSpPr/>
          <p:nvPr/>
        </p:nvSpPr>
        <p:spPr>
          <a:xfrm>
            <a:off x="8503619" y="57374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448" name="Oval 3447"/>
          <p:cNvSpPr/>
          <p:nvPr/>
        </p:nvSpPr>
        <p:spPr>
          <a:xfrm>
            <a:off x="1944919" y="348555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Oval 3448"/>
          <p:cNvSpPr/>
          <p:nvPr/>
        </p:nvSpPr>
        <p:spPr>
          <a:xfrm>
            <a:off x="1984919" y="352555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450" name="Rounded Rectangle 3449"/>
          <p:cNvSpPr/>
          <p:nvPr/>
        </p:nvSpPr>
        <p:spPr>
          <a:xfrm>
            <a:off x="2254919" y="354555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451" name="Oval 3450"/>
          <p:cNvSpPr/>
          <p:nvPr/>
        </p:nvSpPr>
        <p:spPr>
          <a:xfrm>
            <a:off x="5539160" y="423650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Oval 3451"/>
          <p:cNvSpPr/>
          <p:nvPr/>
        </p:nvSpPr>
        <p:spPr>
          <a:xfrm>
            <a:off x="5579160" y="427650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453" name="Rounded Rectangle 3452"/>
          <p:cNvSpPr/>
          <p:nvPr/>
        </p:nvSpPr>
        <p:spPr>
          <a:xfrm>
            <a:off x="5849160" y="429650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454" name="Oval 3453"/>
          <p:cNvSpPr/>
          <p:nvPr/>
        </p:nvSpPr>
        <p:spPr>
          <a:xfrm>
            <a:off x="595646" y="56178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Oval 3454"/>
          <p:cNvSpPr/>
          <p:nvPr/>
        </p:nvSpPr>
        <p:spPr>
          <a:xfrm>
            <a:off x="635646" y="56578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456" name="Rounded Rectangle 3455"/>
          <p:cNvSpPr/>
          <p:nvPr/>
        </p:nvSpPr>
        <p:spPr>
          <a:xfrm>
            <a:off x="905646" y="56778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457" name="Oval 3456"/>
          <p:cNvSpPr/>
          <p:nvPr/>
        </p:nvSpPr>
        <p:spPr>
          <a:xfrm>
            <a:off x="7888703" y="14263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Oval 3457"/>
          <p:cNvSpPr/>
          <p:nvPr/>
        </p:nvSpPr>
        <p:spPr>
          <a:xfrm>
            <a:off x="7928703" y="14663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459" name="Rounded Rectangle 3458"/>
          <p:cNvSpPr/>
          <p:nvPr/>
        </p:nvSpPr>
        <p:spPr>
          <a:xfrm>
            <a:off x="8198703" y="14863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460" name="Oval 3459"/>
          <p:cNvSpPr/>
          <p:nvPr/>
        </p:nvSpPr>
        <p:spPr>
          <a:xfrm>
            <a:off x="5527101" y="203798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Oval 3460"/>
          <p:cNvSpPr/>
          <p:nvPr/>
        </p:nvSpPr>
        <p:spPr>
          <a:xfrm>
            <a:off x="5567101" y="207798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462" name="Rounded Rectangle 3461"/>
          <p:cNvSpPr/>
          <p:nvPr/>
        </p:nvSpPr>
        <p:spPr>
          <a:xfrm>
            <a:off x="5837101" y="209798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463" name="Oval 3462"/>
          <p:cNvSpPr/>
          <p:nvPr/>
        </p:nvSpPr>
        <p:spPr>
          <a:xfrm>
            <a:off x="3926180" y="22665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Oval 3463"/>
          <p:cNvSpPr/>
          <p:nvPr/>
        </p:nvSpPr>
        <p:spPr>
          <a:xfrm>
            <a:off x="3966180" y="23065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465" name="Rounded Rectangle 3464"/>
          <p:cNvSpPr/>
          <p:nvPr/>
        </p:nvSpPr>
        <p:spPr>
          <a:xfrm>
            <a:off x="4236180" y="23265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466" name="Oval 3465"/>
          <p:cNvSpPr/>
          <p:nvPr/>
        </p:nvSpPr>
        <p:spPr>
          <a:xfrm>
            <a:off x="7754430" y="46843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Oval 3466"/>
          <p:cNvSpPr/>
          <p:nvPr/>
        </p:nvSpPr>
        <p:spPr>
          <a:xfrm>
            <a:off x="7794430" y="47243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468" name="Rounded Rectangle 3467"/>
          <p:cNvSpPr/>
          <p:nvPr/>
        </p:nvSpPr>
        <p:spPr>
          <a:xfrm>
            <a:off x="8064430" y="47443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469" name="Oval 3468"/>
          <p:cNvSpPr/>
          <p:nvPr/>
        </p:nvSpPr>
        <p:spPr>
          <a:xfrm>
            <a:off x="6458248" y="30096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Oval 3469"/>
          <p:cNvSpPr/>
          <p:nvPr/>
        </p:nvSpPr>
        <p:spPr>
          <a:xfrm>
            <a:off x="6498248" y="30496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471" name="Rounded Rectangle 3470"/>
          <p:cNvSpPr/>
          <p:nvPr/>
        </p:nvSpPr>
        <p:spPr>
          <a:xfrm>
            <a:off x="6768248" y="30696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472" name="Oval 3471"/>
          <p:cNvSpPr/>
          <p:nvPr/>
        </p:nvSpPr>
        <p:spPr>
          <a:xfrm>
            <a:off x="1411590" y="150248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Oval 3472"/>
          <p:cNvSpPr/>
          <p:nvPr/>
        </p:nvSpPr>
        <p:spPr>
          <a:xfrm>
            <a:off x="1451590" y="154248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474" name="Rounded Rectangle 3473"/>
          <p:cNvSpPr/>
          <p:nvPr/>
        </p:nvSpPr>
        <p:spPr>
          <a:xfrm>
            <a:off x="1721590" y="156248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475" name="Oval 3474"/>
          <p:cNvSpPr/>
          <p:nvPr/>
        </p:nvSpPr>
        <p:spPr>
          <a:xfrm>
            <a:off x="4231820" y="112304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Oval 3475"/>
          <p:cNvSpPr/>
          <p:nvPr/>
        </p:nvSpPr>
        <p:spPr>
          <a:xfrm>
            <a:off x="4271820" y="116304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477" name="Rounded Rectangle 3476"/>
          <p:cNvSpPr/>
          <p:nvPr/>
        </p:nvSpPr>
        <p:spPr>
          <a:xfrm>
            <a:off x="4541820" y="118304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"/>
          <p:cNvSpPr/>
          <p:nvPr/>
        </p:nvSpPr>
        <p:spPr>
          <a:xfrm>
            <a:off x="3118320" y="50760"/>
            <a:ext cx="2907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35: VIDP | RWY 28 | STAR BASO1A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8" name=""/>
          <p:cNvSpPr/>
          <p:nvPr/>
        </p:nvSpPr>
        <p:spPr>
          <a:xfrm flipH="1">
            <a:off x="3681360" y="1639800"/>
            <a:ext cx="1268640" cy="2286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9" name=""/>
          <p:cNvSpPr/>
          <p:nvPr/>
        </p:nvSpPr>
        <p:spPr>
          <a:xfrm>
            <a:off x="3681360" y="3925800"/>
            <a:ext cx="647640" cy="1273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0" name=""/>
          <p:cNvSpPr/>
          <p:nvPr/>
        </p:nvSpPr>
        <p:spPr>
          <a:xfrm>
            <a:off x="4329000" y="5199120"/>
            <a:ext cx="87480" cy="12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1" name=""/>
          <p:cNvSpPr/>
          <p:nvPr/>
        </p:nvSpPr>
        <p:spPr>
          <a:xfrm>
            <a:off x="4416480" y="5327640"/>
            <a:ext cx="750960" cy="39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200" bIns="-72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2" name=""/>
          <p:cNvSpPr/>
          <p:nvPr/>
        </p:nvSpPr>
        <p:spPr>
          <a:xfrm>
            <a:off x="5167440" y="5367240"/>
            <a:ext cx="125280" cy="3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3" name=""/>
          <p:cNvSpPr/>
          <p:nvPr/>
        </p:nvSpPr>
        <p:spPr>
          <a:xfrm flipV="1">
            <a:off x="5292720" y="5200560"/>
            <a:ext cx="106200" cy="169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4" name=""/>
          <p:cNvSpPr/>
          <p:nvPr/>
        </p:nvSpPr>
        <p:spPr>
          <a:xfrm flipV="1">
            <a:off x="5398920" y="5041440"/>
            <a:ext cx="63720" cy="158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5" name=""/>
          <p:cNvSpPr/>
          <p:nvPr/>
        </p:nvSpPr>
        <p:spPr>
          <a:xfrm flipH="1" flipV="1">
            <a:off x="5001840" y="4836600"/>
            <a:ext cx="460440" cy="2048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6" name=""/>
          <p:cNvSpPr/>
          <p:nvPr/>
        </p:nvSpPr>
        <p:spPr>
          <a:xfrm flipH="1" flipV="1">
            <a:off x="4795560" y="4744800"/>
            <a:ext cx="206280" cy="91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7" name=""/>
          <p:cNvSpPr/>
          <p:nvPr/>
        </p:nvSpPr>
        <p:spPr>
          <a:xfrm flipH="1" flipV="1">
            <a:off x="4478400" y="4671720"/>
            <a:ext cx="317520" cy="73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8" name=""/>
          <p:cNvGrpSpPr/>
          <p:nvPr/>
        </p:nvGrpSpPr>
        <p:grpSpPr>
          <a:xfrm>
            <a:off x="4886280" y="1576440"/>
            <a:ext cx="600480" cy="200520"/>
            <a:chOff x="4886280" y="1576440"/>
            <a:chExt cx="600480" cy="200520"/>
          </a:xfrm>
        </p:grpSpPr>
        <p:sp>
          <p:nvSpPr>
            <p:cNvPr id="3429" name=""/>
            <p:cNvSpPr/>
            <p:nvPr/>
          </p:nvSpPr>
          <p:spPr>
            <a:xfrm>
              <a:off x="4886280" y="1576440"/>
              <a:ext cx="12708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0" name=""/>
            <p:cNvSpPr/>
            <p:nvPr/>
          </p:nvSpPr>
          <p:spPr>
            <a:xfrm>
              <a:off x="4996800" y="157644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BASOT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1" name=""/>
          <p:cNvGrpSpPr/>
          <p:nvPr/>
        </p:nvGrpSpPr>
        <p:grpSpPr>
          <a:xfrm>
            <a:off x="3630600" y="3862440"/>
            <a:ext cx="545760" cy="200520"/>
            <a:chOff x="3630600" y="3862440"/>
            <a:chExt cx="545760" cy="200520"/>
          </a:xfrm>
        </p:grpSpPr>
        <p:sp>
          <p:nvSpPr>
            <p:cNvPr id="3432" name=""/>
            <p:cNvSpPr/>
            <p:nvPr/>
          </p:nvSpPr>
          <p:spPr>
            <a:xfrm>
              <a:off x="3630600" y="3875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3" name=""/>
            <p:cNvSpPr/>
            <p:nvPr/>
          </p:nvSpPr>
          <p:spPr>
            <a:xfrm>
              <a:off x="3745800" y="386244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CHI27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4" name=""/>
          <p:cNvGrpSpPr/>
          <p:nvPr/>
        </p:nvGrpSpPr>
        <p:grpSpPr>
          <a:xfrm>
            <a:off x="4278240" y="5135400"/>
            <a:ext cx="540360" cy="200520"/>
            <a:chOff x="4278240" y="5135400"/>
            <a:chExt cx="540360" cy="200520"/>
          </a:xfrm>
        </p:grpSpPr>
        <p:sp>
          <p:nvSpPr>
            <p:cNvPr id="3435" name=""/>
            <p:cNvSpPr/>
            <p:nvPr/>
          </p:nvSpPr>
          <p:spPr>
            <a:xfrm>
              <a:off x="4278240" y="51483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6" name=""/>
            <p:cNvSpPr/>
            <p:nvPr/>
          </p:nvSpPr>
          <p:spPr>
            <a:xfrm>
              <a:off x="4398480" y="513540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DI26Z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37" name=""/>
          <p:cNvGrpSpPr/>
          <p:nvPr/>
        </p:nvGrpSpPr>
        <p:grpSpPr>
          <a:xfrm>
            <a:off x="4375080" y="5264280"/>
            <a:ext cx="559440" cy="200520"/>
            <a:chOff x="4375080" y="5264280"/>
            <a:chExt cx="559440" cy="200520"/>
          </a:xfrm>
        </p:grpSpPr>
        <p:sp>
          <p:nvSpPr>
            <p:cNvPr id="3438" name=""/>
            <p:cNvSpPr/>
            <p:nvPr/>
          </p:nvSpPr>
          <p:spPr>
            <a:xfrm>
              <a:off x="4375080" y="5286240"/>
              <a:ext cx="810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9" name=""/>
            <p:cNvSpPr/>
            <p:nvPr/>
          </p:nvSpPr>
          <p:spPr>
            <a:xfrm>
              <a:off x="4435200" y="5264280"/>
              <a:ext cx="4993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RUGDA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0" name=""/>
          <p:cNvGrpSpPr/>
          <p:nvPr/>
        </p:nvGrpSpPr>
        <p:grpSpPr>
          <a:xfrm>
            <a:off x="5127480" y="5303880"/>
            <a:ext cx="534960" cy="200520"/>
            <a:chOff x="5127480" y="5303880"/>
            <a:chExt cx="534960" cy="200520"/>
          </a:xfrm>
        </p:grpSpPr>
        <p:sp>
          <p:nvSpPr>
            <p:cNvPr id="3441" name=""/>
            <p:cNvSpPr/>
            <p:nvPr/>
          </p:nvSpPr>
          <p:spPr>
            <a:xfrm>
              <a:off x="5127480" y="53262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2" name=""/>
            <p:cNvSpPr/>
            <p:nvPr/>
          </p:nvSpPr>
          <p:spPr>
            <a:xfrm>
              <a:off x="5212080" y="5303880"/>
              <a:ext cx="4503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D274V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3" name=""/>
          <p:cNvGrpSpPr/>
          <p:nvPr/>
        </p:nvGrpSpPr>
        <p:grpSpPr>
          <a:xfrm>
            <a:off x="5251320" y="5307120"/>
            <a:ext cx="549720" cy="200520"/>
            <a:chOff x="5251320" y="5307120"/>
            <a:chExt cx="549720" cy="200520"/>
          </a:xfrm>
        </p:grpSpPr>
        <p:sp>
          <p:nvSpPr>
            <p:cNvPr id="3444" name=""/>
            <p:cNvSpPr/>
            <p:nvPr/>
          </p:nvSpPr>
          <p:spPr>
            <a:xfrm>
              <a:off x="5251320" y="53308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5" name=""/>
            <p:cNvSpPr/>
            <p:nvPr/>
          </p:nvSpPr>
          <p:spPr>
            <a:xfrm>
              <a:off x="5321520" y="53071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PEDKA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6" name=""/>
          <p:cNvGrpSpPr/>
          <p:nvPr/>
        </p:nvGrpSpPr>
        <p:grpSpPr>
          <a:xfrm>
            <a:off x="5357880" y="5137200"/>
            <a:ext cx="517320" cy="200520"/>
            <a:chOff x="5357880" y="5137200"/>
            <a:chExt cx="517320" cy="200520"/>
          </a:xfrm>
        </p:grpSpPr>
        <p:sp>
          <p:nvSpPr>
            <p:cNvPr id="3447" name=""/>
            <p:cNvSpPr/>
            <p:nvPr/>
          </p:nvSpPr>
          <p:spPr>
            <a:xfrm>
              <a:off x="5357880" y="5159520"/>
              <a:ext cx="81000" cy="806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800" bIns="10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8" name=""/>
            <p:cNvSpPr/>
            <p:nvPr/>
          </p:nvSpPr>
          <p:spPr>
            <a:xfrm>
              <a:off x="5459760" y="513720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DI170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9" name=""/>
          <p:cNvGrpSpPr/>
          <p:nvPr/>
        </p:nvGrpSpPr>
        <p:grpSpPr>
          <a:xfrm>
            <a:off x="5423040" y="4978440"/>
            <a:ext cx="537120" cy="200520"/>
            <a:chOff x="5423040" y="4978440"/>
            <a:chExt cx="537120" cy="200520"/>
          </a:xfrm>
        </p:grpSpPr>
        <p:sp>
          <p:nvSpPr>
            <p:cNvPr id="3450" name=""/>
            <p:cNvSpPr/>
            <p:nvPr/>
          </p:nvSpPr>
          <p:spPr>
            <a:xfrm>
              <a:off x="5423040" y="500076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1" name=""/>
            <p:cNvSpPr/>
            <p:nvPr/>
          </p:nvSpPr>
          <p:spPr>
            <a:xfrm>
              <a:off x="5505120" y="497844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VENGI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2" name=""/>
          <p:cNvGrpSpPr/>
          <p:nvPr/>
        </p:nvGrpSpPr>
        <p:grpSpPr>
          <a:xfrm>
            <a:off x="4960800" y="4773600"/>
            <a:ext cx="467640" cy="200520"/>
            <a:chOff x="4960800" y="4773600"/>
            <a:chExt cx="467640" cy="200520"/>
          </a:xfrm>
        </p:grpSpPr>
        <p:sp>
          <p:nvSpPr>
            <p:cNvPr id="3453" name=""/>
            <p:cNvSpPr/>
            <p:nvPr/>
          </p:nvSpPr>
          <p:spPr>
            <a:xfrm>
              <a:off x="4960800" y="47959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4" name=""/>
            <p:cNvSpPr/>
            <p:nvPr/>
          </p:nvSpPr>
          <p:spPr>
            <a:xfrm>
              <a:off x="5061960" y="47736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CI28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5" name=""/>
          <p:cNvGrpSpPr/>
          <p:nvPr/>
        </p:nvGrpSpPr>
        <p:grpSpPr>
          <a:xfrm>
            <a:off x="4756320" y="4681440"/>
            <a:ext cx="494280" cy="200520"/>
            <a:chOff x="4756320" y="4681440"/>
            <a:chExt cx="494280" cy="200520"/>
          </a:xfrm>
        </p:grpSpPr>
        <p:sp>
          <p:nvSpPr>
            <p:cNvPr id="3456" name=""/>
            <p:cNvSpPr/>
            <p:nvPr/>
          </p:nvSpPr>
          <p:spPr>
            <a:xfrm>
              <a:off x="4756320" y="4703760"/>
              <a:ext cx="8064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7" name=""/>
            <p:cNvSpPr/>
            <p:nvPr/>
          </p:nvSpPr>
          <p:spPr>
            <a:xfrm>
              <a:off x="4830480" y="46814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OM28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8" name=""/>
          <p:cNvGrpSpPr/>
          <p:nvPr/>
        </p:nvGrpSpPr>
        <p:grpSpPr>
          <a:xfrm>
            <a:off x="4414680" y="4608360"/>
            <a:ext cx="593280" cy="200520"/>
            <a:chOff x="4414680" y="4608360"/>
            <a:chExt cx="593280" cy="200520"/>
          </a:xfrm>
        </p:grpSpPr>
        <p:sp>
          <p:nvSpPr>
            <p:cNvPr id="3459" name=""/>
            <p:cNvSpPr/>
            <p:nvPr/>
          </p:nvSpPr>
          <p:spPr>
            <a:xfrm>
              <a:off x="4414680" y="460836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0" name=""/>
            <p:cNvSpPr/>
            <p:nvPr/>
          </p:nvSpPr>
          <p:spPr>
            <a:xfrm>
              <a:off x="4533120" y="4608360"/>
              <a:ext cx="4748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RW288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61" name=""/>
          <p:cNvGrpSpPr/>
          <p:nvPr/>
        </p:nvGrpSpPr>
        <p:grpSpPr>
          <a:xfrm>
            <a:off x="3321000" y="800280"/>
            <a:ext cx="479160" cy="200520"/>
            <a:chOff x="3321000" y="800280"/>
            <a:chExt cx="479160" cy="200520"/>
          </a:xfrm>
        </p:grpSpPr>
        <p:sp>
          <p:nvSpPr>
            <p:cNvPr id="3462" name=""/>
            <p:cNvSpPr/>
            <p:nvPr/>
          </p:nvSpPr>
          <p:spPr>
            <a:xfrm>
              <a:off x="3321000" y="8064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3" name=""/>
            <p:cNvSpPr/>
            <p:nvPr/>
          </p:nvSpPr>
          <p:spPr>
            <a:xfrm>
              <a:off x="3462480" y="800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64" name=""/>
          <p:cNvGrpSpPr/>
          <p:nvPr/>
        </p:nvGrpSpPr>
        <p:grpSpPr>
          <a:xfrm>
            <a:off x="5867280" y="4724280"/>
            <a:ext cx="478800" cy="200520"/>
            <a:chOff x="5867280" y="4724280"/>
            <a:chExt cx="478800" cy="200520"/>
          </a:xfrm>
        </p:grpSpPr>
        <p:sp>
          <p:nvSpPr>
            <p:cNvPr id="3465" name=""/>
            <p:cNvSpPr/>
            <p:nvPr/>
          </p:nvSpPr>
          <p:spPr>
            <a:xfrm>
              <a:off x="5867280" y="47307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6" name=""/>
            <p:cNvSpPr/>
            <p:nvPr/>
          </p:nvSpPr>
          <p:spPr>
            <a:xfrm>
              <a:off x="6008400" y="4724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67" name=""/>
          <p:cNvGrpSpPr/>
          <p:nvPr/>
        </p:nvGrpSpPr>
        <p:grpSpPr>
          <a:xfrm>
            <a:off x="3324240" y="2266920"/>
            <a:ext cx="461880" cy="200520"/>
            <a:chOff x="3324240" y="2266920"/>
            <a:chExt cx="461880" cy="200520"/>
          </a:xfrm>
        </p:grpSpPr>
        <p:sp>
          <p:nvSpPr>
            <p:cNvPr id="3468" name=""/>
            <p:cNvSpPr/>
            <p:nvPr/>
          </p:nvSpPr>
          <p:spPr>
            <a:xfrm>
              <a:off x="3324240" y="2281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9" name=""/>
            <p:cNvSpPr/>
            <p:nvPr/>
          </p:nvSpPr>
          <p:spPr>
            <a:xfrm>
              <a:off x="3448440" y="226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0" name=""/>
          <p:cNvGrpSpPr/>
          <p:nvPr/>
        </p:nvGrpSpPr>
        <p:grpSpPr>
          <a:xfrm>
            <a:off x="838080" y="6400800"/>
            <a:ext cx="461520" cy="200520"/>
            <a:chOff x="838080" y="6400800"/>
            <a:chExt cx="461520" cy="200520"/>
          </a:xfrm>
        </p:grpSpPr>
        <p:sp>
          <p:nvSpPr>
            <p:cNvPr id="3471" name=""/>
            <p:cNvSpPr/>
            <p:nvPr/>
          </p:nvSpPr>
          <p:spPr>
            <a:xfrm>
              <a:off x="838080" y="6416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2" name=""/>
            <p:cNvSpPr/>
            <p:nvPr/>
          </p:nvSpPr>
          <p:spPr>
            <a:xfrm>
              <a:off x="96192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3" name=""/>
          <p:cNvGrpSpPr/>
          <p:nvPr/>
        </p:nvGrpSpPr>
        <p:grpSpPr>
          <a:xfrm>
            <a:off x="5722920" y="781200"/>
            <a:ext cx="461880" cy="200520"/>
            <a:chOff x="5722920" y="781200"/>
            <a:chExt cx="461880" cy="200520"/>
          </a:xfrm>
        </p:grpSpPr>
        <p:sp>
          <p:nvSpPr>
            <p:cNvPr id="3474" name=""/>
            <p:cNvSpPr/>
            <p:nvPr/>
          </p:nvSpPr>
          <p:spPr>
            <a:xfrm>
              <a:off x="5722920" y="795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5" name=""/>
            <p:cNvSpPr/>
            <p:nvPr/>
          </p:nvSpPr>
          <p:spPr>
            <a:xfrm>
              <a:off x="5847120" y="781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6" name=""/>
          <p:cNvGrpSpPr/>
          <p:nvPr/>
        </p:nvGrpSpPr>
        <p:grpSpPr>
          <a:xfrm>
            <a:off x="4572000" y="2971800"/>
            <a:ext cx="461880" cy="200520"/>
            <a:chOff x="4572000" y="2971800"/>
            <a:chExt cx="461880" cy="200520"/>
          </a:xfrm>
        </p:grpSpPr>
        <p:sp>
          <p:nvSpPr>
            <p:cNvPr id="3477" name=""/>
            <p:cNvSpPr/>
            <p:nvPr/>
          </p:nvSpPr>
          <p:spPr>
            <a:xfrm>
              <a:off x="4572000" y="29872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8" name=""/>
            <p:cNvSpPr/>
            <p:nvPr/>
          </p:nvSpPr>
          <p:spPr>
            <a:xfrm>
              <a:off x="4696200" y="2971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79" name=""/>
          <p:cNvGrpSpPr/>
          <p:nvPr/>
        </p:nvGrpSpPr>
        <p:grpSpPr>
          <a:xfrm>
            <a:off x="2743200" y="4572000"/>
            <a:ext cx="461880" cy="200520"/>
            <a:chOff x="2743200" y="4572000"/>
            <a:chExt cx="461880" cy="200520"/>
          </a:xfrm>
        </p:grpSpPr>
        <p:sp>
          <p:nvSpPr>
            <p:cNvPr id="3480" name=""/>
            <p:cNvSpPr/>
            <p:nvPr/>
          </p:nvSpPr>
          <p:spPr>
            <a:xfrm>
              <a:off x="2743200" y="4587840"/>
              <a:ext cx="968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1" name=""/>
            <p:cNvSpPr/>
            <p:nvPr/>
          </p:nvSpPr>
          <p:spPr>
            <a:xfrm>
              <a:off x="28674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2" name=""/>
          <p:cNvGrpSpPr/>
          <p:nvPr/>
        </p:nvGrpSpPr>
        <p:grpSpPr>
          <a:xfrm>
            <a:off x="4724280" y="4038480"/>
            <a:ext cx="461520" cy="200520"/>
            <a:chOff x="4724280" y="4038480"/>
            <a:chExt cx="461520" cy="200520"/>
          </a:xfrm>
        </p:grpSpPr>
        <p:sp>
          <p:nvSpPr>
            <p:cNvPr id="3483" name=""/>
            <p:cNvSpPr/>
            <p:nvPr/>
          </p:nvSpPr>
          <p:spPr>
            <a:xfrm>
              <a:off x="4724280" y="4052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4" name=""/>
            <p:cNvSpPr/>
            <p:nvPr/>
          </p:nvSpPr>
          <p:spPr>
            <a:xfrm>
              <a:off x="4848120" y="4038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5" name=""/>
          <p:cNvGrpSpPr/>
          <p:nvPr/>
        </p:nvGrpSpPr>
        <p:grpSpPr>
          <a:xfrm>
            <a:off x="4375080" y="806400"/>
            <a:ext cx="461880" cy="200520"/>
            <a:chOff x="4375080" y="806400"/>
            <a:chExt cx="461880" cy="200520"/>
          </a:xfrm>
        </p:grpSpPr>
        <p:sp>
          <p:nvSpPr>
            <p:cNvPr id="3486" name=""/>
            <p:cNvSpPr/>
            <p:nvPr/>
          </p:nvSpPr>
          <p:spPr>
            <a:xfrm>
              <a:off x="4375080" y="8208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7" name=""/>
            <p:cNvSpPr/>
            <p:nvPr/>
          </p:nvSpPr>
          <p:spPr>
            <a:xfrm>
              <a:off x="4499280" y="80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8" name=""/>
          <p:cNvGrpSpPr/>
          <p:nvPr/>
        </p:nvGrpSpPr>
        <p:grpSpPr>
          <a:xfrm>
            <a:off x="6172200" y="1752480"/>
            <a:ext cx="461520" cy="200520"/>
            <a:chOff x="6172200" y="1752480"/>
            <a:chExt cx="461520" cy="200520"/>
          </a:xfrm>
        </p:grpSpPr>
        <p:sp>
          <p:nvSpPr>
            <p:cNvPr id="3489" name=""/>
            <p:cNvSpPr/>
            <p:nvPr/>
          </p:nvSpPr>
          <p:spPr>
            <a:xfrm>
              <a:off x="6172200" y="17668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0" name=""/>
            <p:cNvSpPr/>
            <p:nvPr/>
          </p:nvSpPr>
          <p:spPr>
            <a:xfrm>
              <a:off x="6296040" y="1752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1" name=""/>
          <p:cNvGrpSpPr/>
          <p:nvPr/>
        </p:nvGrpSpPr>
        <p:grpSpPr>
          <a:xfrm>
            <a:off x="8001000" y="6172200"/>
            <a:ext cx="459720" cy="200520"/>
            <a:chOff x="8001000" y="6172200"/>
            <a:chExt cx="459720" cy="200520"/>
          </a:xfrm>
        </p:grpSpPr>
        <p:sp>
          <p:nvSpPr>
            <p:cNvPr id="3492" name=""/>
            <p:cNvSpPr/>
            <p:nvPr/>
          </p:nvSpPr>
          <p:spPr>
            <a:xfrm>
              <a:off x="8001000" y="6187680"/>
              <a:ext cx="950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3" name=""/>
            <p:cNvSpPr/>
            <p:nvPr/>
          </p:nvSpPr>
          <p:spPr>
            <a:xfrm>
              <a:off x="8123040" y="6172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4" name=""/>
          <p:cNvGrpSpPr/>
          <p:nvPr/>
        </p:nvGrpSpPr>
        <p:grpSpPr>
          <a:xfrm>
            <a:off x="5562720" y="4114800"/>
            <a:ext cx="459720" cy="200520"/>
            <a:chOff x="5562720" y="4114800"/>
            <a:chExt cx="459720" cy="200520"/>
          </a:xfrm>
        </p:grpSpPr>
        <p:sp>
          <p:nvSpPr>
            <p:cNvPr id="3495" name=""/>
            <p:cNvSpPr/>
            <p:nvPr/>
          </p:nvSpPr>
          <p:spPr>
            <a:xfrm>
              <a:off x="5562720" y="4130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6" name=""/>
            <p:cNvSpPr/>
            <p:nvPr/>
          </p:nvSpPr>
          <p:spPr>
            <a:xfrm>
              <a:off x="568476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7" name=""/>
          <p:cNvGrpSpPr/>
          <p:nvPr/>
        </p:nvGrpSpPr>
        <p:grpSpPr>
          <a:xfrm>
            <a:off x="5029200" y="6019920"/>
            <a:ext cx="461520" cy="200520"/>
            <a:chOff x="5029200" y="6019920"/>
            <a:chExt cx="461520" cy="200520"/>
          </a:xfrm>
        </p:grpSpPr>
        <p:sp>
          <p:nvSpPr>
            <p:cNvPr id="3498" name=""/>
            <p:cNvSpPr/>
            <p:nvPr/>
          </p:nvSpPr>
          <p:spPr>
            <a:xfrm>
              <a:off x="5029200" y="6035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9" name=""/>
            <p:cNvSpPr/>
            <p:nvPr/>
          </p:nvSpPr>
          <p:spPr>
            <a:xfrm>
              <a:off x="5153040" y="601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0" name=""/>
          <p:cNvGrpSpPr/>
          <p:nvPr/>
        </p:nvGrpSpPr>
        <p:grpSpPr>
          <a:xfrm>
            <a:off x="8305920" y="1600200"/>
            <a:ext cx="461160" cy="200520"/>
            <a:chOff x="8305920" y="1600200"/>
            <a:chExt cx="461160" cy="200520"/>
          </a:xfrm>
        </p:grpSpPr>
        <p:sp>
          <p:nvSpPr>
            <p:cNvPr id="3501" name=""/>
            <p:cNvSpPr/>
            <p:nvPr/>
          </p:nvSpPr>
          <p:spPr>
            <a:xfrm>
              <a:off x="8305920" y="1616040"/>
              <a:ext cx="9648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2" name=""/>
            <p:cNvSpPr/>
            <p:nvPr/>
          </p:nvSpPr>
          <p:spPr>
            <a:xfrm>
              <a:off x="842940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3" name=""/>
          <p:cNvGrpSpPr/>
          <p:nvPr/>
        </p:nvGrpSpPr>
        <p:grpSpPr>
          <a:xfrm>
            <a:off x="2590920" y="3200400"/>
            <a:ext cx="460080" cy="200520"/>
            <a:chOff x="2590920" y="3200400"/>
            <a:chExt cx="460080" cy="200520"/>
          </a:xfrm>
        </p:grpSpPr>
        <p:sp>
          <p:nvSpPr>
            <p:cNvPr id="3504" name=""/>
            <p:cNvSpPr/>
            <p:nvPr/>
          </p:nvSpPr>
          <p:spPr>
            <a:xfrm>
              <a:off x="2590920" y="321624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5" name=""/>
            <p:cNvSpPr/>
            <p:nvPr/>
          </p:nvSpPr>
          <p:spPr>
            <a:xfrm>
              <a:off x="271332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6" name=""/>
          <p:cNvGrpSpPr/>
          <p:nvPr/>
        </p:nvGrpSpPr>
        <p:grpSpPr>
          <a:xfrm>
            <a:off x="3857760" y="1376280"/>
            <a:ext cx="461520" cy="200520"/>
            <a:chOff x="3857760" y="1376280"/>
            <a:chExt cx="461520" cy="200520"/>
          </a:xfrm>
        </p:grpSpPr>
        <p:sp>
          <p:nvSpPr>
            <p:cNvPr id="3507" name=""/>
            <p:cNvSpPr/>
            <p:nvPr/>
          </p:nvSpPr>
          <p:spPr>
            <a:xfrm>
              <a:off x="3857760" y="13906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8" name=""/>
            <p:cNvSpPr/>
            <p:nvPr/>
          </p:nvSpPr>
          <p:spPr>
            <a:xfrm>
              <a:off x="3981600" y="1376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09" name=""/>
          <p:cNvGrpSpPr/>
          <p:nvPr/>
        </p:nvGrpSpPr>
        <p:grpSpPr>
          <a:xfrm>
            <a:off x="1143000" y="1905120"/>
            <a:ext cx="461880" cy="200520"/>
            <a:chOff x="1143000" y="1905120"/>
            <a:chExt cx="461880" cy="200520"/>
          </a:xfrm>
        </p:grpSpPr>
        <p:sp>
          <p:nvSpPr>
            <p:cNvPr id="3510" name=""/>
            <p:cNvSpPr/>
            <p:nvPr/>
          </p:nvSpPr>
          <p:spPr>
            <a:xfrm>
              <a:off x="1143000" y="192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1" name=""/>
            <p:cNvSpPr/>
            <p:nvPr/>
          </p:nvSpPr>
          <p:spPr>
            <a:xfrm>
              <a:off x="1267200" y="1905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2" name=""/>
          <p:cNvGrpSpPr/>
          <p:nvPr/>
        </p:nvGrpSpPr>
        <p:grpSpPr>
          <a:xfrm>
            <a:off x="5410080" y="2514600"/>
            <a:ext cx="461880" cy="200520"/>
            <a:chOff x="5410080" y="2514600"/>
            <a:chExt cx="461880" cy="200520"/>
          </a:xfrm>
        </p:grpSpPr>
        <p:sp>
          <p:nvSpPr>
            <p:cNvPr id="3513" name=""/>
            <p:cNvSpPr/>
            <p:nvPr/>
          </p:nvSpPr>
          <p:spPr>
            <a:xfrm>
              <a:off x="5410080" y="2528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4" name=""/>
            <p:cNvSpPr/>
            <p:nvPr/>
          </p:nvSpPr>
          <p:spPr>
            <a:xfrm>
              <a:off x="553428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5" name=""/>
          <p:cNvGrpSpPr/>
          <p:nvPr/>
        </p:nvGrpSpPr>
        <p:grpSpPr>
          <a:xfrm>
            <a:off x="3657600" y="5791320"/>
            <a:ext cx="461520" cy="200520"/>
            <a:chOff x="3657600" y="5791320"/>
            <a:chExt cx="461520" cy="200520"/>
          </a:xfrm>
        </p:grpSpPr>
        <p:sp>
          <p:nvSpPr>
            <p:cNvPr id="3516" name=""/>
            <p:cNvSpPr/>
            <p:nvPr/>
          </p:nvSpPr>
          <p:spPr>
            <a:xfrm>
              <a:off x="3657600" y="58071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17" name=""/>
            <p:cNvSpPr/>
            <p:nvPr/>
          </p:nvSpPr>
          <p:spPr>
            <a:xfrm>
              <a:off x="378144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8" name=""/>
          <p:cNvGrpSpPr/>
          <p:nvPr/>
        </p:nvGrpSpPr>
        <p:grpSpPr>
          <a:xfrm>
            <a:off x="5791320" y="5334120"/>
            <a:ext cx="461520" cy="200520"/>
            <a:chOff x="5791320" y="5334120"/>
            <a:chExt cx="461520" cy="200520"/>
          </a:xfrm>
        </p:grpSpPr>
        <p:sp>
          <p:nvSpPr>
            <p:cNvPr id="3519" name=""/>
            <p:cNvSpPr/>
            <p:nvPr/>
          </p:nvSpPr>
          <p:spPr>
            <a:xfrm>
              <a:off x="5791320" y="5348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20" name=""/>
            <p:cNvSpPr/>
            <p:nvPr/>
          </p:nvSpPr>
          <p:spPr>
            <a:xfrm>
              <a:off x="591516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21" name="Rounded Rectangle 3520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522" name="Oval 3521"/>
          <p:cNvSpPr/>
          <p:nvPr/>
        </p:nvSpPr>
        <p:spPr>
          <a:xfrm>
            <a:off x="3218245" y="70363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Oval 3522"/>
          <p:cNvSpPr/>
          <p:nvPr/>
        </p:nvSpPr>
        <p:spPr>
          <a:xfrm>
            <a:off x="3258245" y="74363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524" name="Rounded Rectangle 3523"/>
          <p:cNvSpPr/>
          <p:nvPr/>
        </p:nvSpPr>
        <p:spPr>
          <a:xfrm>
            <a:off x="3528245" y="76363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525" name="Oval 3524"/>
          <p:cNvSpPr/>
          <p:nvPr/>
        </p:nvSpPr>
        <p:spPr>
          <a:xfrm>
            <a:off x="5764342" y="462781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Oval 3525"/>
          <p:cNvSpPr/>
          <p:nvPr/>
        </p:nvSpPr>
        <p:spPr>
          <a:xfrm>
            <a:off x="5804342" y="466781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527" name="Rounded Rectangle 3526"/>
          <p:cNvSpPr/>
          <p:nvPr/>
        </p:nvSpPr>
        <p:spPr>
          <a:xfrm>
            <a:off x="6074342" y="468781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528" name="Oval 3527"/>
          <p:cNvSpPr/>
          <p:nvPr/>
        </p:nvSpPr>
        <p:spPr>
          <a:xfrm>
            <a:off x="3212658" y="21697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Oval 3528"/>
          <p:cNvSpPr/>
          <p:nvPr/>
        </p:nvSpPr>
        <p:spPr>
          <a:xfrm>
            <a:off x="3252658" y="22097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530" name="Rounded Rectangle 3529"/>
          <p:cNvSpPr/>
          <p:nvPr/>
        </p:nvSpPr>
        <p:spPr>
          <a:xfrm>
            <a:off x="3522658" y="22297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531" name="Oval 3530"/>
          <p:cNvSpPr/>
          <p:nvPr/>
        </p:nvSpPr>
        <p:spPr>
          <a:xfrm>
            <a:off x="726505" y="63050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Oval 3531"/>
          <p:cNvSpPr/>
          <p:nvPr/>
        </p:nvSpPr>
        <p:spPr>
          <a:xfrm>
            <a:off x="766505" y="63450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533" name="Rounded Rectangle 3532"/>
          <p:cNvSpPr/>
          <p:nvPr/>
        </p:nvSpPr>
        <p:spPr>
          <a:xfrm>
            <a:off x="1036505" y="63650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534" name="Oval 3533"/>
          <p:cNvSpPr/>
          <p:nvPr/>
        </p:nvSpPr>
        <p:spPr>
          <a:xfrm>
            <a:off x="5611344" y="6836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Oval 3534"/>
          <p:cNvSpPr/>
          <p:nvPr/>
        </p:nvSpPr>
        <p:spPr>
          <a:xfrm>
            <a:off x="5651344" y="7236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536" name="Rounded Rectangle 3535"/>
          <p:cNvSpPr/>
          <p:nvPr/>
        </p:nvSpPr>
        <p:spPr>
          <a:xfrm>
            <a:off x="5921344" y="7436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537" name="Oval 3536"/>
          <p:cNvSpPr/>
          <p:nvPr/>
        </p:nvSpPr>
        <p:spPr>
          <a:xfrm>
            <a:off x="4460418" y="28755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Oval 3537"/>
          <p:cNvSpPr/>
          <p:nvPr/>
        </p:nvSpPr>
        <p:spPr>
          <a:xfrm>
            <a:off x="4500418" y="29155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539" name="Rounded Rectangle 3538"/>
          <p:cNvSpPr/>
          <p:nvPr/>
        </p:nvSpPr>
        <p:spPr>
          <a:xfrm>
            <a:off x="4770418" y="29355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540" name="Oval 3539"/>
          <p:cNvSpPr/>
          <p:nvPr/>
        </p:nvSpPr>
        <p:spPr>
          <a:xfrm>
            <a:off x="2631620" y="44755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Oval 3540"/>
          <p:cNvSpPr/>
          <p:nvPr/>
        </p:nvSpPr>
        <p:spPr>
          <a:xfrm>
            <a:off x="2671620" y="45155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542" name="Rounded Rectangle 3541"/>
          <p:cNvSpPr/>
          <p:nvPr/>
        </p:nvSpPr>
        <p:spPr>
          <a:xfrm>
            <a:off x="2941620" y="45355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543" name="Oval 3542"/>
          <p:cNvSpPr/>
          <p:nvPr/>
        </p:nvSpPr>
        <p:spPr>
          <a:xfrm>
            <a:off x="4612702" y="39412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Oval 3543"/>
          <p:cNvSpPr/>
          <p:nvPr/>
        </p:nvSpPr>
        <p:spPr>
          <a:xfrm>
            <a:off x="4652702" y="39812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545" name="Rounded Rectangle 3544"/>
          <p:cNvSpPr/>
          <p:nvPr/>
        </p:nvSpPr>
        <p:spPr>
          <a:xfrm>
            <a:off x="4922702" y="40012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546" name="Oval 3545"/>
          <p:cNvSpPr/>
          <p:nvPr/>
        </p:nvSpPr>
        <p:spPr>
          <a:xfrm>
            <a:off x="4263500" y="70921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Oval 3546"/>
          <p:cNvSpPr/>
          <p:nvPr/>
        </p:nvSpPr>
        <p:spPr>
          <a:xfrm>
            <a:off x="4303500" y="74921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548" name="Rounded Rectangle 3547"/>
          <p:cNvSpPr/>
          <p:nvPr/>
        </p:nvSpPr>
        <p:spPr>
          <a:xfrm>
            <a:off x="4573500" y="76921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549" name="Oval 3548"/>
          <p:cNvSpPr/>
          <p:nvPr/>
        </p:nvSpPr>
        <p:spPr>
          <a:xfrm>
            <a:off x="6060623" y="16552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Oval 3549"/>
          <p:cNvSpPr/>
          <p:nvPr/>
        </p:nvSpPr>
        <p:spPr>
          <a:xfrm>
            <a:off x="6100623" y="16952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551" name="Rounded Rectangle 3550"/>
          <p:cNvSpPr/>
          <p:nvPr/>
        </p:nvSpPr>
        <p:spPr>
          <a:xfrm>
            <a:off x="6370623" y="17152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552" name="Oval 3551"/>
          <p:cNvSpPr/>
          <p:nvPr/>
        </p:nvSpPr>
        <p:spPr>
          <a:xfrm>
            <a:off x="7888521" y="607591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Oval 3552"/>
          <p:cNvSpPr/>
          <p:nvPr/>
        </p:nvSpPr>
        <p:spPr>
          <a:xfrm>
            <a:off x="7928521" y="611591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554" name="Rounded Rectangle 3553"/>
          <p:cNvSpPr/>
          <p:nvPr/>
        </p:nvSpPr>
        <p:spPr>
          <a:xfrm>
            <a:off x="8198521" y="613591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555" name="Oval 3554"/>
          <p:cNvSpPr/>
          <p:nvPr/>
        </p:nvSpPr>
        <p:spPr>
          <a:xfrm>
            <a:off x="5450245" y="40190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Oval 3555"/>
          <p:cNvSpPr/>
          <p:nvPr/>
        </p:nvSpPr>
        <p:spPr>
          <a:xfrm>
            <a:off x="5490245" y="40590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557" name="Rounded Rectangle 3556"/>
          <p:cNvSpPr/>
          <p:nvPr/>
        </p:nvSpPr>
        <p:spPr>
          <a:xfrm>
            <a:off x="5760245" y="40790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558" name="Oval 3557"/>
          <p:cNvSpPr/>
          <p:nvPr/>
        </p:nvSpPr>
        <p:spPr>
          <a:xfrm>
            <a:off x="4917619" y="59241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Oval 3558"/>
          <p:cNvSpPr/>
          <p:nvPr/>
        </p:nvSpPr>
        <p:spPr>
          <a:xfrm>
            <a:off x="4957619" y="59641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560" name="Rounded Rectangle 3559"/>
          <p:cNvSpPr/>
          <p:nvPr/>
        </p:nvSpPr>
        <p:spPr>
          <a:xfrm>
            <a:off x="5227619" y="59841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561" name="Oval 3560"/>
          <p:cNvSpPr/>
          <p:nvPr/>
        </p:nvSpPr>
        <p:spPr>
          <a:xfrm>
            <a:off x="8194160" y="15037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Oval 3561"/>
          <p:cNvSpPr/>
          <p:nvPr/>
        </p:nvSpPr>
        <p:spPr>
          <a:xfrm>
            <a:off x="8234160" y="15437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563" name="Rounded Rectangle 3562"/>
          <p:cNvSpPr/>
          <p:nvPr/>
        </p:nvSpPr>
        <p:spPr>
          <a:xfrm>
            <a:off x="8504160" y="15637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564" name="Oval 3563"/>
          <p:cNvSpPr/>
          <p:nvPr/>
        </p:nvSpPr>
        <p:spPr>
          <a:xfrm>
            <a:off x="2478622" y="31046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Oval 3564"/>
          <p:cNvSpPr/>
          <p:nvPr/>
        </p:nvSpPr>
        <p:spPr>
          <a:xfrm>
            <a:off x="2518622" y="31446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566" name="Rounded Rectangle 3565"/>
          <p:cNvSpPr/>
          <p:nvPr/>
        </p:nvSpPr>
        <p:spPr>
          <a:xfrm>
            <a:off x="2788622" y="31646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567" name="Oval 3566"/>
          <p:cNvSpPr/>
          <p:nvPr/>
        </p:nvSpPr>
        <p:spPr>
          <a:xfrm>
            <a:off x="3746184" y="127909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Oval 3567"/>
          <p:cNvSpPr/>
          <p:nvPr/>
        </p:nvSpPr>
        <p:spPr>
          <a:xfrm>
            <a:off x="3786184" y="131909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569" name="Rounded Rectangle 3568"/>
          <p:cNvSpPr/>
          <p:nvPr/>
        </p:nvSpPr>
        <p:spPr>
          <a:xfrm>
            <a:off x="4056184" y="133909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570" name="Oval 3569"/>
          <p:cNvSpPr/>
          <p:nvPr/>
        </p:nvSpPr>
        <p:spPr>
          <a:xfrm>
            <a:off x="1031422" y="18093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Oval 3570"/>
          <p:cNvSpPr/>
          <p:nvPr/>
        </p:nvSpPr>
        <p:spPr>
          <a:xfrm>
            <a:off x="1071422" y="18493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572" name="Rounded Rectangle 3571"/>
          <p:cNvSpPr/>
          <p:nvPr/>
        </p:nvSpPr>
        <p:spPr>
          <a:xfrm>
            <a:off x="1341422" y="18693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573" name="Oval 3572"/>
          <p:cNvSpPr/>
          <p:nvPr/>
        </p:nvSpPr>
        <p:spPr>
          <a:xfrm>
            <a:off x="5298504" y="24168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Oval 3573"/>
          <p:cNvSpPr/>
          <p:nvPr/>
        </p:nvSpPr>
        <p:spPr>
          <a:xfrm>
            <a:off x="5338504" y="24568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575" name="Rounded Rectangle 3574"/>
          <p:cNvSpPr/>
          <p:nvPr/>
        </p:nvSpPr>
        <p:spPr>
          <a:xfrm>
            <a:off x="5608504" y="24768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576" name="Oval 3575"/>
          <p:cNvSpPr/>
          <p:nvPr/>
        </p:nvSpPr>
        <p:spPr>
          <a:xfrm>
            <a:off x="3546023" y="56955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Oval 3576"/>
          <p:cNvSpPr/>
          <p:nvPr/>
        </p:nvSpPr>
        <p:spPr>
          <a:xfrm>
            <a:off x="3586023" y="57355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578" name="Rounded Rectangle 3577"/>
          <p:cNvSpPr/>
          <p:nvPr/>
        </p:nvSpPr>
        <p:spPr>
          <a:xfrm>
            <a:off x="3856023" y="57555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579" name="Oval 3578"/>
          <p:cNvSpPr/>
          <p:nvPr/>
        </p:nvSpPr>
        <p:spPr>
          <a:xfrm>
            <a:off x="5679738" y="52369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Oval 3579"/>
          <p:cNvSpPr/>
          <p:nvPr/>
        </p:nvSpPr>
        <p:spPr>
          <a:xfrm>
            <a:off x="5719738" y="52769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581" name="Rounded Rectangle 3580"/>
          <p:cNvSpPr/>
          <p:nvPr/>
        </p:nvSpPr>
        <p:spPr>
          <a:xfrm>
            <a:off x="5989738" y="52969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"/>
          <p:cNvSpPr/>
          <p:nvPr/>
        </p:nvSpPr>
        <p:spPr>
          <a:xfrm>
            <a:off x="3200040" y="50760"/>
            <a:ext cx="27439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36: RPLL | RWY 06 | STAR CAB1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2" name=""/>
          <p:cNvSpPr/>
          <p:nvPr/>
        </p:nvSpPr>
        <p:spPr>
          <a:xfrm>
            <a:off x="4719600" y="1639800"/>
            <a:ext cx="258840" cy="14652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3" name=""/>
          <p:cNvSpPr/>
          <p:nvPr/>
        </p:nvSpPr>
        <p:spPr>
          <a:xfrm>
            <a:off x="4978440" y="3105000"/>
            <a:ext cx="71280" cy="4064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4" name=""/>
          <p:cNvSpPr/>
          <p:nvPr/>
        </p:nvSpPr>
        <p:spPr>
          <a:xfrm flipH="1">
            <a:off x="4622760" y="3511440"/>
            <a:ext cx="426960" cy="1312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5" name=""/>
          <p:cNvSpPr/>
          <p:nvPr/>
        </p:nvSpPr>
        <p:spPr>
          <a:xfrm flipH="1">
            <a:off x="4094280" y="4824360"/>
            <a:ext cx="528480" cy="5461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6" name=""/>
          <p:cNvSpPr/>
          <p:nvPr/>
        </p:nvSpPr>
        <p:spPr>
          <a:xfrm flipV="1">
            <a:off x="4094280" y="5051520"/>
            <a:ext cx="6120" cy="3189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7" name=""/>
          <p:cNvSpPr/>
          <p:nvPr/>
        </p:nvSpPr>
        <p:spPr>
          <a:xfrm flipV="1">
            <a:off x="4100400" y="5019840"/>
            <a:ext cx="57240" cy="316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5120" bIns="-15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8" name=""/>
          <p:cNvSpPr/>
          <p:nvPr/>
        </p:nvSpPr>
        <p:spPr>
          <a:xfrm flipV="1">
            <a:off x="4157640" y="4811760"/>
            <a:ext cx="374760" cy="208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29" name=""/>
          <p:cNvGrpSpPr/>
          <p:nvPr/>
        </p:nvGrpSpPr>
        <p:grpSpPr>
          <a:xfrm>
            <a:off x="4656240" y="1576440"/>
            <a:ext cx="515880" cy="200520"/>
            <a:chOff x="4656240" y="1576440"/>
            <a:chExt cx="515880" cy="200520"/>
          </a:xfrm>
        </p:grpSpPr>
        <p:sp>
          <p:nvSpPr>
            <p:cNvPr id="3530" name=""/>
            <p:cNvSpPr/>
            <p:nvPr/>
          </p:nvSpPr>
          <p:spPr>
            <a:xfrm>
              <a:off x="465624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1" name=""/>
            <p:cNvSpPr/>
            <p:nvPr/>
          </p:nvSpPr>
          <p:spPr>
            <a:xfrm>
              <a:off x="4800960" y="1576440"/>
              <a:ext cx="371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CAB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2" name=""/>
          <p:cNvGrpSpPr/>
          <p:nvPr/>
        </p:nvGrpSpPr>
        <p:grpSpPr>
          <a:xfrm>
            <a:off x="4927680" y="3041640"/>
            <a:ext cx="565200" cy="200520"/>
            <a:chOff x="4927680" y="3041640"/>
            <a:chExt cx="565200" cy="200520"/>
          </a:xfrm>
        </p:grpSpPr>
        <p:sp>
          <p:nvSpPr>
            <p:cNvPr id="3533" name=""/>
            <p:cNvSpPr/>
            <p:nvPr/>
          </p:nvSpPr>
          <p:spPr>
            <a:xfrm>
              <a:off x="4927680" y="305424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4" name=""/>
            <p:cNvSpPr/>
            <p:nvPr/>
          </p:nvSpPr>
          <p:spPr>
            <a:xfrm>
              <a:off x="5022720" y="3041640"/>
              <a:ext cx="4701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TARTA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5" name=""/>
          <p:cNvGrpSpPr/>
          <p:nvPr/>
        </p:nvGrpSpPr>
        <p:grpSpPr>
          <a:xfrm>
            <a:off x="4998960" y="3448080"/>
            <a:ext cx="575280" cy="200520"/>
            <a:chOff x="4998960" y="3448080"/>
            <a:chExt cx="575280" cy="200520"/>
          </a:xfrm>
        </p:grpSpPr>
        <p:sp>
          <p:nvSpPr>
            <p:cNvPr id="3536" name=""/>
            <p:cNvSpPr/>
            <p:nvPr/>
          </p:nvSpPr>
          <p:spPr>
            <a:xfrm>
              <a:off x="4998960" y="34606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7" name=""/>
            <p:cNvSpPr/>
            <p:nvPr/>
          </p:nvSpPr>
          <p:spPr>
            <a:xfrm>
              <a:off x="5084280" y="3448080"/>
              <a:ext cx="4899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GARAY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8" name=""/>
          <p:cNvGrpSpPr/>
          <p:nvPr/>
        </p:nvGrpSpPr>
        <p:grpSpPr>
          <a:xfrm>
            <a:off x="4572000" y="4761000"/>
            <a:ext cx="473760" cy="200520"/>
            <a:chOff x="4572000" y="4761000"/>
            <a:chExt cx="473760" cy="200520"/>
          </a:xfrm>
        </p:grpSpPr>
        <p:sp>
          <p:nvSpPr>
            <p:cNvPr id="3539" name=""/>
            <p:cNvSpPr/>
            <p:nvPr/>
          </p:nvSpPr>
          <p:spPr>
            <a:xfrm>
              <a:off x="4572000" y="47736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0" name=""/>
            <p:cNvSpPr/>
            <p:nvPr/>
          </p:nvSpPr>
          <p:spPr>
            <a:xfrm>
              <a:off x="4708080" y="4761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1" name=""/>
          <p:cNvGrpSpPr/>
          <p:nvPr/>
        </p:nvGrpSpPr>
        <p:grpSpPr>
          <a:xfrm>
            <a:off x="4043520" y="5307120"/>
            <a:ext cx="595080" cy="200520"/>
            <a:chOff x="4043520" y="5307120"/>
            <a:chExt cx="595080" cy="200520"/>
          </a:xfrm>
        </p:grpSpPr>
        <p:sp>
          <p:nvSpPr>
            <p:cNvPr id="3542" name=""/>
            <p:cNvSpPr/>
            <p:nvPr/>
          </p:nvSpPr>
          <p:spPr>
            <a:xfrm>
              <a:off x="404352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3" name=""/>
            <p:cNvSpPr/>
            <p:nvPr/>
          </p:nvSpPr>
          <p:spPr>
            <a:xfrm>
              <a:off x="4174560" y="5307120"/>
              <a:ext cx="464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MIA-10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4" name=""/>
          <p:cNvGrpSpPr/>
          <p:nvPr/>
        </p:nvGrpSpPr>
        <p:grpSpPr>
          <a:xfrm>
            <a:off x="4059360" y="4987800"/>
            <a:ext cx="467280" cy="200520"/>
            <a:chOff x="4059360" y="4987800"/>
            <a:chExt cx="467280" cy="200520"/>
          </a:xfrm>
        </p:grpSpPr>
        <p:sp>
          <p:nvSpPr>
            <p:cNvPr id="3545" name=""/>
            <p:cNvSpPr/>
            <p:nvPr/>
          </p:nvSpPr>
          <p:spPr>
            <a:xfrm>
              <a:off x="4059360" y="50101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6" name=""/>
            <p:cNvSpPr/>
            <p:nvPr/>
          </p:nvSpPr>
          <p:spPr>
            <a:xfrm>
              <a:off x="4160160" y="4987800"/>
              <a:ext cx="366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7" name=""/>
          <p:cNvGrpSpPr/>
          <p:nvPr/>
        </p:nvGrpSpPr>
        <p:grpSpPr>
          <a:xfrm>
            <a:off x="4116240" y="4956120"/>
            <a:ext cx="463320" cy="200520"/>
            <a:chOff x="4116240" y="4956120"/>
            <a:chExt cx="463320" cy="200520"/>
          </a:xfrm>
        </p:grpSpPr>
        <p:sp>
          <p:nvSpPr>
            <p:cNvPr id="3548" name=""/>
            <p:cNvSpPr/>
            <p:nvPr/>
          </p:nvSpPr>
          <p:spPr>
            <a:xfrm>
              <a:off x="4116240" y="49784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9" name=""/>
            <p:cNvSpPr/>
            <p:nvPr/>
          </p:nvSpPr>
          <p:spPr>
            <a:xfrm>
              <a:off x="4222080" y="4956120"/>
              <a:ext cx="3574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FI06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0" name=""/>
          <p:cNvGrpSpPr/>
          <p:nvPr/>
        </p:nvGrpSpPr>
        <p:grpSpPr>
          <a:xfrm>
            <a:off x="4468680" y="4748040"/>
            <a:ext cx="543600" cy="200520"/>
            <a:chOff x="4468680" y="4748040"/>
            <a:chExt cx="543600" cy="200520"/>
          </a:xfrm>
        </p:grpSpPr>
        <p:sp>
          <p:nvSpPr>
            <p:cNvPr id="3551" name=""/>
            <p:cNvSpPr/>
            <p:nvPr/>
          </p:nvSpPr>
          <p:spPr>
            <a:xfrm>
              <a:off x="4468680" y="474804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2" name=""/>
            <p:cNvSpPr/>
            <p:nvPr/>
          </p:nvSpPr>
          <p:spPr>
            <a:xfrm>
              <a:off x="4586040" y="47480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RW06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3" name=""/>
          <p:cNvGrpSpPr/>
          <p:nvPr/>
        </p:nvGrpSpPr>
        <p:grpSpPr>
          <a:xfrm>
            <a:off x="5127480" y="6141960"/>
            <a:ext cx="486360" cy="200520"/>
            <a:chOff x="5127480" y="6141960"/>
            <a:chExt cx="486360" cy="200520"/>
          </a:xfrm>
        </p:grpSpPr>
        <p:sp>
          <p:nvSpPr>
            <p:cNvPr id="3554" name=""/>
            <p:cNvSpPr/>
            <p:nvPr/>
          </p:nvSpPr>
          <p:spPr>
            <a:xfrm>
              <a:off x="5127480" y="6148440"/>
              <a:ext cx="11448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5" name=""/>
            <p:cNvSpPr/>
            <p:nvPr/>
          </p:nvSpPr>
          <p:spPr>
            <a:xfrm>
              <a:off x="5276160" y="61419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6" name=""/>
          <p:cNvGrpSpPr/>
          <p:nvPr/>
        </p:nvGrpSpPr>
        <p:grpSpPr>
          <a:xfrm>
            <a:off x="3897360" y="771480"/>
            <a:ext cx="486360" cy="200520"/>
            <a:chOff x="3897360" y="771480"/>
            <a:chExt cx="486360" cy="200520"/>
          </a:xfrm>
        </p:grpSpPr>
        <p:sp>
          <p:nvSpPr>
            <p:cNvPr id="3557" name=""/>
            <p:cNvSpPr/>
            <p:nvPr/>
          </p:nvSpPr>
          <p:spPr>
            <a:xfrm>
              <a:off x="3897360" y="777960"/>
              <a:ext cx="114120" cy="11412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200" bIns="34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8" name=""/>
            <p:cNvSpPr/>
            <p:nvPr/>
          </p:nvSpPr>
          <p:spPr>
            <a:xfrm>
              <a:off x="4046040" y="77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9" name=""/>
          <p:cNvGrpSpPr/>
          <p:nvPr/>
        </p:nvGrpSpPr>
        <p:grpSpPr>
          <a:xfrm>
            <a:off x="7010280" y="2514600"/>
            <a:ext cx="461880" cy="200520"/>
            <a:chOff x="7010280" y="2514600"/>
            <a:chExt cx="461880" cy="200520"/>
          </a:xfrm>
        </p:grpSpPr>
        <p:sp>
          <p:nvSpPr>
            <p:cNvPr id="3560" name=""/>
            <p:cNvSpPr/>
            <p:nvPr/>
          </p:nvSpPr>
          <p:spPr>
            <a:xfrm>
              <a:off x="7010280" y="25286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1" name=""/>
            <p:cNvSpPr/>
            <p:nvPr/>
          </p:nvSpPr>
          <p:spPr>
            <a:xfrm>
              <a:off x="7134480" y="2514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62" name=""/>
          <p:cNvGrpSpPr/>
          <p:nvPr/>
        </p:nvGrpSpPr>
        <p:grpSpPr>
          <a:xfrm>
            <a:off x="2895480" y="3124080"/>
            <a:ext cx="461880" cy="200520"/>
            <a:chOff x="2895480" y="3124080"/>
            <a:chExt cx="461880" cy="200520"/>
          </a:xfrm>
        </p:grpSpPr>
        <p:sp>
          <p:nvSpPr>
            <p:cNvPr id="3563" name=""/>
            <p:cNvSpPr/>
            <p:nvPr/>
          </p:nvSpPr>
          <p:spPr>
            <a:xfrm>
              <a:off x="2895480" y="31381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4" name=""/>
            <p:cNvSpPr/>
            <p:nvPr/>
          </p:nvSpPr>
          <p:spPr>
            <a:xfrm>
              <a:off x="301968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65" name=""/>
          <p:cNvGrpSpPr/>
          <p:nvPr/>
        </p:nvGrpSpPr>
        <p:grpSpPr>
          <a:xfrm>
            <a:off x="5159520" y="771480"/>
            <a:ext cx="468720" cy="200520"/>
            <a:chOff x="5159520" y="771480"/>
            <a:chExt cx="468720" cy="200520"/>
          </a:xfrm>
        </p:grpSpPr>
        <p:sp>
          <p:nvSpPr>
            <p:cNvPr id="3566" name=""/>
            <p:cNvSpPr/>
            <p:nvPr/>
          </p:nvSpPr>
          <p:spPr>
            <a:xfrm>
              <a:off x="5159520" y="787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67" name=""/>
            <p:cNvSpPr/>
            <p:nvPr/>
          </p:nvSpPr>
          <p:spPr>
            <a:xfrm>
              <a:off x="5290560" y="771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68" name=""/>
          <p:cNvGrpSpPr/>
          <p:nvPr/>
        </p:nvGrpSpPr>
        <p:grpSpPr>
          <a:xfrm>
            <a:off x="2286000" y="6095880"/>
            <a:ext cx="461880" cy="200520"/>
            <a:chOff x="2286000" y="6095880"/>
            <a:chExt cx="461880" cy="200520"/>
          </a:xfrm>
        </p:grpSpPr>
        <p:sp>
          <p:nvSpPr>
            <p:cNvPr id="3569" name=""/>
            <p:cNvSpPr/>
            <p:nvPr/>
          </p:nvSpPr>
          <p:spPr>
            <a:xfrm>
              <a:off x="2286000" y="61102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0" name=""/>
            <p:cNvSpPr/>
            <p:nvPr/>
          </p:nvSpPr>
          <p:spPr>
            <a:xfrm>
              <a:off x="2410200" y="6095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1" name=""/>
          <p:cNvGrpSpPr/>
          <p:nvPr/>
        </p:nvGrpSpPr>
        <p:grpSpPr>
          <a:xfrm>
            <a:off x="5334120" y="2286000"/>
            <a:ext cx="461160" cy="200520"/>
            <a:chOff x="5334120" y="2286000"/>
            <a:chExt cx="461160" cy="200520"/>
          </a:xfrm>
        </p:grpSpPr>
        <p:sp>
          <p:nvSpPr>
            <p:cNvPr id="3572" name=""/>
            <p:cNvSpPr/>
            <p:nvPr/>
          </p:nvSpPr>
          <p:spPr>
            <a:xfrm>
              <a:off x="5334120" y="2301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3" name=""/>
            <p:cNvSpPr/>
            <p:nvPr/>
          </p:nvSpPr>
          <p:spPr>
            <a:xfrm>
              <a:off x="5457600" y="2286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4" name=""/>
          <p:cNvGrpSpPr/>
          <p:nvPr/>
        </p:nvGrpSpPr>
        <p:grpSpPr>
          <a:xfrm>
            <a:off x="5410080" y="5257800"/>
            <a:ext cx="460080" cy="200520"/>
            <a:chOff x="5410080" y="5257800"/>
            <a:chExt cx="460080" cy="200520"/>
          </a:xfrm>
        </p:grpSpPr>
        <p:sp>
          <p:nvSpPr>
            <p:cNvPr id="3575" name=""/>
            <p:cNvSpPr/>
            <p:nvPr/>
          </p:nvSpPr>
          <p:spPr>
            <a:xfrm>
              <a:off x="5410080" y="527364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6" name=""/>
            <p:cNvSpPr/>
            <p:nvPr/>
          </p:nvSpPr>
          <p:spPr>
            <a:xfrm>
              <a:off x="5532480" y="5257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7" name=""/>
          <p:cNvGrpSpPr/>
          <p:nvPr/>
        </p:nvGrpSpPr>
        <p:grpSpPr>
          <a:xfrm>
            <a:off x="6248520" y="4572000"/>
            <a:ext cx="461160" cy="200520"/>
            <a:chOff x="6248520" y="4572000"/>
            <a:chExt cx="461160" cy="200520"/>
          </a:xfrm>
        </p:grpSpPr>
        <p:sp>
          <p:nvSpPr>
            <p:cNvPr id="3578" name=""/>
            <p:cNvSpPr/>
            <p:nvPr/>
          </p:nvSpPr>
          <p:spPr>
            <a:xfrm>
              <a:off x="6248520" y="45860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9" name=""/>
            <p:cNvSpPr/>
            <p:nvPr/>
          </p:nvSpPr>
          <p:spPr>
            <a:xfrm>
              <a:off x="6372000" y="4572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0" name=""/>
          <p:cNvGrpSpPr/>
          <p:nvPr/>
        </p:nvGrpSpPr>
        <p:grpSpPr>
          <a:xfrm>
            <a:off x="2209680" y="1600200"/>
            <a:ext cx="461880" cy="200520"/>
            <a:chOff x="2209680" y="1600200"/>
            <a:chExt cx="461880" cy="200520"/>
          </a:xfrm>
        </p:grpSpPr>
        <p:sp>
          <p:nvSpPr>
            <p:cNvPr id="3581" name=""/>
            <p:cNvSpPr/>
            <p:nvPr/>
          </p:nvSpPr>
          <p:spPr>
            <a:xfrm>
              <a:off x="2209680" y="16160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2" name=""/>
            <p:cNvSpPr/>
            <p:nvPr/>
          </p:nvSpPr>
          <p:spPr>
            <a:xfrm>
              <a:off x="233388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3" name=""/>
          <p:cNvGrpSpPr/>
          <p:nvPr/>
        </p:nvGrpSpPr>
        <p:grpSpPr>
          <a:xfrm>
            <a:off x="1676520" y="2819520"/>
            <a:ext cx="461160" cy="200520"/>
            <a:chOff x="1676520" y="2819520"/>
            <a:chExt cx="461160" cy="200520"/>
          </a:xfrm>
        </p:grpSpPr>
        <p:sp>
          <p:nvSpPr>
            <p:cNvPr id="3584" name=""/>
            <p:cNvSpPr/>
            <p:nvPr/>
          </p:nvSpPr>
          <p:spPr>
            <a:xfrm>
              <a:off x="1676520" y="2835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5" name=""/>
            <p:cNvSpPr/>
            <p:nvPr/>
          </p:nvSpPr>
          <p:spPr>
            <a:xfrm>
              <a:off x="180000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6" name=""/>
          <p:cNvGrpSpPr/>
          <p:nvPr/>
        </p:nvGrpSpPr>
        <p:grpSpPr>
          <a:xfrm>
            <a:off x="3657600" y="5638680"/>
            <a:ext cx="461880" cy="200520"/>
            <a:chOff x="3657600" y="5638680"/>
            <a:chExt cx="461880" cy="200520"/>
          </a:xfrm>
        </p:grpSpPr>
        <p:sp>
          <p:nvSpPr>
            <p:cNvPr id="3587" name=""/>
            <p:cNvSpPr/>
            <p:nvPr/>
          </p:nvSpPr>
          <p:spPr>
            <a:xfrm>
              <a:off x="3657600" y="565488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88" name=""/>
            <p:cNvSpPr/>
            <p:nvPr/>
          </p:nvSpPr>
          <p:spPr>
            <a:xfrm>
              <a:off x="378180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9" name=""/>
          <p:cNvGrpSpPr/>
          <p:nvPr/>
        </p:nvGrpSpPr>
        <p:grpSpPr>
          <a:xfrm>
            <a:off x="3581280" y="3962520"/>
            <a:ext cx="461520" cy="200520"/>
            <a:chOff x="3581280" y="3962520"/>
            <a:chExt cx="461520" cy="200520"/>
          </a:xfrm>
        </p:grpSpPr>
        <p:sp>
          <p:nvSpPr>
            <p:cNvPr id="3590" name=""/>
            <p:cNvSpPr/>
            <p:nvPr/>
          </p:nvSpPr>
          <p:spPr>
            <a:xfrm>
              <a:off x="3581280" y="3976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1" name=""/>
            <p:cNvSpPr/>
            <p:nvPr/>
          </p:nvSpPr>
          <p:spPr>
            <a:xfrm>
              <a:off x="3705120" y="3962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2" name=""/>
          <p:cNvGrpSpPr/>
          <p:nvPr/>
        </p:nvGrpSpPr>
        <p:grpSpPr>
          <a:xfrm>
            <a:off x="3962520" y="2438280"/>
            <a:ext cx="461160" cy="200520"/>
            <a:chOff x="3962520" y="2438280"/>
            <a:chExt cx="461160" cy="200520"/>
          </a:xfrm>
        </p:grpSpPr>
        <p:sp>
          <p:nvSpPr>
            <p:cNvPr id="3593" name=""/>
            <p:cNvSpPr/>
            <p:nvPr/>
          </p:nvSpPr>
          <p:spPr>
            <a:xfrm>
              <a:off x="3962520" y="2452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4" name=""/>
            <p:cNvSpPr/>
            <p:nvPr/>
          </p:nvSpPr>
          <p:spPr>
            <a:xfrm>
              <a:off x="408600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5" name=""/>
          <p:cNvGrpSpPr/>
          <p:nvPr/>
        </p:nvGrpSpPr>
        <p:grpSpPr>
          <a:xfrm>
            <a:off x="1371600" y="457200"/>
            <a:ext cx="461880" cy="200520"/>
            <a:chOff x="1371600" y="457200"/>
            <a:chExt cx="461880" cy="200520"/>
          </a:xfrm>
        </p:grpSpPr>
        <p:sp>
          <p:nvSpPr>
            <p:cNvPr id="3596" name=""/>
            <p:cNvSpPr/>
            <p:nvPr/>
          </p:nvSpPr>
          <p:spPr>
            <a:xfrm>
              <a:off x="1371600" y="47268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97" name=""/>
            <p:cNvSpPr/>
            <p:nvPr/>
          </p:nvSpPr>
          <p:spPr>
            <a:xfrm>
              <a:off x="149580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8" name=""/>
          <p:cNvGrpSpPr/>
          <p:nvPr/>
        </p:nvGrpSpPr>
        <p:grpSpPr>
          <a:xfrm>
            <a:off x="6248520" y="3505320"/>
            <a:ext cx="461160" cy="200520"/>
            <a:chOff x="6248520" y="3505320"/>
            <a:chExt cx="461160" cy="200520"/>
          </a:xfrm>
        </p:grpSpPr>
        <p:sp>
          <p:nvSpPr>
            <p:cNvPr id="3599" name=""/>
            <p:cNvSpPr/>
            <p:nvPr/>
          </p:nvSpPr>
          <p:spPr>
            <a:xfrm>
              <a:off x="6248520" y="35197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0" name=""/>
            <p:cNvSpPr/>
            <p:nvPr/>
          </p:nvSpPr>
          <p:spPr>
            <a:xfrm>
              <a:off x="6372000" y="3505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1" name=""/>
          <p:cNvGrpSpPr/>
          <p:nvPr/>
        </p:nvGrpSpPr>
        <p:grpSpPr>
          <a:xfrm>
            <a:off x="3657600" y="1600200"/>
            <a:ext cx="461520" cy="200520"/>
            <a:chOff x="3657600" y="1600200"/>
            <a:chExt cx="461520" cy="200520"/>
          </a:xfrm>
        </p:grpSpPr>
        <p:sp>
          <p:nvSpPr>
            <p:cNvPr id="3602" name=""/>
            <p:cNvSpPr/>
            <p:nvPr/>
          </p:nvSpPr>
          <p:spPr>
            <a:xfrm>
              <a:off x="3657600" y="1614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3" name=""/>
            <p:cNvSpPr/>
            <p:nvPr/>
          </p:nvSpPr>
          <p:spPr>
            <a:xfrm>
              <a:off x="3781440" y="1600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4" name=""/>
          <p:cNvGrpSpPr/>
          <p:nvPr/>
        </p:nvGrpSpPr>
        <p:grpSpPr>
          <a:xfrm>
            <a:off x="3276720" y="4876920"/>
            <a:ext cx="460080" cy="200520"/>
            <a:chOff x="3276720" y="4876920"/>
            <a:chExt cx="460080" cy="200520"/>
          </a:xfrm>
        </p:grpSpPr>
        <p:sp>
          <p:nvSpPr>
            <p:cNvPr id="3605" name=""/>
            <p:cNvSpPr/>
            <p:nvPr/>
          </p:nvSpPr>
          <p:spPr>
            <a:xfrm>
              <a:off x="3276720" y="4890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6" name=""/>
            <p:cNvSpPr/>
            <p:nvPr/>
          </p:nvSpPr>
          <p:spPr>
            <a:xfrm>
              <a:off x="3399120" y="4876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7" name=""/>
          <p:cNvGrpSpPr/>
          <p:nvPr/>
        </p:nvGrpSpPr>
        <p:grpSpPr>
          <a:xfrm>
            <a:off x="1752480" y="4191120"/>
            <a:ext cx="460440" cy="200520"/>
            <a:chOff x="1752480" y="4191120"/>
            <a:chExt cx="460440" cy="200520"/>
          </a:xfrm>
        </p:grpSpPr>
        <p:sp>
          <p:nvSpPr>
            <p:cNvPr id="3608" name=""/>
            <p:cNvSpPr/>
            <p:nvPr/>
          </p:nvSpPr>
          <p:spPr>
            <a:xfrm>
              <a:off x="1752480" y="42051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09" name=""/>
            <p:cNvSpPr/>
            <p:nvPr/>
          </p:nvSpPr>
          <p:spPr>
            <a:xfrm>
              <a:off x="187524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10" name=""/>
          <p:cNvGrpSpPr/>
          <p:nvPr/>
        </p:nvGrpSpPr>
        <p:grpSpPr>
          <a:xfrm>
            <a:off x="6324480" y="1447920"/>
            <a:ext cx="460080" cy="200520"/>
            <a:chOff x="6324480" y="1447920"/>
            <a:chExt cx="460080" cy="200520"/>
          </a:xfrm>
        </p:grpSpPr>
        <p:sp>
          <p:nvSpPr>
            <p:cNvPr id="3611" name=""/>
            <p:cNvSpPr/>
            <p:nvPr/>
          </p:nvSpPr>
          <p:spPr>
            <a:xfrm>
              <a:off x="6324480" y="1461960"/>
              <a:ext cx="9540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12" name=""/>
            <p:cNvSpPr/>
            <p:nvPr/>
          </p:nvSpPr>
          <p:spPr>
            <a:xfrm>
              <a:off x="644688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13" name="Rounded Rectangle 361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614" name="Oval 3613"/>
          <p:cNvSpPr/>
          <p:nvPr/>
        </p:nvSpPr>
        <p:spPr>
          <a:xfrm>
            <a:off x="5024723" y="60454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Oval 3614"/>
          <p:cNvSpPr/>
          <p:nvPr/>
        </p:nvSpPr>
        <p:spPr>
          <a:xfrm>
            <a:off x="5064723" y="60854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616" name="Rounded Rectangle 3615"/>
          <p:cNvSpPr/>
          <p:nvPr/>
        </p:nvSpPr>
        <p:spPr>
          <a:xfrm>
            <a:off x="5334723" y="61054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617" name="Oval 3616"/>
          <p:cNvSpPr/>
          <p:nvPr/>
        </p:nvSpPr>
        <p:spPr>
          <a:xfrm>
            <a:off x="3794420" y="67501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Oval 3617"/>
          <p:cNvSpPr/>
          <p:nvPr/>
        </p:nvSpPr>
        <p:spPr>
          <a:xfrm>
            <a:off x="3834420" y="71501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619" name="Rounded Rectangle 3618"/>
          <p:cNvSpPr/>
          <p:nvPr/>
        </p:nvSpPr>
        <p:spPr>
          <a:xfrm>
            <a:off x="4104420" y="73501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620" name="Oval 3619"/>
          <p:cNvSpPr/>
          <p:nvPr/>
        </p:nvSpPr>
        <p:spPr>
          <a:xfrm>
            <a:off x="6898703" y="24170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Oval 3620"/>
          <p:cNvSpPr/>
          <p:nvPr/>
        </p:nvSpPr>
        <p:spPr>
          <a:xfrm>
            <a:off x="6938703" y="24570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622" name="Rounded Rectangle 3621"/>
          <p:cNvSpPr/>
          <p:nvPr/>
        </p:nvSpPr>
        <p:spPr>
          <a:xfrm>
            <a:off x="7208703" y="24770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623" name="Oval 3622"/>
          <p:cNvSpPr/>
          <p:nvPr/>
        </p:nvSpPr>
        <p:spPr>
          <a:xfrm>
            <a:off x="2783901" y="30265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Oval 3623"/>
          <p:cNvSpPr/>
          <p:nvPr/>
        </p:nvSpPr>
        <p:spPr>
          <a:xfrm>
            <a:off x="2823901" y="30665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625" name="Rounded Rectangle 3624"/>
          <p:cNvSpPr/>
          <p:nvPr/>
        </p:nvSpPr>
        <p:spPr>
          <a:xfrm>
            <a:off x="3093901" y="30865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626" name="Oval 3625"/>
          <p:cNvSpPr/>
          <p:nvPr/>
        </p:nvSpPr>
        <p:spPr>
          <a:xfrm>
            <a:off x="5047941" y="675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Oval 3626"/>
          <p:cNvSpPr/>
          <p:nvPr/>
        </p:nvSpPr>
        <p:spPr>
          <a:xfrm>
            <a:off x="5087941" y="715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628" name="Rounded Rectangle 3627"/>
          <p:cNvSpPr/>
          <p:nvPr/>
        </p:nvSpPr>
        <p:spPr>
          <a:xfrm>
            <a:off x="5357941" y="735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629" name="Oval 3628"/>
          <p:cNvSpPr/>
          <p:nvPr/>
        </p:nvSpPr>
        <p:spPr>
          <a:xfrm>
            <a:off x="2174421" y="59986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Oval 3629"/>
          <p:cNvSpPr/>
          <p:nvPr/>
        </p:nvSpPr>
        <p:spPr>
          <a:xfrm>
            <a:off x="2214421" y="60386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631" name="Rounded Rectangle 3630"/>
          <p:cNvSpPr/>
          <p:nvPr/>
        </p:nvSpPr>
        <p:spPr>
          <a:xfrm>
            <a:off x="2484421" y="60586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632" name="Oval 3631"/>
          <p:cNvSpPr/>
          <p:nvPr/>
        </p:nvSpPr>
        <p:spPr>
          <a:xfrm>
            <a:off x="5222360" y="21902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Oval 3632"/>
          <p:cNvSpPr/>
          <p:nvPr/>
        </p:nvSpPr>
        <p:spPr>
          <a:xfrm>
            <a:off x="5262360" y="22302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634" name="Rounded Rectangle 3633"/>
          <p:cNvSpPr/>
          <p:nvPr/>
        </p:nvSpPr>
        <p:spPr>
          <a:xfrm>
            <a:off x="5532360" y="22502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635" name="Oval 3634"/>
          <p:cNvSpPr/>
          <p:nvPr/>
        </p:nvSpPr>
        <p:spPr>
          <a:xfrm>
            <a:off x="5297601" y="51620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Oval 3635"/>
          <p:cNvSpPr/>
          <p:nvPr/>
        </p:nvSpPr>
        <p:spPr>
          <a:xfrm>
            <a:off x="5337601" y="52020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637" name="Rounded Rectangle 3636"/>
          <p:cNvSpPr/>
          <p:nvPr/>
        </p:nvSpPr>
        <p:spPr>
          <a:xfrm>
            <a:off x="5607601" y="52220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638" name="Oval 3637"/>
          <p:cNvSpPr/>
          <p:nvPr/>
        </p:nvSpPr>
        <p:spPr>
          <a:xfrm>
            <a:off x="6136758" y="447445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Oval 3638"/>
          <p:cNvSpPr/>
          <p:nvPr/>
        </p:nvSpPr>
        <p:spPr>
          <a:xfrm>
            <a:off x="6176758" y="451445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640" name="Rounded Rectangle 3639"/>
          <p:cNvSpPr/>
          <p:nvPr/>
        </p:nvSpPr>
        <p:spPr>
          <a:xfrm>
            <a:off x="6446758" y="453445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641" name="Oval 3640"/>
          <p:cNvSpPr/>
          <p:nvPr/>
        </p:nvSpPr>
        <p:spPr>
          <a:xfrm>
            <a:off x="2098102" y="15042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Oval 3641"/>
          <p:cNvSpPr/>
          <p:nvPr/>
        </p:nvSpPr>
        <p:spPr>
          <a:xfrm>
            <a:off x="2138102" y="15442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643" name="Rounded Rectangle 3642"/>
          <p:cNvSpPr/>
          <p:nvPr/>
        </p:nvSpPr>
        <p:spPr>
          <a:xfrm>
            <a:off x="2408102" y="15642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644" name="Oval 3643"/>
          <p:cNvSpPr/>
          <p:nvPr/>
        </p:nvSpPr>
        <p:spPr>
          <a:xfrm>
            <a:off x="1564763" y="27237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Oval 3644"/>
          <p:cNvSpPr/>
          <p:nvPr/>
        </p:nvSpPr>
        <p:spPr>
          <a:xfrm>
            <a:off x="1604763" y="27637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646" name="Rounded Rectangle 3645"/>
          <p:cNvSpPr/>
          <p:nvPr/>
        </p:nvSpPr>
        <p:spPr>
          <a:xfrm>
            <a:off x="1874763" y="27837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647" name="Oval 3646"/>
          <p:cNvSpPr/>
          <p:nvPr/>
        </p:nvSpPr>
        <p:spPr>
          <a:xfrm>
            <a:off x="3546018" y="55423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Oval 3647"/>
          <p:cNvSpPr/>
          <p:nvPr/>
        </p:nvSpPr>
        <p:spPr>
          <a:xfrm>
            <a:off x="3586018" y="55823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649" name="Rounded Rectangle 3648"/>
          <p:cNvSpPr/>
          <p:nvPr/>
        </p:nvSpPr>
        <p:spPr>
          <a:xfrm>
            <a:off x="3856018" y="56023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650" name="Oval 3649"/>
          <p:cNvSpPr/>
          <p:nvPr/>
        </p:nvSpPr>
        <p:spPr>
          <a:xfrm>
            <a:off x="3469699" y="386497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Oval 3650"/>
          <p:cNvSpPr/>
          <p:nvPr/>
        </p:nvSpPr>
        <p:spPr>
          <a:xfrm>
            <a:off x="3509699" y="390497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652" name="Rounded Rectangle 3651"/>
          <p:cNvSpPr/>
          <p:nvPr/>
        </p:nvSpPr>
        <p:spPr>
          <a:xfrm>
            <a:off x="3779699" y="392497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653" name="Oval 3652"/>
          <p:cNvSpPr/>
          <p:nvPr/>
        </p:nvSpPr>
        <p:spPr>
          <a:xfrm>
            <a:off x="3850764" y="23411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Oval 3653"/>
          <p:cNvSpPr/>
          <p:nvPr/>
        </p:nvSpPr>
        <p:spPr>
          <a:xfrm>
            <a:off x="3890764" y="23811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655" name="Rounded Rectangle 3654"/>
          <p:cNvSpPr/>
          <p:nvPr/>
        </p:nvSpPr>
        <p:spPr>
          <a:xfrm>
            <a:off x="4160764" y="24011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656" name="Oval 3655"/>
          <p:cNvSpPr/>
          <p:nvPr/>
        </p:nvSpPr>
        <p:spPr>
          <a:xfrm>
            <a:off x="1260023" y="3609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Oval 3656"/>
          <p:cNvSpPr/>
          <p:nvPr/>
        </p:nvSpPr>
        <p:spPr>
          <a:xfrm>
            <a:off x="1300023" y="4009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658" name="Rounded Rectangle 3657"/>
          <p:cNvSpPr/>
          <p:nvPr/>
        </p:nvSpPr>
        <p:spPr>
          <a:xfrm>
            <a:off x="1570023" y="4209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659" name="Oval 3658"/>
          <p:cNvSpPr/>
          <p:nvPr/>
        </p:nvSpPr>
        <p:spPr>
          <a:xfrm>
            <a:off x="6136758" y="340813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Oval 3659"/>
          <p:cNvSpPr/>
          <p:nvPr/>
        </p:nvSpPr>
        <p:spPr>
          <a:xfrm>
            <a:off x="6176758" y="344813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661" name="Rounded Rectangle 3660"/>
          <p:cNvSpPr/>
          <p:nvPr/>
        </p:nvSpPr>
        <p:spPr>
          <a:xfrm>
            <a:off x="6446758" y="346813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662" name="Oval 3661"/>
          <p:cNvSpPr/>
          <p:nvPr/>
        </p:nvSpPr>
        <p:spPr>
          <a:xfrm>
            <a:off x="3546018" y="150301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Oval 3662"/>
          <p:cNvSpPr/>
          <p:nvPr/>
        </p:nvSpPr>
        <p:spPr>
          <a:xfrm>
            <a:off x="3586018" y="154301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664" name="Rounded Rectangle 3663"/>
          <p:cNvSpPr/>
          <p:nvPr/>
        </p:nvSpPr>
        <p:spPr>
          <a:xfrm>
            <a:off x="3856018" y="156301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665" name="Oval 3664"/>
          <p:cNvSpPr/>
          <p:nvPr/>
        </p:nvSpPr>
        <p:spPr>
          <a:xfrm>
            <a:off x="3164238" y="477937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Oval 3665"/>
          <p:cNvSpPr/>
          <p:nvPr/>
        </p:nvSpPr>
        <p:spPr>
          <a:xfrm>
            <a:off x="3204238" y="481937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667" name="Rounded Rectangle 3666"/>
          <p:cNvSpPr/>
          <p:nvPr/>
        </p:nvSpPr>
        <p:spPr>
          <a:xfrm>
            <a:off x="3474238" y="483937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668" name="Oval 3667"/>
          <p:cNvSpPr/>
          <p:nvPr/>
        </p:nvSpPr>
        <p:spPr>
          <a:xfrm>
            <a:off x="1640182" y="409339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Oval 3668"/>
          <p:cNvSpPr/>
          <p:nvPr/>
        </p:nvSpPr>
        <p:spPr>
          <a:xfrm>
            <a:off x="1680182" y="413339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670" name="Rounded Rectangle 3669"/>
          <p:cNvSpPr/>
          <p:nvPr/>
        </p:nvSpPr>
        <p:spPr>
          <a:xfrm>
            <a:off x="1950182" y="415339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671" name="Oval 3670"/>
          <p:cNvSpPr/>
          <p:nvPr/>
        </p:nvSpPr>
        <p:spPr>
          <a:xfrm>
            <a:off x="6212183" y="13501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Oval 3671"/>
          <p:cNvSpPr/>
          <p:nvPr/>
        </p:nvSpPr>
        <p:spPr>
          <a:xfrm>
            <a:off x="6252183" y="13901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673" name="Rounded Rectangle 3672"/>
          <p:cNvSpPr/>
          <p:nvPr/>
        </p:nvSpPr>
        <p:spPr>
          <a:xfrm>
            <a:off x="6522183" y="14101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"/>
          <p:cNvSpPr/>
          <p:nvPr/>
        </p:nvSpPr>
        <p:spPr>
          <a:xfrm>
            <a:off x="3234960" y="50760"/>
            <a:ext cx="2674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37: RPLL | RWY 24 | STAR IPA1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4" name=""/>
          <p:cNvSpPr/>
          <p:nvPr/>
        </p:nvSpPr>
        <p:spPr>
          <a:xfrm flipH="1" flipV="1">
            <a:off x="4795560" y="3782880"/>
            <a:ext cx="1827000" cy="1587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5" name=""/>
          <p:cNvSpPr/>
          <p:nvPr/>
        </p:nvSpPr>
        <p:spPr>
          <a:xfrm flipH="1" flipV="1">
            <a:off x="3726000" y="2852640"/>
            <a:ext cx="1069920" cy="930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6" name=""/>
          <p:cNvSpPr/>
          <p:nvPr/>
        </p:nvSpPr>
        <p:spPr>
          <a:xfrm flipH="1" flipV="1">
            <a:off x="2561760" y="1841040"/>
            <a:ext cx="1163880" cy="1011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7" name=""/>
          <p:cNvSpPr/>
          <p:nvPr/>
        </p:nvSpPr>
        <p:spPr>
          <a:xfrm flipV="1">
            <a:off x="2562120" y="1639800"/>
            <a:ext cx="1148040" cy="201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8" name=""/>
          <p:cNvSpPr/>
          <p:nvPr/>
        </p:nvSpPr>
        <p:spPr>
          <a:xfrm flipH="1">
            <a:off x="3106800" y="1639800"/>
            <a:ext cx="603360" cy="255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9" name=""/>
          <p:cNvSpPr/>
          <p:nvPr/>
        </p:nvSpPr>
        <p:spPr>
          <a:xfrm flipH="1">
            <a:off x="2846160" y="1895400"/>
            <a:ext cx="260280" cy="138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0" name=""/>
          <p:cNvSpPr/>
          <p:nvPr/>
        </p:nvSpPr>
        <p:spPr>
          <a:xfrm flipH="1">
            <a:off x="2521080" y="2033640"/>
            <a:ext cx="325440" cy="173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21" name=""/>
          <p:cNvGrpSpPr/>
          <p:nvPr/>
        </p:nvGrpSpPr>
        <p:grpSpPr>
          <a:xfrm>
            <a:off x="6559560" y="5307120"/>
            <a:ext cx="578520" cy="200520"/>
            <a:chOff x="6559560" y="5307120"/>
            <a:chExt cx="578520" cy="200520"/>
          </a:xfrm>
        </p:grpSpPr>
        <p:sp>
          <p:nvSpPr>
            <p:cNvPr id="3622" name=""/>
            <p:cNvSpPr/>
            <p:nvPr/>
          </p:nvSpPr>
          <p:spPr>
            <a:xfrm>
              <a:off x="6559560" y="5307120"/>
              <a:ext cx="12708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3" name=""/>
            <p:cNvSpPr/>
            <p:nvPr/>
          </p:nvSpPr>
          <p:spPr>
            <a:xfrm>
              <a:off x="6692040" y="530712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IPATA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24" name=""/>
          <p:cNvGrpSpPr/>
          <p:nvPr/>
        </p:nvGrpSpPr>
        <p:grpSpPr>
          <a:xfrm>
            <a:off x="4745160" y="3719520"/>
            <a:ext cx="569880" cy="200520"/>
            <a:chOff x="4745160" y="3719520"/>
            <a:chExt cx="569880" cy="200520"/>
          </a:xfrm>
        </p:grpSpPr>
        <p:sp>
          <p:nvSpPr>
            <p:cNvPr id="3625" name=""/>
            <p:cNvSpPr/>
            <p:nvPr/>
          </p:nvSpPr>
          <p:spPr>
            <a:xfrm>
              <a:off x="4745160" y="3732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6" name=""/>
            <p:cNvSpPr/>
            <p:nvPr/>
          </p:nvSpPr>
          <p:spPr>
            <a:xfrm>
              <a:off x="4835520" y="3719520"/>
              <a:ext cx="4795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KABAN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27" name=""/>
          <p:cNvGrpSpPr/>
          <p:nvPr/>
        </p:nvGrpSpPr>
        <p:grpSpPr>
          <a:xfrm>
            <a:off x="3675240" y="2789280"/>
            <a:ext cx="577440" cy="200520"/>
            <a:chOff x="3675240" y="2789280"/>
            <a:chExt cx="577440" cy="200520"/>
          </a:xfrm>
        </p:grpSpPr>
        <p:sp>
          <p:nvSpPr>
            <p:cNvPr id="3628" name=""/>
            <p:cNvSpPr/>
            <p:nvPr/>
          </p:nvSpPr>
          <p:spPr>
            <a:xfrm>
              <a:off x="3675240" y="280188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29" name=""/>
            <p:cNvSpPr/>
            <p:nvPr/>
          </p:nvSpPr>
          <p:spPr>
            <a:xfrm>
              <a:off x="3758040" y="278928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CAMBA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0" name=""/>
          <p:cNvGrpSpPr/>
          <p:nvPr/>
        </p:nvGrpSpPr>
        <p:grpSpPr>
          <a:xfrm>
            <a:off x="2511360" y="1778040"/>
            <a:ext cx="473760" cy="200520"/>
            <a:chOff x="2511360" y="1778040"/>
            <a:chExt cx="473760" cy="200520"/>
          </a:xfrm>
        </p:grpSpPr>
        <p:sp>
          <p:nvSpPr>
            <p:cNvPr id="3631" name=""/>
            <p:cNvSpPr/>
            <p:nvPr/>
          </p:nvSpPr>
          <p:spPr>
            <a:xfrm>
              <a:off x="2511360" y="1790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2" name=""/>
            <p:cNvSpPr/>
            <p:nvPr/>
          </p:nvSpPr>
          <p:spPr>
            <a:xfrm>
              <a:off x="2647440" y="17780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3" name=""/>
          <p:cNvGrpSpPr/>
          <p:nvPr/>
        </p:nvGrpSpPr>
        <p:grpSpPr>
          <a:xfrm>
            <a:off x="3659040" y="1576440"/>
            <a:ext cx="545760" cy="200520"/>
            <a:chOff x="3659040" y="1576440"/>
            <a:chExt cx="545760" cy="200520"/>
          </a:xfrm>
        </p:grpSpPr>
        <p:sp>
          <p:nvSpPr>
            <p:cNvPr id="3634" name=""/>
            <p:cNvSpPr/>
            <p:nvPr/>
          </p:nvSpPr>
          <p:spPr>
            <a:xfrm>
              <a:off x="3659040" y="158904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5" name=""/>
            <p:cNvSpPr/>
            <p:nvPr/>
          </p:nvSpPr>
          <p:spPr>
            <a:xfrm>
              <a:off x="3789360" y="157644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MIA-9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6" name=""/>
          <p:cNvGrpSpPr/>
          <p:nvPr/>
        </p:nvGrpSpPr>
        <p:grpSpPr>
          <a:xfrm>
            <a:off x="3056040" y="1832040"/>
            <a:ext cx="524520" cy="200520"/>
            <a:chOff x="3056040" y="1832040"/>
            <a:chExt cx="524520" cy="200520"/>
          </a:xfrm>
        </p:grpSpPr>
        <p:sp>
          <p:nvSpPr>
            <p:cNvPr id="3637" name=""/>
            <p:cNvSpPr/>
            <p:nvPr/>
          </p:nvSpPr>
          <p:spPr>
            <a:xfrm>
              <a:off x="3056040" y="18446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8" name=""/>
            <p:cNvSpPr/>
            <p:nvPr/>
          </p:nvSpPr>
          <p:spPr>
            <a:xfrm>
              <a:off x="3184920" y="183204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9" name=""/>
          <p:cNvGrpSpPr/>
          <p:nvPr/>
        </p:nvGrpSpPr>
        <p:grpSpPr>
          <a:xfrm>
            <a:off x="2805120" y="1969920"/>
            <a:ext cx="494640" cy="200520"/>
            <a:chOff x="2805120" y="1969920"/>
            <a:chExt cx="494640" cy="200520"/>
          </a:xfrm>
        </p:grpSpPr>
        <p:sp>
          <p:nvSpPr>
            <p:cNvPr id="3640" name=""/>
            <p:cNvSpPr/>
            <p:nvPr/>
          </p:nvSpPr>
          <p:spPr>
            <a:xfrm>
              <a:off x="2805120" y="199404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1" name=""/>
            <p:cNvSpPr/>
            <p:nvPr/>
          </p:nvSpPr>
          <p:spPr>
            <a:xfrm>
              <a:off x="2913120" y="196992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2" name=""/>
          <p:cNvGrpSpPr/>
          <p:nvPr/>
        </p:nvGrpSpPr>
        <p:grpSpPr>
          <a:xfrm>
            <a:off x="2457360" y="2143080"/>
            <a:ext cx="580680" cy="200520"/>
            <a:chOff x="2457360" y="2143080"/>
            <a:chExt cx="580680" cy="200520"/>
          </a:xfrm>
        </p:grpSpPr>
        <p:sp>
          <p:nvSpPr>
            <p:cNvPr id="3643" name=""/>
            <p:cNvSpPr/>
            <p:nvPr/>
          </p:nvSpPr>
          <p:spPr>
            <a:xfrm>
              <a:off x="2457360" y="2143080"/>
              <a:ext cx="12708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4" name=""/>
            <p:cNvSpPr/>
            <p:nvPr/>
          </p:nvSpPr>
          <p:spPr>
            <a:xfrm>
              <a:off x="2611800" y="214308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5" name=""/>
          <p:cNvGrpSpPr/>
          <p:nvPr/>
        </p:nvGrpSpPr>
        <p:grpSpPr>
          <a:xfrm>
            <a:off x="609480" y="5638680"/>
            <a:ext cx="479160" cy="200520"/>
            <a:chOff x="609480" y="5638680"/>
            <a:chExt cx="479160" cy="200520"/>
          </a:xfrm>
        </p:grpSpPr>
        <p:sp>
          <p:nvSpPr>
            <p:cNvPr id="3646" name=""/>
            <p:cNvSpPr/>
            <p:nvPr/>
          </p:nvSpPr>
          <p:spPr>
            <a:xfrm>
              <a:off x="609480" y="5644800"/>
              <a:ext cx="11448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7" name=""/>
            <p:cNvSpPr/>
            <p:nvPr/>
          </p:nvSpPr>
          <p:spPr>
            <a:xfrm>
              <a:off x="750960" y="5638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48" name=""/>
          <p:cNvGrpSpPr/>
          <p:nvPr/>
        </p:nvGrpSpPr>
        <p:grpSpPr>
          <a:xfrm>
            <a:off x="3581280" y="1066680"/>
            <a:ext cx="461520" cy="200520"/>
            <a:chOff x="3581280" y="1066680"/>
            <a:chExt cx="461520" cy="200520"/>
          </a:xfrm>
        </p:grpSpPr>
        <p:sp>
          <p:nvSpPr>
            <p:cNvPr id="3649" name=""/>
            <p:cNvSpPr/>
            <p:nvPr/>
          </p:nvSpPr>
          <p:spPr>
            <a:xfrm>
              <a:off x="3581280" y="10825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0" name=""/>
            <p:cNvSpPr/>
            <p:nvPr/>
          </p:nvSpPr>
          <p:spPr>
            <a:xfrm>
              <a:off x="3705120" y="1066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1" name=""/>
          <p:cNvGrpSpPr/>
          <p:nvPr/>
        </p:nvGrpSpPr>
        <p:grpSpPr>
          <a:xfrm>
            <a:off x="4091040" y="6039000"/>
            <a:ext cx="461520" cy="200520"/>
            <a:chOff x="4091040" y="6039000"/>
            <a:chExt cx="461520" cy="200520"/>
          </a:xfrm>
        </p:grpSpPr>
        <p:sp>
          <p:nvSpPr>
            <p:cNvPr id="3652" name=""/>
            <p:cNvSpPr/>
            <p:nvPr/>
          </p:nvSpPr>
          <p:spPr>
            <a:xfrm>
              <a:off x="4091040" y="6054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3" name=""/>
            <p:cNvSpPr/>
            <p:nvPr/>
          </p:nvSpPr>
          <p:spPr>
            <a:xfrm>
              <a:off x="4214880" y="6039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4" name=""/>
          <p:cNvGrpSpPr/>
          <p:nvPr/>
        </p:nvGrpSpPr>
        <p:grpSpPr>
          <a:xfrm>
            <a:off x="4114800" y="1828800"/>
            <a:ext cx="461880" cy="200520"/>
            <a:chOff x="4114800" y="1828800"/>
            <a:chExt cx="461880" cy="200520"/>
          </a:xfrm>
        </p:grpSpPr>
        <p:sp>
          <p:nvSpPr>
            <p:cNvPr id="3655" name=""/>
            <p:cNvSpPr/>
            <p:nvPr/>
          </p:nvSpPr>
          <p:spPr>
            <a:xfrm>
              <a:off x="4114800" y="18446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6" name=""/>
            <p:cNvSpPr/>
            <p:nvPr/>
          </p:nvSpPr>
          <p:spPr>
            <a:xfrm>
              <a:off x="4239000" y="1828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7" name=""/>
          <p:cNvGrpSpPr/>
          <p:nvPr/>
        </p:nvGrpSpPr>
        <p:grpSpPr>
          <a:xfrm>
            <a:off x="2590920" y="4114800"/>
            <a:ext cx="461160" cy="200520"/>
            <a:chOff x="2590920" y="4114800"/>
            <a:chExt cx="461160" cy="200520"/>
          </a:xfrm>
        </p:grpSpPr>
        <p:sp>
          <p:nvSpPr>
            <p:cNvPr id="3658" name=""/>
            <p:cNvSpPr/>
            <p:nvPr/>
          </p:nvSpPr>
          <p:spPr>
            <a:xfrm>
              <a:off x="2590920" y="412920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9" name=""/>
            <p:cNvSpPr/>
            <p:nvPr/>
          </p:nvSpPr>
          <p:spPr>
            <a:xfrm>
              <a:off x="271440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0" name=""/>
          <p:cNvGrpSpPr/>
          <p:nvPr/>
        </p:nvGrpSpPr>
        <p:grpSpPr>
          <a:xfrm>
            <a:off x="5867280" y="1447920"/>
            <a:ext cx="461520" cy="200520"/>
            <a:chOff x="5867280" y="1447920"/>
            <a:chExt cx="461520" cy="200520"/>
          </a:xfrm>
        </p:grpSpPr>
        <p:sp>
          <p:nvSpPr>
            <p:cNvPr id="3661" name=""/>
            <p:cNvSpPr/>
            <p:nvPr/>
          </p:nvSpPr>
          <p:spPr>
            <a:xfrm>
              <a:off x="5867280" y="1463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2" name=""/>
            <p:cNvSpPr/>
            <p:nvPr/>
          </p:nvSpPr>
          <p:spPr>
            <a:xfrm>
              <a:off x="5991120" y="1447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3" name=""/>
          <p:cNvGrpSpPr/>
          <p:nvPr/>
        </p:nvGrpSpPr>
        <p:grpSpPr>
          <a:xfrm>
            <a:off x="2590920" y="5791320"/>
            <a:ext cx="461160" cy="200520"/>
            <a:chOff x="2590920" y="5791320"/>
            <a:chExt cx="461160" cy="200520"/>
          </a:xfrm>
        </p:grpSpPr>
        <p:sp>
          <p:nvSpPr>
            <p:cNvPr id="3664" name=""/>
            <p:cNvSpPr/>
            <p:nvPr/>
          </p:nvSpPr>
          <p:spPr>
            <a:xfrm>
              <a:off x="2590920" y="580536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5" name=""/>
            <p:cNvSpPr/>
            <p:nvPr/>
          </p:nvSpPr>
          <p:spPr>
            <a:xfrm>
              <a:off x="2714400" y="5791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6" name=""/>
          <p:cNvGrpSpPr/>
          <p:nvPr/>
        </p:nvGrpSpPr>
        <p:grpSpPr>
          <a:xfrm>
            <a:off x="6168960" y="3859200"/>
            <a:ext cx="460080" cy="200520"/>
            <a:chOff x="6168960" y="3859200"/>
            <a:chExt cx="460080" cy="200520"/>
          </a:xfrm>
        </p:grpSpPr>
        <p:sp>
          <p:nvSpPr>
            <p:cNvPr id="3667" name=""/>
            <p:cNvSpPr/>
            <p:nvPr/>
          </p:nvSpPr>
          <p:spPr>
            <a:xfrm>
              <a:off x="6168960" y="38736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8" name=""/>
            <p:cNvSpPr/>
            <p:nvPr/>
          </p:nvSpPr>
          <p:spPr>
            <a:xfrm>
              <a:off x="6291360" y="3859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69" name=""/>
          <p:cNvGrpSpPr/>
          <p:nvPr/>
        </p:nvGrpSpPr>
        <p:grpSpPr>
          <a:xfrm>
            <a:off x="1631880" y="835200"/>
            <a:ext cx="460080" cy="200520"/>
            <a:chOff x="1631880" y="835200"/>
            <a:chExt cx="460080" cy="200520"/>
          </a:xfrm>
        </p:grpSpPr>
        <p:sp>
          <p:nvSpPr>
            <p:cNvPr id="3670" name=""/>
            <p:cNvSpPr/>
            <p:nvPr/>
          </p:nvSpPr>
          <p:spPr>
            <a:xfrm>
              <a:off x="1631880" y="851040"/>
              <a:ext cx="9540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1" name=""/>
            <p:cNvSpPr/>
            <p:nvPr/>
          </p:nvSpPr>
          <p:spPr>
            <a:xfrm>
              <a:off x="1754280" y="835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2" name=""/>
          <p:cNvGrpSpPr/>
          <p:nvPr/>
        </p:nvGrpSpPr>
        <p:grpSpPr>
          <a:xfrm>
            <a:off x="7407360" y="4316400"/>
            <a:ext cx="461520" cy="200520"/>
            <a:chOff x="7407360" y="4316400"/>
            <a:chExt cx="461520" cy="200520"/>
          </a:xfrm>
        </p:grpSpPr>
        <p:sp>
          <p:nvSpPr>
            <p:cNvPr id="3673" name=""/>
            <p:cNvSpPr/>
            <p:nvPr/>
          </p:nvSpPr>
          <p:spPr>
            <a:xfrm>
              <a:off x="7407360" y="4332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4" name=""/>
            <p:cNvSpPr/>
            <p:nvPr/>
          </p:nvSpPr>
          <p:spPr>
            <a:xfrm>
              <a:off x="7531200" y="431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5" name=""/>
          <p:cNvGrpSpPr/>
          <p:nvPr/>
        </p:nvGrpSpPr>
        <p:grpSpPr>
          <a:xfrm>
            <a:off x="5357880" y="6029280"/>
            <a:ext cx="460080" cy="200520"/>
            <a:chOff x="5357880" y="6029280"/>
            <a:chExt cx="460080" cy="200520"/>
          </a:xfrm>
        </p:grpSpPr>
        <p:sp>
          <p:nvSpPr>
            <p:cNvPr id="3676" name=""/>
            <p:cNvSpPr/>
            <p:nvPr/>
          </p:nvSpPr>
          <p:spPr>
            <a:xfrm>
              <a:off x="5357880" y="604512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7" name=""/>
            <p:cNvSpPr/>
            <p:nvPr/>
          </p:nvSpPr>
          <p:spPr>
            <a:xfrm>
              <a:off x="5480280" y="6029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8" name=""/>
          <p:cNvGrpSpPr/>
          <p:nvPr/>
        </p:nvGrpSpPr>
        <p:grpSpPr>
          <a:xfrm>
            <a:off x="7010280" y="2819520"/>
            <a:ext cx="461520" cy="200520"/>
            <a:chOff x="7010280" y="2819520"/>
            <a:chExt cx="461520" cy="200520"/>
          </a:xfrm>
        </p:grpSpPr>
        <p:sp>
          <p:nvSpPr>
            <p:cNvPr id="3679" name=""/>
            <p:cNvSpPr/>
            <p:nvPr/>
          </p:nvSpPr>
          <p:spPr>
            <a:xfrm>
              <a:off x="7010280" y="28353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0" name=""/>
            <p:cNvSpPr/>
            <p:nvPr/>
          </p:nvSpPr>
          <p:spPr>
            <a:xfrm>
              <a:off x="713412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1" name=""/>
          <p:cNvGrpSpPr/>
          <p:nvPr/>
        </p:nvGrpSpPr>
        <p:grpSpPr>
          <a:xfrm>
            <a:off x="5105520" y="609480"/>
            <a:ext cx="460080" cy="200520"/>
            <a:chOff x="5105520" y="609480"/>
            <a:chExt cx="460080" cy="200520"/>
          </a:xfrm>
        </p:grpSpPr>
        <p:sp>
          <p:nvSpPr>
            <p:cNvPr id="3682" name=""/>
            <p:cNvSpPr/>
            <p:nvPr/>
          </p:nvSpPr>
          <p:spPr>
            <a:xfrm>
              <a:off x="5105520" y="6238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3" name=""/>
            <p:cNvSpPr/>
            <p:nvPr/>
          </p:nvSpPr>
          <p:spPr>
            <a:xfrm>
              <a:off x="522792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4" name=""/>
          <p:cNvGrpSpPr/>
          <p:nvPr/>
        </p:nvGrpSpPr>
        <p:grpSpPr>
          <a:xfrm>
            <a:off x="1905120" y="2819520"/>
            <a:ext cx="461520" cy="200520"/>
            <a:chOff x="1905120" y="2819520"/>
            <a:chExt cx="461520" cy="200520"/>
          </a:xfrm>
        </p:grpSpPr>
        <p:sp>
          <p:nvSpPr>
            <p:cNvPr id="3685" name=""/>
            <p:cNvSpPr/>
            <p:nvPr/>
          </p:nvSpPr>
          <p:spPr>
            <a:xfrm>
              <a:off x="1905120" y="2835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6" name=""/>
            <p:cNvSpPr/>
            <p:nvPr/>
          </p:nvSpPr>
          <p:spPr>
            <a:xfrm>
              <a:off x="2028960" y="2819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7" name=""/>
          <p:cNvGrpSpPr/>
          <p:nvPr/>
        </p:nvGrpSpPr>
        <p:grpSpPr>
          <a:xfrm>
            <a:off x="3708360" y="4746600"/>
            <a:ext cx="461880" cy="200520"/>
            <a:chOff x="3708360" y="4746600"/>
            <a:chExt cx="461880" cy="200520"/>
          </a:xfrm>
        </p:grpSpPr>
        <p:sp>
          <p:nvSpPr>
            <p:cNvPr id="3688" name=""/>
            <p:cNvSpPr/>
            <p:nvPr/>
          </p:nvSpPr>
          <p:spPr>
            <a:xfrm>
              <a:off x="3708360" y="47624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89" name=""/>
            <p:cNvSpPr/>
            <p:nvPr/>
          </p:nvSpPr>
          <p:spPr>
            <a:xfrm>
              <a:off x="3832560" y="4746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0" name=""/>
          <p:cNvGrpSpPr/>
          <p:nvPr/>
        </p:nvGrpSpPr>
        <p:grpSpPr>
          <a:xfrm>
            <a:off x="1066680" y="4114800"/>
            <a:ext cx="461880" cy="200520"/>
            <a:chOff x="1066680" y="4114800"/>
            <a:chExt cx="461880" cy="200520"/>
          </a:xfrm>
        </p:grpSpPr>
        <p:sp>
          <p:nvSpPr>
            <p:cNvPr id="3691" name=""/>
            <p:cNvSpPr/>
            <p:nvPr/>
          </p:nvSpPr>
          <p:spPr>
            <a:xfrm>
              <a:off x="1066680" y="4129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2" name=""/>
            <p:cNvSpPr/>
            <p:nvPr/>
          </p:nvSpPr>
          <p:spPr>
            <a:xfrm>
              <a:off x="1190880" y="4114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3" name=""/>
          <p:cNvGrpSpPr/>
          <p:nvPr/>
        </p:nvGrpSpPr>
        <p:grpSpPr>
          <a:xfrm>
            <a:off x="7924680" y="609480"/>
            <a:ext cx="460080" cy="200520"/>
            <a:chOff x="7924680" y="609480"/>
            <a:chExt cx="460080" cy="200520"/>
          </a:xfrm>
        </p:grpSpPr>
        <p:sp>
          <p:nvSpPr>
            <p:cNvPr id="3694" name=""/>
            <p:cNvSpPr/>
            <p:nvPr/>
          </p:nvSpPr>
          <p:spPr>
            <a:xfrm>
              <a:off x="7924680" y="6238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5" name=""/>
            <p:cNvSpPr/>
            <p:nvPr/>
          </p:nvSpPr>
          <p:spPr>
            <a:xfrm>
              <a:off x="8047080" y="609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6" name=""/>
          <p:cNvGrpSpPr/>
          <p:nvPr/>
        </p:nvGrpSpPr>
        <p:grpSpPr>
          <a:xfrm>
            <a:off x="4921200" y="2593800"/>
            <a:ext cx="460080" cy="200520"/>
            <a:chOff x="4921200" y="2593800"/>
            <a:chExt cx="460080" cy="200520"/>
          </a:xfrm>
        </p:grpSpPr>
        <p:sp>
          <p:nvSpPr>
            <p:cNvPr id="3697" name=""/>
            <p:cNvSpPr/>
            <p:nvPr/>
          </p:nvSpPr>
          <p:spPr>
            <a:xfrm>
              <a:off x="4921200" y="261000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8" name=""/>
            <p:cNvSpPr/>
            <p:nvPr/>
          </p:nvSpPr>
          <p:spPr>
            <a:xfrm>
              <a:off x="5043600" y="2593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9" name=""/>
          <p:cNvGrpSpPr/>
          <p:nvPr/>
        </p:nvGrpSpPr>
        <p:grpSpPr>
          <a:xfrm>
            <a:off x="5256360" y="4827600"/>
            <a:ext cx="460080" cy="200520"/>
            <a:chOff x="5256360" y="4827600"/>
            <a:chExt cx="460080" cy="200520"/>
          </a:xfrm>
        </p:grpSpPr>
        <p:sp>
          <p:nvSpPr>
            <p:cNvPr id="3700" name=""/>
            <p:cNvSpPr/>
            <p:nvPr/>
          </p:nvSpPr>
          <p:spPr>
            <a:xfrm>
              <a:off x="5256360" y="484200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1" name=""/>
            <p:cNvSpPr/>
            <p:nvPr/>
          </p:nvSpPr>
          <p:spPr>
            <a:xfrm>
              <a:off x="5378760" y="48276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02" name=""/>
          <p:cNvGrpSpPr/>
          <p:nvPr/>
        </p:nvGrpSpPr>
        <p:grpSpPr>
          <a:xfrm>
            <a:off x="7362720" y="6058080"/>
            <a:ext cx="461880" cy="200520"/>
            <a:chOff x="7362720" y="6058080"/>
            <a:chExt cx="461880" cy="200520"/>
          </a:xfrm>
        </p:grpSpPr>
        <p:sp>
          <p:nvSpPr>
            <p:cNvPr id="3703" name=""/>
            <p:cNvSpPr/>
            <p:nvPr/>
          </p:nvSpPr>
          <p:spPr>
            <a:xfrm>
              <a:off x="7362720" y="6073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4" name=""/>
            <p:cNvSpPr/>
            <p:nvPr/>
          </p:nvSpPr>
          <p:spPr>
            <a:xfrm>
              <a:off x="7486920" y="6058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05" name="Rounded Rectangle 3704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706" name="Oval 3705"/>
          <p:cNvSpPr/>
          <p:nvPr/>
        </p:nvSpPr>
        <p:spPr>
          <a:xfrm>
            <a:off x="506722" y="55420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Oval 3706"/>
          <p:cNvSpPr/>
          <p:nvPr/>
        </p:nvSpPr>
        <p:spPr>
          <a:xfrm>
            <a:off x="546722" y="55820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708" name="Rounded Rectangle 3707"/>
          <p:cNvSpPr/>
          <p:nvPr/>
        </p:nvSpPr>
        <p:spPr>
          <a:xfrm>
            <a:off x="816722" y="56020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709" name="Oval 3708"/>
          <p:cNvSpPr/>
          <p:nvPr/>
        </p:nvSpPr>
        <p:spPr>
          <a:xfrm>
            <a:off x="3469704" y="97003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Oval 3709"/>
          <p:cNvSpPr/>
          <p:nvPr/>
        </p:nvSpPr>
        <p:spPr>
          <a:xfrm>
            <a:off x="3509704" y="101003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711" name="Rounded Rectangle 3710"/>
          <p:cNvSpPr/>
          <p:nvPr/>
        </p:nvSpPr>
        <p:spPr>
          <a:xfrm>
            <a:off x="3779704" y="103003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712" name="Oval 3711"/>
          <p:cNvSpPr/>
          <p:nvPr/>
        </p:nvSpPr>
        <p:spPr>
          <a:xfrm>
            <a:off x="3979457" y="59432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Oval 3712"/>
          <p:cNvSpPr/>
          <p:nvPr/>
        </p:nvSpPr>
        <p:spPr>
          <a:xfrm>
            <a:off x="4019457" y="59832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714" name="Rounded Rectangle 3713"/>
          <p:cNvSpPr/>
          <p:nvPr/>
        </p:nvSpPr>
        <p:spPr>
          <a:xfrm>
            <a:off x="4289457" y="60032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715" name="Oval 3714"/>
          <p:cNvSpPr/>
          <p:nvPr/>
        </p:nvSpPr>
        <p:spPr>
          <a:xfrm>
            <a:off x="4003217" y="17328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Oval 3715"/>
          <p:cNvSpPr/>
          <p:nvPr/>
        </p:nvSpPr>
        <p:spPr>
          <a:xfrm>
            <a:off x="4043217" y="17728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717" name="Rounded Rectangle 3716"/>
          <p:cNvSpPr/>
          <p:nvPr/>
        </p:nvSpPr>
        <p:spPr>
          <a:xfrm>
            <a:off x="4313217" y="17928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718" name="Oval 3717"/>
          <p:cNvSpPr/>
          <p:nvPr/>
        </p:nvSpPr>
        <p:spPr>
          <a:xfrm>
            <a:off x="2479157" y="40176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Oval 3718"/>
          <p:cNvSpPr/>
          <p:nvPr/>
        </p:nvSpPr>
        <p:spPr>
          <a:xfrm>
            <a:off x="2519157" y="40576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720" name="Rounded Rectangle 3719"/>
          <p:cNvSpPr/>
          <p:nvPr/>
        </p:nvSpPr>
        <p:spPr>
          <a:xfrm>
            <a:off x="2789157" y="40776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721" name="Oval 3720"/>
          <p:cNvSpPr/>
          <p:nvPr/>
        </p:nvSpPr>
        <p:spPr>
          <a:xfrm>
            <a:off x="5755699" y="135218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Oval 3721"/>
          <p:cNvSpPr/>
          <p:nvPr/>
        </p:nvSpPr>
        <p:spPr>
          <a:xfrm>
            <a:off x="5795699" y="139218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723" name="Rounded Rectangle 3722"/>
          <p:cNvSpPr/>
          <p:nvPr/>
        </p:nvSpPr>
        <p:spPr>
          <a:xfrm>
            <a:off x="6065699" y="141218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724" name="Oval 3723"/>
          <p:cNvSpPr/>
          <p:nvPr/>
        </p:nvSpPr>
        <p:spPr>
          <a:xfrm>
            <a:off x="2479157" y="569377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Oval 3724"/>
          <p:cNvSpPr/>
          <p:nvPr/>
        </p:nvSpPr>
        <p:spPr>
          <a:xfrm>
            <a:off x="2519157" y="573377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726" name="Rounded Rectangle 3725"/>
          <p:cNvSpPr/>
          <p:nvPr/>
        </p:nvSpPr>
        <p:spPr>
          <a:xfrm>
            <a:off x="2789157" y="575377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727" name="Oval 3726"/>
          <p:cNvSpPr/>
          <p:nvPr/>
        </p:nvSpPr>
        <p:spPr>
          <a:xfrm>
            <a:off x="6056661" y="376202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Oval 3727"/>
          <p:cNvSpPr/>
          <p:nvPr/>
        </p:nvSpPr>
        <p:spPr>
          <a:xfrm>
            <a:off x="6096661" y="380202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729" name="Rounded Rectangle 3728"/>
          <p:cNvSpPr/>
          <p:nvPr/>
        </p:nvSpPr>
        <p:spPr>
          <a:xfrm>
            <a:off x="6366661" y="382202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730" name="Oval 3729"/>
          <p:cNvSpPr/>
          <p:nvPr/>
        </p:nvSpPr>
        <p:spPr>
          <a:xfrm>
            <a:off x="1519578" y="73855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Oval 3730"/>
          <p:cNvSpPr/>
          <p:nvPr/>
        </p:nvSpPr>
        <p:spPr>
          <a:xfrm>
            <a:off x="1559578" y="77855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732" name="Rounded Rectangle 3731"/>
          <p:cNvSpPr/>
          <p:nvPr/>
        </p:nvSpPr>
        <p:spPr>
          <a:xfrm>
            <a:off x="1829578" y="79855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733" name="Oval 3732"/>
          <p:cNvSpPr/>
          <p:nvPr/>
        </p:nvSpPr>
        <p:spPr>
          <a:xfrm>
            <a:off x="7295782" y="422066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Oval 3733"/>
          <p:cNvSpPr/>
          <p:nvPr/>
        </p:nvSpPr>
        <p:spPr>
          <a:xfrm>
            <a:off x="7335782" y="426066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735" name="Rounded Rectangle 3734"/>
          <p:cNvSpPr/>
          <p:nvPr/>
        </p:nvSpPr>
        <p:spPr>
          <a:xfrm>
            <a:off x="7605782" y="428066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736" name="Oval 3735"/>
          <p:cNvSpPr/>
          <p:nvPr/>
        </p:nvSpPr>
        <p:spPr>
          <a:xfrm>
            <a:off x="5245398" y="593354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Oval 3736"/>
          <p:cNvSpPr/>
          <p:nvPr/>
        </p:nvSpPr>
        <p:spPr>
          <a:xfrm>
            <a:off x="5285398" y="597354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738" name="Rounded Rectangle 3737"/>
          <p:cNvSpPr/>
          <p:nvPr/>
        </p:nvSpPr>
        <p:spPr>
          <a:xfrm>
            <a:off x="5555398" y="599354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739" name="Oval 3738"/>
          <p:cNvSpPr/>
          <p:nvPr/>
        </p:nvSpPr>
        <p:spPr>
          <a:xfrm>
            <a:off x="6898700" y="27237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Oval 3739"/>
          <p:cNvSpPr/>
          <p:nvPr/>
        </p:nvSpPr>
        <p:spPr>
          <a:xfrm>
            <a:off x="6938700" y="27637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741" name="Rounded Rectangle 3740"/>
          <p:cNvSpPr/>
          <p:nvPr/>
        </p:nvSpPr>
        <p:spPr>
          <a:xfrm>
            <a:off x="7208700" y="27837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742" name="Oval 3741"/>
          <p:cNvSpPr/>
          <p:nvPr/>
        </p:nvSpPr>
        <p:spPr>
          <a:xfrm>
            <a:off x="4993043" y="5122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Oval 3742"/>
          <p:cNvSpPr/>
          <p:nvPr/>
        </p:nvSpPr>
        <p:spPr>
          <a:xfrm>
            <a:off x="5033043" y="5522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744" name="Rounded Rectangle 3743"/>
          <p:cNvSpPr/>
          <p:nvPr/>
        </p:nvSpPr>
        <p:spPr>
          <a:xfrm>
            <a:off x="5303043" y="5722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745" name="Oval 3744"/>
          <p:cNvSpPr/>
          <p:nvPr/>
        </p:nvSpPr>
        <p:spPr>
          <a:xfrm>
            <a:off x="1793537" y="2723597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Oval 3745"/>
          <p:cNvSpPr/>
          <p:nvPr/>
        </p:nvSpPr>
        <p:spPr>
          <a:xfrm>
            <a:off x="1833537" y="2763597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747" name="Rounded Rectangle 3746"/>
          <p:cNvSpPr/>
          <p:nvPr/>
        </p:nvSpPr>
        <p:spPr>
          <a:xfrm>
            <a:off x="2103537" y="2783597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748" name="Oval 3747"/>
          <p:cNvSpPr/>
          <p:nvPr/>
        </p:nvSpPr>
        <p:spPr>
          <a:xfrm>
            <a:off x="3596782" y="46508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Oval 3748"/>
          <p:cNvSpPr/>
          <p:nvPr/>
        </p:nvSpPr>
        <p:spPr>
          <a:xfrm>
            <a:off x="3636782" y="46908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750" name="Rounded Rectangle 3749"/>
          <p:cNvSpPr/>
          <p:nvPr/>
        </p:nvSpPr>
        <p:spPr>
          <a:xfrm>
            <a:off x="3906782" y="47108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751" name="Oval 3750"/>
          <p:cNvSpPr/>
          <p:nvPr/>
        </p:nvSpPr>
        <p:spPr>
          <a:xfrm>
            <a:off x="955097" y="401761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Oval 3751"/>
          <p:cNvSpPr/>
          <p:nvPr/>
        </p:nvSpPr>
        <p:spPr>
          <a:xfrm>
            <a:off x="995097" y="405761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753" name="Rounded Rectangle 3752"/>
          <p:cNvSpPr/>
          <p:nvPr/>
        </p:nvSpPr>
        <p:spPr>
          <a:xfrm>
            <a:off x="1265097" y="407761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754" name="Oval 3753"/>
          <p:cNvSpPr/>
          <p:nvPr/>
        </p:nvSpPr>
        <p:spPr>
          <a:xfrm>
            <a:off x="7812377" y="5122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Oval 3754"/>
          <p:cNvSpPr/>
          <p:nvPr/>
        </p:nvSpPr>
        <p:spPr>
          <a:xfrm>
            <a:off x="7852377" y="5522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756" name="Rounded Rectangle 3755"/>
          <p:cNvSpPr/>
          <p:nvPr/>
        </p:nvSpPr>
        <p:spPr>
          <a:xfrm>
            <a:off x="8122377" y="5722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757" name="Oval 3756"/>
          <p:cNvSpPr/>
          <p:nvPr/>
        </p:nvSpPr>
        <p:spPr>
          <a:xfrm>
            <a:off x="4808899" y="249841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Oval 3757"/>
          <p:cNvSpPr/>
          <p:nvPr/>
        </p:nvSpPr>
        <p:spPr>
          <a:xfrm>
            <a:off x="4848899" y="253841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759" name="Rounded Rectangle 3758"/>
          <p:cNvSpPr/>
          <p:nvPr/>
        </p:nvSpPr>
        <p:spPr>
          <a:xfrm>
            <a:off x="5118899" y="255841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760" name="Oval 3759"/>
          <p:cNvSpPr/>
          <p:nvPr/>
        </p:nvSpPr>
        <p:spPr>
          <a:xfrm>
            <a:off x="5143880" y="473042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Oval 3760"/>
          <p:cNvSpPr/>
          <p:nvPr/>
        </p:nvSpPr>
        <p:spPr>
          <a:xfrm>
            <a:off x="5183880" y="477042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762" name="Rounded Rectangle 3761"/>
          <p:cNvSpPr/>
          <p:nvPr/>
        </p:nvSpPr>
        <p:spPr>
          <a:xfrm>
            <a:off x="5453880" y="479042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763" name="Oval 3762"/>
          <p:cNvSpPr/>
          <p:nvPr/>
        </p:nvSpPr>
        <p:spPr>
          <a:xfrm>
            <a:off x="7251139" y="596144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Oval 3763"/>
          <p:cNvSpPr/>
          <p:nvPr/>
        </p:nvSpPr>
        <p:spPr>
          <a:xfrm>
            <a:off x="7291139" y="600144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765" name="Rounded Rectangle 3764"/>
          <p:cNvSpPr/>
          <p:nvPr/>
        </p:nvSpPr>
        <p:spPr>
          <a:xfrm>
            <a:off x="7561139" y="602144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"/>
          <p:cNvSpPr/>
          <p:nvPr/>
        </p:nvSpPr>
        <p:spPr>
          <a:xfrm>
            <a:off x="3110760" y="50760"/>
            <a:ext cx="29224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38: UUWW | RWY 19 | STAR DR19A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6" name=""/>
          <p:cNvSpPr/>
          <p:nvPr/>
        </p:nvSpPr>
        <p:spPr>
          <a:xfrm flipH="1" flipV="1">
            <a:off x="3897360" y="2922480"/>
            <a:ext cx="1650960" cy="24480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7" name=""/>
          <p:cNvSpPr/>
          <p:nvPr/>
        </p:nvSpPr>
        <p:spPr>
          <a:xfrm flipH="1" flipV="1">
            <a:off x="3595680" y="2244240"/>
            <a:ext cx="301680" cy="677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8" name=""/>
          <p:cNvSpPr/>
          <p:nvPr/>
        </p:nvSpPr>
        <p:spPr>
          <a:xfrm flipV="1">
            <a:off x="3595680" y="1639800"/>
            <a:ext cx="1139760" cy="6048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9" name=""/>
          <p:cNvSpPr/>
          <p:nvPr/>
        </p:nvSpPr>
        <p:spPr>
          <a:xfrm>
            <a:off x="4735440" y="1639800"/>
            <a:ext cx="287280" cy="200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0" name=""/>
          <p:cNvSpPr/>
          <p:nvPr/>
        </p:nvSpPr>
        <p:spPr>
          <a:xfrm>
            <a:off x="5022720" y="1839960"/>
            <a:ext cx="87480" cy="554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1" name=""/>
          <p:cNvSpPr/>
          <p:nvPr/>
        </p:nvSpPr>
        <p:spPr>
          <a:xfrm flipH="1">
            <a:off x="5070600" y="2394000"/>
            <a:ext cx="39600" cy="2188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2" name=""/>
          <p:cNvSpPr/>
          <p:nvPr/>
        </p:nvSpPr>
        <p:spPr>
          <a:xfrm flipH="1">
            <a:off x="4974840" y="2612880"/>
            <a:ext cx="95400" cy="4129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13" name=""/>
          <p:cNvGrpSpPr/>
          <p:nvPr/>
        </p:nvGrpSpPr>
        <p:grpSpPr>
          <a:xfrm>
            <a:off x="5484960" y="5307120"/>
            <a:ext cx="547920" cy="200520"/>
            <a:chOff x="5484960" y="5307120"/>
            <a:chExt cx="547920" cy="200520"/>
          </a:xfrm>
        </p:grpSpPr>
        <p:sp>
          <p:nvSpPr>
            <p:cNvPr id="3714" name=""/>
            <p:cNvSpPr/>
            <p:nvPr/>
          </p:nvSpPr>
          <p:spPr>
            <a:xfrm>
              <a:off x="5484960" y="5307120"/>
              <a:ext cx="126720" cy="12672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5" name=""/>
            <p:cNvSpPr/>
            <p:nvPr/>
          </p:nvSpPr>
          <p:spPr>
            <a:xfrm>
              <a:off x="5597640" y="530712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DRNB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16" name=""/>
          <p:cNvGrpSpPr/>
          <p:nvPr/>
        </p:nvGrpSpPr>
        <p:grpSpPr>
          <a:xfrm>
            <a:off x="3846600" y="2859120"/>
            <a:ext cx="582120" cy="200520"/>
            <a:chOff x="3846600" y="2859120"/>
            <a:chExt cx="582120" cy="200520"/>
          </a:xfrm>
        </p:grpSpPr>
        <p:sp>
          <p:nvSpPr>
            <p:cNvPr id="3717" name=""/>
            <p:cNvSpPr/>
            <p:nvPr/>
          </p:nvSpPr>
          <p:spPr>
            <a:xfrm>
              <a:off x="3846600" y="2871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8" name=""/>
            <p:cNvSpPr/>
            <p:nvPr/>
          </p:nvSpPr>
          <p:spPr>
            <a:xfrm>
              <a:off x="3925080" y="2859120"/>
              <a:ext cx="503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GOTMA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19" name=""/>
          <p:cNvGrpSpPr/>
          <p:nvPr/>
        </p:nvGrpSpPr>
        <p:grpSpPr>
          <a:xfrm>
            <a:off x="3554280" y="2181240"/>
            <a:ext cx="532800" cy="200520"/>
            <a:chOff x="3554280" y="2181240"/>
            <a:chExt cx="532800" cy="200520"/>
          </a:xfrm>
        </p:grpSpPr>
        <p:sp>
          <p:nvSpPr>
            <p:cNvPr id="3720" name=""/>
            <p:cNvSpPr/>
            <p:nvPr/>
          </p:nvSpPr>
          <p:spPr>
            <a:xfrm>
              <a:off x="3554280" y="220500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1" name=""/>
            <p:cNvSpPr/>
            <p:nvPr/>
          </p:nvSpPr>
          <p:spPr>
            <a:xfrm>
              <a:off x="3641040" y="21812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054KS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2" name=""/>
          <p:cNvGrpSpPr/>
          <p:nvPr/>
        </p:nvGrpSpPr>
        <p:grpSpPr>
          <a:xfrm>
            <a:off x="4684680" y="1576440"/>
            <a:ext cx="549000" cy="200520"/>
            <a:chOff x="4684680" y="1576440"/>
            <a:chExt cx="549000" cy="200520"/>
          </a:xfrm>
        </p:grpSpPr>
        <p:sp>
          <p:nvSpPr>
            <p:cNvPr id="3723" name=""/>
            <p:cNvSpPr/>
            <p:nvPr/>
          </p:nvSpPr>
          <p:spPr>
            <a:xfrm>
              <a:off x="4684680" y="1589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4" name=""/>
            <p:cNvSpPr/>
            <p:nvPr/>
          </p:nvSpPr>
          <p:spPr>
            <a:xfrm>
              <a:off x="4813560" y="15764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KSNB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5" name=""/>
          <p:cNvGrpSpPr/>
          <p:nvPr/>
        </p:nvGrpSpPr>
        <p:grpSpPr>
          <a:xfrm>
            <a:off x="4971960" y="1776240"/>
            <a:ext cx="574560" cy="200520"/>
            <a:chOff x="4971960" y="1776240"/>
            <a:chExt cx="574560" cy="200520"/>
          </a:xfrm>
        </p:grpSpPr>
        <p:sp>
          <p:nvSpPr>
            <p:cNvPr id="3726" name=""/>
            <p:cNvSpPr/>
            <p:nvPr/>
          </p:nvSpPr>
          <p:spPr>
            <a:xfrm>
              <a:off x="4971960" y="17892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7" name=""/>
            <p:cNvSpPr/>
            <p:nvPr/>
          </p:nvSpPr>
          <p:spPr>
            <a:xfrm>
              <a:off x="5100480" y="177624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180SX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28" name=""/>
          <p:cNvGrpSpPr/>
          <p:nvPr/>
        </p:nvGrpSpPr>
        <p:grpSpPr>
          <a:xfrm>
            <a:off x="5059440" y="2330280"/>
            <a:ext cx="569160" cy="200520"/>
            <a:chOff x="5059440" y="2330280"/>
            <a:chExt cx="569160" cy="200520"/>
          </a:xfrm>
        </p:grpSpPr>
        <p:sp>
          <p:nvSpPr>
            <p:cNvPr id="3729" name=""/>
            <p:cNvSpPr/>
            <p:nvPr/>
          </p:nvSpPr>
          <p:spPr>
            <a:xfrm>
              <a:off x="5059440" y="23432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0" name=""/>
            <p:cNvSpPr/>
            <p:nvPr/>
          </p:nvSpPr>
          <p:spPr>
            <a:xfrm>
              <a:off x="5188680" y="2330280"/>
              <a:ext cx="4399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D1690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1" name=""/>
          <p:cNvGrpSpPr/>
          <p:nvPr/>
        </p:nvGrpSpPr>
        <p:grpSpPr>
          <a:xfrm>
            <a:off x="5019840" y="2549520"/>
            <a:ext cx="544680" cy="200520"/>
            <a:chOff x="5019840" y="2549520"/>
            <a:chExt cx="544680" cy="200520"/>
          </a:xfrm>
        </p:grpSpPr>
        <p:sp>
          <p:nvSpPr>
            <p:cNvPr id="3732" name=""/>
            <p:cNvSpPr/>
            <p:nvPr/>
          </p:nvSpPr>
          <p:spPr>
            <a:xfrm>
              <a:off x="5019840" y="256212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3" name=""/>
            <p:cNvSpPr/>
            <p:nvPr/>
          </p:nvSpPr>
          <p:spPr>
            <a:xfrm>
              <a:off x="5149080" y="2549520"/>
              <a:ext cx="4154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89ITA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4" name=""/>
          <p:cNvGrpSpPr/>
          <p:nvPr/>
        </p:nvGrpSpPr>
        <p:grpSpPr>
          <a:xfrm>
            <a:off x="4911840" y="2962440"/>
            <a:ext cx="580320" cy="200520"/>
            <a:chOff x="4911840" y="2962440"/>
            <a:chExt cx="580320" cy="200520"/>
          </a:xfrm>
        </p:grpSpPr>
        <p:sp>
          <p:nvSpPr>
            <p:cNvPr id="3735" name=""/>
            <p:cNvSpPr/>
            <p:nvPr/>
          </p:nvSpPr>
          <p:spPr>
            <a:xfrm>
              <a:off x="4911840" y="2962440"/>
              <a:ext cx="126720" cy="12672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200" bIns="43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6" name=""/>
            <p:cNvSpPr/>
            <p:nvPr/>
          </p:nvSpPr>
          <p:spPr>
            <a:xfrm>
              <a:off x="5065920" y="296244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RW19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7" name=""/>
          <p:cNvGrpSpPr/>
          <p:nvPr/>
        </p:nvGrpSpPr>
        <p:grpSpPr>
          <a:xfrm>
            <a:off x="1676520" y="3581280"/>
            <a:ext cx="479160" cy="200520"/>
            <a:chOff x="1676520" y="3581280"/>
            <a:chExt cx="479160" cy="200520"/>
          </a:xfrm>
        </p:grpSpPr>
        <p:sp>
          <p:nvSpPr>
            <p:cNvPr id="3738" name=""/>
            <p:cNvSpPr/>
            <p:nvPr/>
          </p:nvSpPr>
          <p:spPr>
            <a:xfrm>
              <a:off x="1676520" y="3587400"/>
              <a:ext cx="114120" cy="114480"/>
            </a:xfrm>
            <a:prstGeom prst="ellipse">
              <a:avLst/>
            </a:prstGeom>
            <a:solidFill>
              <a:srgbClr val="8c40bf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4560" bIns="34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9" name=""/>
            <p:cNvSpPr/>
            <p:nvPr/>
          </p:nvSpPr>
          <p:spPr>
            <a:xfrm>
              <a:off x="18180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0" name=""/>
          <p:cNvGrpSpPr/>
          <p:nvPr/>
        </p:nvGrpSpPr>
        <p:grpSpPr>
          <a:xfrm>
            <a:off x="380880" y="3276720"/>
            <a:ext cx="461880" cy="200520"/>
            <a:chOff x="380880" y="3276720"/>
            <a:chExt cx="461880" cy="200520"/>
          </a:xfrm>
        </p:grpSpPr>
        <p:sp>
          <p:nvSpPr>
            <p:cNvPr id="3741" name=""/>
            <p:cNvSpPr/>
            <p:nvPr/>
          </p:nvSpPr>
          <p:spPr>
            <a:xfrm>
              <a:off x="380880" y="3292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2" name=""/>
            <p:cNvSpPr/>
            <p:nvPr/>
          </p:nvSpPr>
          <p:spPr>
            <a:xfrm>
              <a:off x="50508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3" name=""/>
          <p:cNvGrpSpPr/>
          <p:nvPr/>
        </p:nvGrpSpPr>
        <p:grpSpPr>
          <a:xfrm>
            <a:off x="1905120" y="762120"/>
            <a:ext cx="461520" cy="200520"/>
            <a:chOff x="1905120" y="762120"/>
            <a:chExt cx="461520" cy="200520"/>
          </a:xfrm>
        </p:grpSpPr>
        <p:sp>
          <p:nvSpPr>
            <p:cNvPr id="3744" name=""/>
            <p:cNvSpPr/>
            <p:nvPr/>
          </p:nvSpPr>
          <p:spPr>
            <a:xfrm>
              <a:off x="1905120" y="7765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5" name=""/>
            <p:cNvSpPr/>
            <p:nvPr/>
          </p:nvSpPr>
          <p:spPr>
            <a:xfrm>
              <a:off x="2028960" y="762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6" name=""/>
          <p:cNvGrpSpPr/>
          <p:nvPr/>
        </p:nvGrpSpPr>
        <p:grpSpPr>
          <a:xfrm>
            <a:off x="5867280" y="2590920"/>
            <a:ext cx="460080" cy="200520"/>
            <a:chOff x="5867280" y="2590920"/>
            <a:chExt cx="460080" cy="200520"/>
          </a:xfrm>
        </p:grpSpPr>
        <p:sp>
          <p:nvSpPr>
            <p:cNvPr id="3747" name=""/>
            <p:cNvSpPr/>
            <p:nvPr/>
          </p:nvSpPr>
          <p:spPr>
            <a:xfrm>
              <a:off x="5867280" y="26067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48" name=""/>
            <p:cNvSpPr/>
            <p:nvPr/>
          </p:nvSpPr>
          <p:spPr>
            <a:xfrm>
              <a:off x="5989680" y="2590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9" name=""/>
          <p:cNvGrpSpPr/>
          <p:nvPr/>
        </p:nvGrpSpPr>
        <p:grpSpPr>
          <a:xfrm>
            <a:off x="4876920" y="6324480"/>
            <a:ext cx="461160" cy="200520"/>
            <a:chOff x="4876920" y="6324480"/>
            <a:chExt cx="461160" cy="200520"/>
          </a:xfrm>
        </p:grpSpPr>
        <p:sp>
          <p:nvSpPr>
            <p:cNvPr id="3750" name=""/>
            <p:cNvSpPr/>
            <p:nvPr/>
          </p:nvSpPr>
          <p:spPr>
            <a:xfrm>
              <a:off x="4876920" y="634032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1" name=""/>
            <p:cNvSpPr/>
            <p:nvPr/>
          </p:nvSpPr>
          <p:spPr>
            <a:xfrm>
              <a:off x="500040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2" name=""/>
          <p:cNvGrpSpPr/>
          <p:nvPr/>
        </p:nvGrpSpPr>
        <p:grpSpPr>
          <a:xfrm>
            <a:off x="5334120" y="3581280"/>
            <a:ext cx="461160" cy="200520"/>
            <a:chOff x="5334120" y="3581280"/>
            <a:chExt cx="461160" cy="200520"/>
          </a:xfrm>
        </p:grpSpPr>
        <p:sp>
          <p:nvSpPr>
            <p:cNvPr id="3753" name=""/>
            <p:cNvSpPr/>
            <p:nvPr/>
          </p:nvSpPr>
          <p:spPr>
            <a:xfrm>
              <a:off x="5334120" y="3595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4" name=""/>
            <p:cNvSpPr/>
            <p:nvPr/>
          </p:nvSpPr>
          <p:spPr>
            <a:xfrm>
              <a:off x="5457600" y="3581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5" name=""/>
          <p:cNvGrpSpPr/>
          <p:nvPr/>
        </p:nvGrpSpPr>
        <p:grpSpPr>
          <a:xfrm>
            <a:off x="7543800" y="2209680"/>
            <a:ext cx="459720" cy="200520"/>
            <a:chOff x="7543800" y="2209680"/>
            <a:chExt cx="459720" cy="200520"/>
          </a:xfrm>
        </p:grpSpPr>
        <p:sp>
          <p:nvSpPr>
            <p:cNvPr id="3756" name=""/>
            <p:cNvSpPr/>
            <p:nvPr/>
          </p:nvSpPr>
          <p:spPr>
            <a:xfrm>
              <a:off x="7543800" y="2225520"/>
              <a:ext cx="95040" cy="9540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240" bIns="21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7" name=""/>
            <p:cNvSpPr/>
            <p:nvPr/>
          </p:nvSpPr>
          <p:spPr>
            <a:xfrm>
              <a:off x="766584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58" name=""/>
          <p:cNvGrpSpPr/>
          <p:nvPr/>
        </p:nvGrpSpPr>
        <p:grpSpPr>
          <a:xfrm>
            <a:off x="2286000" y="4952880"/>
            <a:ext cx="461880" cy="200520"/>
            <a:chOff x="2286000" y="4952880"/>
            <a:chExt cx="461880" cy="200520"/>
          </a:xfrm>
        </p:grpSpPr>
        <p:sp>
          <p:nvSpPr>
            <p:cNvPr id="3759" name=""/>
            <p:cNvSpPr/>
            <p:nvPr/>
          </p:nvSpPr>
          <p:spPr>
            <a:xfrm>
              <a:off x="2286000" y="4968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0" name=""/>
            <p:cNvSpPr/>
            <p:nvPr/>
          </p:nvSpPr>
          <p:spPr>
            <a:xfrm>
              <a:off x="2410200" y="4952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1" name=""/>
          <p:cNvGrpSpPr/>
          <p:nvPr/>
        </p:nvGrpSpPr>
        <p:grpSpPr>
          <a:xfrm>
            <a:off x="2590920" y="2438280"/>
            <a:ext cx="461160" cy="200520"/>
            <a:chOff x="2590920" y="2438280"/>
            <a:chExt cx="461160" cy="200520"/>
          </a:xfrm>
        </p:grpSpPr>
        <p:sp>
          <p:nvSpPr>
            <p:cNvPr id="3762" name=""/>
            <p:cNvSpPr/>
            <p:nvPr/>
          </p:nvSpPr>
          <p:spPr>
            <a:xfrm>
              <a:off x="2590920" y="245268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3" name=""/>
            <p:cNvSpPr/>
            <p:nvPr/>
          </p:nvSpPr>
          <p:spPr>
            <a:xfrm>
              <a:off x="271440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4" name=""/>
          <p:cNvGrpSpPr/>
          <p:nvPr/>
        </p:nvGrpSpPr>
        <p:grpSpPr>
          <a:xfrm>
            <a:off x="4343400" y="2362320"/>
            <a:ext cx="461520" cy="200520"/>
            <a:chOff x="4343400" y="2362320"/>
            <a:chExt cx="461520" cy="200520"/>
          </a:xfrm>
        </p:grpSpPr>
        <p:sp>
          <p:nvSpPr>
            <p:cNvPr id="3765" name=""/>
            <p:cNvSpPr/>
            <p:nvPr/>
          </p:nvSpPr>
          <p:spPr>
            <a:xfrm>
              <a:off x="4343400" y="23781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6" name=""/>
            <p:cNvSpPr/>
            <p:nvPr/>
          </p:nvSpPr>
          <p:spPr>
            <a:xfrm>
              <a:off x="4467240" y="2362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67" name=""/>
          <p:cNvGrpSpPr/>
          <p:nvPr/>
        </p:nvGrpSpPr>
        <p:grpSpPr>
          <a:xfrm>
            <a:off x="5638680" y="1523880"/>
            <a:ext cx="461880" cy="200520"/>
            <a:chOff x="5638680" y="1523880"/>
            <a:chExt cx="461880" cy="200520"/>
          </a:xfrm>
        </p:grpSpPr>
        <p:sp>
          <p:nvSpPr>
            <p:cNvPr id="3768" name=""/>
            <p:cNvSpPr/>
            <p:nvPr/>
          </p:nvSpPr>
          <p:spPr>
            <a:xfrm>
              <a:off x="5638680" y="15379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9" name=""/>
            <p:cNvSpPr/>
            <p:nvPr/>
          </p:nvSpPr>
          <p:spPr>
            <a:xfrm>
              <a:off x="5762880" y="1523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0" name=""/>
          <p:cNvGrpSpPr/>
          <p:nvPr/>
        </p:nvGrpSpPr>
        <p:grpSpPr>
          <a:xfrm>
            <a:off x="5857920" y="6094440"/>
            <a:ext cx="461520" cy="200520"/>
            <a:chOff x="5857920" y="6094440"/>
            <a:chExt cx="461520" cy="200520"/>
          </a:xfrm>
        </p:grpSpPr>
        <p:sp>
          <p:nvSpPr>
            <p:cNvPr id="3771" name=""/>
            <p:cNvSpPr/>
            <p:nvPr/>
          </p:nvSpPr>
          <p:spPr>
            <a:xfrm>
              <a:off x="5857920" y="610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2" name=""/>
            <p:cNvSpPr/>
            <p:nvPr/>
          </p:nvSpPr>
          <p:spPr>
            <a:xfrm>
              <a:off x="5981760" y="6094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3" name=""/>
          <p:cNvGrpSpPr/>
          <p:nvPr/>
        </p:nvGrpSpPr>
        <p:grpSpPr>
          <a:xfrm>
            <a:off x="3809880" y="457200"/>
            <a:ext cx="461880" cy="200520"/>
            <a:chOff x="3809880" y="457200"/>
            <a:chExt cx="461880" cy="200520"/>
          </a:xfrm>
        </p:grpSpPr>
        <p:sp>
          <p:nvSpPr>
            <p:cNvPr id="3774" name=""/>
            <p:cNvSpPr/>
            <p:nvPr/>
          </p:nvSpPr>
          <p:spPr>
            <a:xfrm>
              <a:off x="3809880" y="47304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5" name=""/>
            <p:cNvSpPr/>
            <p:nvPr/>
          </p:nvSpPr>
          <p:spPr>
            <a:xfrm>
              <a:off x="3934080" y="457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6" name=""/>
          <p:cNvGrpSpPr/>
          <p:nvPr/>
        </p:nvGrpSpPr>
        <p:grpSpPr>
          <a:xfrm>
            <a:off x="380880" y="6248520"/>
            <a:ext cx="461880" cy="200520"/>
            <a:chOff x="380880" y="6248520"/>
            <a:chExt cx="461880" cy="200520"/>
          </a:xfrm>
        </p:grpSpPr>
        <p:sp>
          <p:nvSpPr>
            <p:cNvPr id="3777" name=""/>
            <p:cNvSpPr/>
            <p:nvPr/>
          </p:nvSpPr>
          <p:spPr>
            <a:xfrm>
              <a:off x="380880" y="626400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78" name=""/>
            <p:cNvSpPr/>
            <p:nvPr/>
          </p:nvSpPr>
          <p:spPr>
            <a:xfrm>
              <a:off x="505080" y="6248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9" name=""/>
          <p:cNvGrpSpPr/>
          <p:nvPr/>
        </p:nvGrpSpPr>
        <p:grpSpPr>
          <a:xfrm>
            <a:off x="4724280" y="1219320"/>
            <a:ext cx="461520" cy="200520"/>
            <a:chOff x="4724280" y="1219320"/>
            <a:chExt cx="461520" cy="200520"/>
          </a:xfrm>
        </p:grpSpPr>
        <p:sp>
          <p:nvSpPr>
            <p:cNvPr id="3780" name=""/>
            <p:cNvSpPr/>
            <p:nvPr/>
          </p:nvSpPr>
          <p:spPr>
            <a:xfrm>
              <a:off x="4724280" y="123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1" name=""/>
            <p:cNvSpPr/>
            <p:nvPr/>
          </p:nvSpPr>
          <p:spPr>
            <a:xfrm>
              <a:off x="4848120" y="1219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82" name=""/>
          <p:cNvGrpSpPr/>
          <p:nvPr/>
        </p:nvGrpSpPr>
        <p:grpSpPr>
          <a:xfrm>
            <a:off x="4495680" y="5410080"/>
            <a:ext cx="461880" cy="200520"/>
            <a:chOff x="4495680" y="5410080"/>
            <a:chExt cx="461880" cy="200520"/>
          </a:xfrm>
        </p:grpSpPr>
        <p:sp>
          <p:nvSpPr>
            <p:cNvPr id="3783" name=""/>
            <p:cNvSpPr/>
            <p:nvPr/>
          </p:nvSpPr>
          <p:spPr>
            <a:xfrm>
              <a:off x="4495680" y="5424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4" name=""/>
            <p:cNvSpPr/>
            <p:nvPr/>
          </p:nvSpPr>
          <p:spPr>
            <a:xfrm>
              <a:off x="4619880" y="5410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85" name=""/>
          <p:cNvGrpSpPr/>
          <p:nvPr/>
        </p:nvGrpSpPr>
        <p:grpSpPr>
          <a:xfrm>
            <a:off x="3124080" y="3809880"/>
            <a:ext cx="460440" cy="200520"/>
            <a:chOff x="3124080" y="3809880"/>
            <a:chExt cx="460440" cy="200520"/>
          </a:xfrm>
        </p:grpSpPr>
        <p:sp>
          <p:nvSpPr>
            <p:cNvPr id="3786" name=""/>
            <p:cNvSpPr/>
            <p:nvPr/>
          </p:nvSpPr>
          <p:spPr>
            <a:xfrm>
              <a:off x="3124080" y="382428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7" name=""/>
            <p:cNvSpPr/>
            <p:nvPr/>
          </p:nvSpPr>
          <p:spPr>
            <a:xfrm>
              <a:off x="3246840" y="380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88" name=""/>
          <p:cNvGrpSpPr/>
          <p:nvPr/>
        </p:nvGrpSpPr>
        <p:grpSpPr>
          <a:xfrm>
            <a:off x="6629400" y="4419720"/>
            <a:ext cx="460080" cy="200520"/>
            <a:chOff x="6629400" y="4419720"/>
            <a:chExt cx="460080" cy="200520"/>
          </a:xfrm>
        </p:grpSpPr>
        <p:sp>
          <p:nvSpPr>
            <p:cNvPr id="3789" name=""/>
            <p:cNvSpPr/>
            <p:nvPr/>
          </p:nvSpPr>
          <p:spPr>
            <a:xfrm>
              <a:off x="6629400" y="4435560"/>
              <a:ext cx="9540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0" name=""/>
            <p:cNvSpPr/>
            <p:nvPr/>
          </p:nvSpPr>
          <p:spPr>
            <a:xfrm>
              <a:off x="6751800" y="4419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1" name=""/>
          <p:cNvGrpSpPr/>
          <p:nvPr/>
        </p:nvGrpSpPr>
        <p:grpSpPr>
          <a:xfrm>
            <a:off x="2743200" y="6324480"/>
            <a:ext cx="460080" cy="200520"/>
            <a:chOff x="2743200" y="6324480"/>
            <a:chExt cx="460080" cy="200520"/>
          </a:xfrm>
        </p:grpSpPr>
        <p:sp>
          <p:nvSpPr>
            <p:cNvPr id="3792" name=""/>
            <p:cNvSpPr/>
            <p:nvPr/>
          </p:nvSpPr>
          <p:spPr>
            <a:xfrm>
              <a:off x="2743200" y="63388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3" name=""/>
            <p:cNvSpPr/>
            <p:nvPr/>
          </p:nvSpPr>
          <p:spPr>
            <a:xfrm>
              <a:off x="2865600" y="632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94" name=""/>
          <p:cNvGrpSpPr/>
          <p:nvPr/>
        </p:nvGrpSpPr>
        <p:grpSpPr>
          <a:xfrm>
            <a:off x="3733920" y="1469880"/>
            <a:ext cx="460080" cy="200520"/>
            <a:chOff x="3733920" y="1469880"/>
            <a:chExt cx="460080" cy="200520"/>
          </a:xfrm>
        </p:grpSpPr>
        <p:sp>
          <p:nvSpPr>
            <p:cNvPr id="3795" name=""/>
            <p:cNvSpPr/>
            <p:nvPr/>
          </p:nvSpPr>
          <p:spPr>
            <a:xfrm>
              <a:off x="3733920" y="148428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6" name=""/>
            <p:cNvSpPr/>
            <p:nvPr/>
          </p:nvSpPr>
          <p:spPr>
            <a:xfrm>
              <a:off x="3856320" y="14698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97" name="Rounded Rectangle 3796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798" name="Oval 3797"/>
          <p:cNvSpPr/>
          <p:nvPr/>
        </p:nvSpPr>
        <p:spPr>
          <a:xfrm>
            <a:off x="1573572" y="34846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Oval 3798"/>
          <p:cNvSpPr/>
          <p:nvPr/>
        </p:nvSpPr>
        <p:spPr>
          <a:xfrm>
            <a:off x="1613572" y="35246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800" name="Rounded Rectangle 3799"/>
          <p:cNvSpPr/>
          <p:nvPr/>
        </p:nvSpPr>
        <p:spPr>
          <a:xfrm>
            <a:off x="1883572" y="35446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801" name="Oval 3800"/>
          <p:cNvSpPr/>
          <p:nvPr/>
        </p:nvSpPr>
        <p:spPr>
          <a:xfrm>
            <a:off x="269291" y="31809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Oval 3801"/>
          <p:cNvSpPr/>
          <p:nvPr/>
        </p:nvSpPr>
        <p:spPr>
          <a:xfrm>
            <a:off x="309291" y="32209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803" name="Rounded Rectangle 3802"/>
          <p:cNvSpPr/>
          <p:nvPr/>
        </p:nvSpPr>
        <p:spPr>
          <a:xfrm>
            <a:off x="579291" y="32409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804" name="Oval 3803"/>
          <p:cNvSpPr/>
          <p:nvPr/>
        </p:nvSpPr>
        <p:spPr>
          <a:xfrm>
            <a:off x="1793533" y="66493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Oval 3804"/>
          <p:cNvSpPr/>
          <p:nvPr/>
        </p:nvSpPr>
        <p:spPr>
          <a:xfrm>
            <a:off x="1833533" y="70493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806" name="Rounded Rectangle 3805"/>
          <p:cNvSpPr/>
          <p:nvPr/>
        </p:nvSpPr>
        <p:spPr>
          <a:xfrm>
            <a:off x="2103533" y="72493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807" name="Oval 3806"/>
          <p:cNvSpPr/>
          <p:nvPr/>
        </p:nvSpPr>
        <p:spPr>
          <a:xfrm>
            <a:off x="5754800" y="2495176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Oval 3807"/>
          <p:cNvSpPr/>
          <p:nvPr/>
        </p:nvSpPr>
        <p:spPr>
          <a:xfrm>
            <a:off x="5794800" y="2535176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809" name="Rounded Rectangle 3808"/>
          <p:cNvSpPr/>
          <p:nvPr/>
        </p:nvSpPr>
        <p:spPr>
          <a:xfrm>
            <a:off x="6064800" y="2555176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810" name="Oval 3809"/>
          <p:cNvSpPr/>
          <p:nvPr/>
        </p:nvSpPr>
        <p:spPr>
          <a:xfrm>
            <a:off x="4765156" y="622873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Oval 3810"/>
          <p:cNvSpPr/>
          <p:nvPr/>
        </p:nvSpPr>
        <p:spPr>
          <a:xfrm>
            <a:off x="4805156" y="626873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812" name="Rounded Rectangle 3811"/>
          <p:cNvSpPr/>
          <p:nvPr/>
        </p:nvSpPr>
        <p:spPr>
          <a:xfrm>
            <a:off x="5075156" y="628873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813" name="Oval 3812"/>
          <p:cNvSpPr/>
          <p:nvPr/>
        </p:nvSpPr>
        <p:spPr>
          <a:xfrm>
            <a:off x="5222351" y="348410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Oval 3813"/>
          <p:cNvSpPr/>
          <p:nvPr/>
        </p:nvSpPr>
        <p:spPr>
          <a:xfrm>
            <a:off x="5262351" y="352410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815" name="Rounded Rectangle 3814"/>
          <p:cNvSpPr/>
          <p:nvPr/>
        </p:nvSpPr>
        <p:spPr>
          <a:xfrm>
            <a:off x="5532351" y="354410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816" name="Oval 3815"/>
          <p:cNvSpPr/>
          <p:nvPr/>
        </p:nvSpPr>
        <p:spPr>
          <a:xfrm>
            <a:off x="7431318" y="211321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Oval 3816"/>
          <p:cNvSpPr/>
          <p:nvPr/>
        </p:nvSpPr>
        <p:spPr>
          <a:xfrm>
            <a:off x="7471318" y="215321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818" name="Rounded Rectangle 3817"/>
          <p:cNvSpPr/>
          <p:nvPr/>
        </p:nvSpPr>
        <p:spPr>
          <a:xfrm>
            <a:off x="7741318" y="217321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819" name="Oval 3818"/>
          <p:cNvSpPr/>
          <p:nvPr/>
        </p:nvSpPr>
        <p:spPr>
          <a:xfrm>
            <a:off x="2174417" y="48571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Oval 3819"/>
          <p:cNvSpPr/>
          <p:nvPr/>
        </p:nvSpPr>
        <p:spPr>
          <a:xfrm>
            <a:off x="2214417" y="48971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821" name="Rounded Rectangle 3820"/>
          <p:cNvSpPr/>
          <p:nvPr/>
        </p:nvSpPr>
        <p:spPr>
          <a:xfrm>
            <a:off x="2484417" y="49171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822" name="Oval 3821"/>
          <p:cNvSpPr/>
          <p:nvPr/>
        </p:nvSpPr>
        <p:spPr>
          <a:xfrm>
            <a:off x="2479157" y="23411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Oval 3822"/>
          <p:cNvSpPr/>
          <p:nvPr/>
        </p:nvSpPr>
        <p:spPr>
          <a:xfrm>
            <a:off x="2519157" y="23811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824" name="Rounded Rectangle 3823"/>
          <p:cNvSpPr/>
          <p:nvPr/>
        </p:nvSpPr>
        <p:spPr>
          <a:xfrm>
            <a:off x="2789157" y="24011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825" name="Oval 3824"/>
          <p:cNvSpPr/>
          <p:nvPr/>
        </p:nvSpPr>
        <p:spPr>
          <a:xfrm>
            <a:off x="4231817" y="22656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Oval 3825"/>
          <p:cNvSpPr/>
          <p:nvPr/>
        </p:nvSpPr>
        <p:spPr>
          <a:xfrm>
            <a:off x="4271817" y="23056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827" name="Rounded Rectangle 3826"/>
          <p:cNvSpPr/>
          <p:nvPr/>
        </p:nvSpPr>
        <p:spPr>
          <a:xfrm>
            <a:off x="4541817" y="23256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828" name="Oval 3827"/>
          <p:cNvSpPr/>
          <p:nvPr/>
        </p:nvSpPr>
        <p:spPr>
          <a:xfrm>
            <a:off x="5527092" y="142634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Oval 3828"/>
          <p:cNvSpPr/>
          <p:nvPr/>
        </p:nvSpPr>
        <p:spPr>
          <a:xfrm>
            <a:off x="5567092" y="146634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830" name="Rounded Rectangle 3829"/>
          <p:cNvSpPr/>
          <p:nvPr/>
        </p:nvSpPr>
        <p:spPr>
          <a:xfrm>
            <a:off x="5837092" y="148634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831" name="Oval 3830"/>
          <p:cNvSpPr/>
          <p:nvPr/>
        </p:nvSpPr>
        <p:spPr>
          <a:xfrm>
            <a:off x="5746333" y="59972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Oval 3831"/>
          <p:cNvSpPr/>
          <p:nvPr/>
        </p:nvSpPr>
        <p:spPr>
          <a:xfrm>
            <a:off x="5786333" y="60372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833" name="Rounded Rectangle 3832"/>
          <p:cNvSpPr/>
          <p:nvPr/>
        </p:nvSpPr>
        <p:spPr>
          <a:xfrm>
            <a:off x="6056333" y="60572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834" name="Oval 3833"/>
          <p:cNvSpPr/>
          <p:nvPr/>
        </p:nvSpPr>
        <p:spPr>
          <a:xfrm>
            <a:off x="3698299" y="36055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Oval 3834"/>
          <p:cNvSpPr/>
          <p:nvPr/>
        </p:nvSpPr>
        <p:spPr>
          <a:xfrm>
            <a:off x="3738299" y="40055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836" name="Rounded Rectangle 3835"/>
          <p:cNvSpPr/>
          <p:nvPr/>
        </p:nvSpPr>
        <p:spPr>
          <a:xfrm>
            <a:off x="4008299" y="42055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837" name="Oval 3836"/>
          <p:cNvSpPr/>
          <p:nvPr/>
        </p:nvSpPr>
        <p:spPr>
          <a:xfrm>
            <a:off x="269291" y="615224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Oval 3837"/>
          <p:cNvSpPr/>
          <p:nvPr/>
        </p:nvSpPr>
        <p:spPr>
          <a:xfrm>
            <a:off x="309291" y="619224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839" name="Rounded Rectangle 3838"/>
          <p:cNvSpPr/>
          <p:nvPr/>
        </p:nvSpPr>
        <p:spPr>
          <a:xfrm>
            <a:off x="579291" y="621224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840" name="Oval 3839"/>
          <p:cNvSpPr/>
          <p:nvPr/>
        </p:nvSpPr>
        <p:spPr>
          <a:xfrm>
            <a:off x="4612690" y="11221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Oval 3840"/>
          <p:cNvSpPr/>
          <p:nvPr/>
        </p:nvSpPr>
        <p:spPr>
          <a:xfrm>
            <a:off x="4652690" y="11621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842" name="Rounded Rectangle 3841"/>
          <p:cNvSpPr/>
          <p:nvPr/>
        </p:nvSpPr>
        <p:spPr>
          <a:xfrm>
            <a:off x="4922690" y="11821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843" name="Oval 3842"/>
          <p:cNvSpPr/>
          <p:nvPr/>
        </p:nvSpPr>
        <p:spPr>
          <a:xfrm>
            <a:off x="4384092" y="531289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Oval 3843"/>
          <p:cNvSpPr/>
          <p:nvPr/>
        </p:nvSpPr>
        <p:spPr>
          <a:xfrm>
            <a:off x="4424092" y="535289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845" name="Rounded Rectangle 3844"/>
          <p:cNvSpPr/>
          <p:nvPr/>
        </p:nvSpPr>
        <p:spPr>
          <a:xfrm>
            <a:off x="4694092" y="537289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846" name="Oval 3845"/>
          <p:cNvSpPr/>
          <p:nvPr/>
        </p:nvSpPr>
        <p:spPr>
          <a:xfrm>
            <a:off x="3011776" y="371269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Oval 3846"/>
          <p:cNvSpPr/>
          <p:nvPr/>
        </p:nvSpPr>
        <p:spPr>
          <a:xfrm>
            <a:off x="3051776" y="375269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848" name="Rounded Rectangle 3847"/>
          <p:cNvSpPr/>
          <p:nvPr/>
        </p:nvSpPr>
        <p:spPr>
          <a:xfrm>
            <a:off x="3321776" y="377269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849" name="Oval 3848"/>
          <p:cNvSpPr/>
          <p:nvPr/>
        </p:nvSpPr>
        <p:spPr>
          <a:xfrm>
            <a:off x="6517096" y="432397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Oval 3849"/>
          <p:cNvSpPr/>
          <p:nvPr/>
        </p:nvSpPr>
        <p:spPr>
          <a:xfrm>
            <a:off x="6557096" y="436397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851" name="Rounded Rectangle 3850"/>
          <p:cNvSpPr/>
          <p:nvPr/>
        </p:nvSpPr>
        <p:spPr>
          <a:xfrm>
            <a:off x="6827096" y="438397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852" name="Oval 3851"/>
          <p:cNvSpPr/>
          <p:nvPr/>
        </p:nvSpPr>
        <p:spPr>
          <a:xfrm>
            <a:off x="2630712" y="622729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Oval 3852"/>
          <p:cNvSpPr/>
          <p:nvPr/>
        </p:nvSpPr>
        <p:spPr>
          <a:xfrm>
            <a:off x="2670712" y="626729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854" name="Rounded Rectangle 3853"/>
          <p:cNvSpPr/>
          <p:nvPr/>
        </p:nvSpPr>
        <p:spPr>
          <a:xfrm>
            <a:off x="2940712" y="628729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855" name="Oval 3854"/>
          <p:cNvSpPr/>
          <p:nvPr/>
        </p:nvSpPr>
        <p:spPr>
          <a:xfrm>
            <a:off x="3621437" y="137270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Oval 3855"/>
          <p:cNvSpPr/>
          <p:nvPr/>
        </p:nvSpPr>
        <p:spPr>
          <a:xfrm>
            <a:off x="3661437" y="141270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857" name="Rounded Rectangle 3856"/>
          <p:cNvSpPr/>
          <p:nvPr/>
        </p:nvSpPr>
        <p:spPr>
          <a:xfrm>
            <a:off x="3931437" y="143270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"/>
          <p:cNvSpPr/>
          <p:nvPr/>
        </p:nvSpPr>
        <p:spPr>
          <a:xfrm>
            <a:off x="3090960" y="50760"/>
            <a:ext cx="296208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pc="-1" strike="noStrike">
                <a:solidFill>
                  <a:srgbClr val="1a2a40"/>
                </a:solidFill>
                <a:latin typeface="Arial"/>
              </a:rPr>
              <a:t>Level 39: UUWW | RWY 24 | STAR GIS24R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8" name=""/>
          <p:cNvSpPr/>
          <p:nvPr/>
        </p:nvSpPr>
        <p:spPr>
          <a:xfrm>
            <a:off x="4227480" y="1639800"/>
            <a:ext cx="109440" cy="560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9" name=""/>
          <p:cNvSpPr/>
          <p:nvPr/>
        </p:nvSpPr>
        <p:spPr>
          <a:xfrm>
            <a:off x="4336920" y="2200320"/>
            <a:ext cx="108000" cy="5554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0" name=""/>
          <p:cNvSpPr/>
          <p:nvPr/>
        </p:nvSpPr>
        <p:spPr>
          <a:xfrm flipH="1">
            <a:off x="4269960" y="2755800"/>
            <a:ext cx="174600" cy="14223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1" name=""/>
          <p:cNvSpPr/>
          <p:nvPr/>
        </p:nvSpPr>
        <p:spPr>
          <a:xfrm>
            <a:off x="4270320" y="4178160"/>
            <a:ext cx="55440" cy="39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2" name=""/>
          <p:cNvSpPr/>
          <p:nvPr/>
        </p:nvSpPr>
        <p:spPr>
          <a:xfrm>
            <a:off x="4325760" y="4576680"/>
            <a:ext cx="55800" cy="39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3" name=""/>
          <p:cNvSpPr/>
          <p:nvPr/>
        </p:nvSpPr>
        <p:spPr>
          <a:xfrm>
            <a:off x="4381560" y="4973760"/>
            <a:ext cx="55440" cy="396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4" name=""/>
          <p:cNvSpPr/>
          <p:nvPr/>
        </p:nvSpPr>
        <p:spPr>
          <a:xfrm flipV="1">
            <a:off x="4437000" y="5303520"/>
            <a:ext cx="479520" cy="66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5" name=""/>
          <p:cNvSpPr/>
          <p:nvPr/>
        </p:nvSpPr>
        <p:spPr>
          <a:xfrm flipH="1" flipV="1">
            <a:off x="4861080" y="4906440"/>
            <a:ext cx="55440" cy="39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6" name=""/>
          <p:cNvSpPr/>
          <p:nvPr/>
        </p:nvSpPr>
        <p:spPr>
          <a:xfrm flipH="1" flipV="1">
            <a:off x="4803480" y="4508640"/>
            <a:ext cx="57240" cy="3981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7" name=""/>
          <p:cNvSpPr/>
          <p:nvPr/>
        </p:nvSpPr>
        <p:spPr>
          <a:xfrm flipH="1" flipV="1">
            <a:off x="4747680" y="4111200"/>
            <a:ext cx="55800" cy="39708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8" name=""/>
          <p:cNvSpPr/>
          <p:nvPr/>
        </p:nvSpPr>
        <p:spPr>
          <a:xfrm flipH="1" flipV="1">
            <a:off x="4692600" y="3714840"/>
            <a:ext cx="55440" cy="3967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9" name=""/>
          <p:cNvSpPr/>
          <p:nvPr/>
        </p:nvSpPr>
        <p:spPr>
          <a:xfrm flipH="1" flipV="1">
            <a:off x="4637160" y="3315960"/>
            <a:ext cx="55440" cy="3985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0" name=""/>
          <p:cNvSpPr/>
          <p:nvPr/>
        </p:nvSpPr>
        <p:spPr>
          <a:xfrm flipV="1">
            <a:off x="4637160" y="2815920"/>
            <a:ext cx="69840" cy="5000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1" name=""/>
          <p:cNvSpPr/>
          <p:nvPr/>
        </p:nvSpPr>
        <p:spPr>
          <a:xfrm flipV="1">
            <a:off x="4707000" y="2522520"/>
            <a:ext cx="79200" cy="29376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2" name=""/>
          <p:cNvSpPr/>
          <p:nvPr/>
        </p:nvSpPr>
        <p:spPr>
          <a:xfrm flipH="1" flipV="1">
            <a:off x="4708440" y="2320920"/>
            <a:ext cx="77760" cy="2016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3" name=""/>
          <p:cNvSpPr/>
          <p:nvPr/>
        </p:nvSpPr>
        <p:spPr>
          <a:xfrm flipH="1" flipV="1">
            <a:off x="4584600" y="2252520"/>
            <a:ext cx="123840" cy="6840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4" name=""/>
          <p:cNvSpPr/>
          <p:nvPr/>
        </p:nvSpPr>
        <p:spPr>
          <a:xfrm flipH="1">
            <a:off x="4533480" y="2252520"/>
            <a:ext cx="50760" cy="3024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5" name=""/>
          <p:cNvSpPr/>
          <p:nvPr/>
        </p:nvSpPr>
        <p:spPr>
          <a:xfrm flipH="1">
            <a:off x="4281120" y="2282760"/>
            <a:ext cx="252360" cy="157320"/>
          </a:xfrm>
          <a:prstGeom prst="line">
            <a:avLst/>
          </a:prstGeom>
          <a:ln w="22320">
            <a:solidFill>
              <a:srgbClr val="2673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16" name=""/>
          <p:cNvGrpSpPr/>
          <p:nvPr/>
        </p:nvGrpSpPr>
        <p:grpSpPr>
          <a:xfrm>
            <a:off x="4164120" y="1576440"/>
            <a:ext cx="565560" cy="200520"/>
            <a:chOff x="4164120" y="1576440"/>
            <a:chExt cx="565560" cy="200520"/>
          </a:xfrm>
        </p:grpSpPr>
        <p:sp>
          <p:nvSpPr>
            <p:cNvPr id="3817" name=""/>
            <p:cNvSpPr/>
            <p:nvPr/>
          </p:nvSpPr>
          <p:spPr>
            <a:xfrm>
              <a:off x="4164120" y="1576440"/>
              <a:ext cx="126720" cy="127080"/>
            </a:xfrm>
            <a:prstGeom prst="ellipse">
              <a:avLst/>
            </a:prstGeom>
            <a:solidFill>
              <a:srgbClr val="26b359"/>
            </a:solidFill>
            <a:ln w="9360">
              <a:solidFill>
                <a:srgbClr val="26b35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8" name=""/>
            <p:cNvSpPr/>
            <p:nvPr/>
          </p:nvSpPr>
          <p:spPr>
            <a:xfrm>
              <a:off x="4309560" y="1576440"/>
              <a:ext cx="42012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GISIN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19" name=""/>
          <p:cNvGrpSpPr/>
          <p:nvPr/>
        </p:nvGrpSpPr>
        <p:grpSpPr>
          <a:xfrm>
            <a:off x="4286160" y="2136600"/>
            <a:ext cx="547920" cy="200520"/>
            <a:chOff x="4286160" y="2136600"/>
            <a:chExt cx="547920" cy="200520"/>
          </a:xfrm>
        </p:grpSpPr>
        <p:sp>
          <p:nvSpPr>
            <p:cNvPr id="3820" name=""/>
            <p:cNvSpPr/>
            <p:nvPr/>
          </p:nvSpPr>
          <p:spPr>
            <a:xfrm>
              <a:off x="4286160" y="21495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1" name=""/>
            <p:cNvSpPr/>
            <p:nvPr/>
          </p:nvSpPr>
          <p:spPr>
            <a:xfrm>
              <a:off x="4398840" y="2136600"/>
              <a:ext cx="435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OKLIT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2" name=""/>
          <p:cNvGrpSpPr/>
          <p:nvPr/>
        </p:nvGrpSpPr>
        <p:grpSpPr>
          <a:xfrm>
            <a:off x="4394160" y="2692440"/>
            <a:ext cx="577800" cy="200520"/>
            <a:chOff x="4394160" y="2692440"/>
            <a:chExt cx="577800" cy="200520"/>
          </a:xfrm>
        </p:grpSpPr>
        <p:sp>
          <p:nvSpPr>
            <p:cNvPr id="3823" name=""/>
            <p:cNvSpPr/>
            <p:nvPr/>
          </p:nvSpPr>
          <p:spPr>
            <a:xfrm>
              <a:off x="4394160" y="270504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4" name=""/>
            <p:cNvSpPr/>
            <p:nvPr/>
          </p:nvSpPr>
          <p:spPr>
            <a:xfrm>
              <a:off x="4477320" y="2692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TURUG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5" name=""/>
          <p:cNvGrpSpPr/>
          <p:nvPr/>
        </p:nvGrpSpPr>
        <p:grpSpPr>
          <a:xfrm>
            <a:off x="4219560" y="4114800"/>
            <a:ext cx="577800" cy="200520"/>
            <a:chOff x="4219560" y="4114800"/>
            <a:chExt cx="577800" cy="200520"/>
          </a:xfrm>
        </p:grpSpPr>
        <p:sp>
          <p:nvSpPr>
            <p:cNvPr id="3826" name=""/>
            <p:cNvSpPr/>
            <p:nvPr/>
          </p:nvSpPr>
          <p:spPr>
            <a:xfrm>
              <a:off x="4219560" y="4127400"/>
              <a:ext cx="101520" cy="10188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560" bIns="25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7" name=""/>
            <p:cNvSpPr/>
            <p:nvPr/>
          </p:nvSpPr>
          <p:spPr>
            <a:xfrm>
              <a:off x="4302720" y="411480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28" name=""/>
          <p:cNvGrpSpPr/>
          <p:nvPr/>
        </p:nvGrpSpPr>
        <p:grpSpPr>
          <a:xfrm>
            <a:off x="4275000" y="4513320"/>
            <a:ext cx="577800" cy="200520"/>
            <a:chOff x="4275000" y="4513320"/>
            <a:chExt cx="577800" cy="200520"/>
          </a:xfrm>
        </p:grpSpPr>
        <p:sp>
          <p:nvSpPr>
            <p:cNvPr id="3829" name=""/>
            <p:cNvSpPr/>
            <p:nvPr/>
          </p:nvSpPr>
          <p:spPr>
            <a:xfrm>
              <a:off x="4275000" y="4525920"/>
              <a:ext cx="10188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0" name=""/>
            <p:cNvSpPr/>
            <p:nvPr/>
          </p:nvSpPr>
          <p:spPr>
            <a:xfrm>
              <a:off x="4358160" y="45133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1" name=""/>
          <p:cNvGrpSpPr/>
          <p:nvPr/>
        </p:nvGrpSpPr>
        <p:grpSpPr>
          <a:xfrm>
            <a:off x="4330800" y="4910040"/>
            <a:ext cx="577440" cy="200520"/>
            <a:chOff x="4330800" y="4910040"/>
            <a:chExt cx="577440" cy="200520"/>
          </a:xfrm>
        </p:grpSpPr>
        <p:sp>
          <p:nvSpPr>
            <p:cNvPr id="3832" name=""/>
            <p:cNvSpPr/>
            <p:nvPr/>
          </p:nvSpPr>
          <p:spPr>
            <a:xfrm>
              <a:off x="4330800" y="492300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3" name=""/>
            <p:cNvSpPr/>
            <p:nvPr/>
          </p:nvSpPr>
          <p:spPr>
            <a:xfrm>
              <a:off x="4413600" y="49100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4" name=""/>
          <p:cNvGrpSpPr/>
          <p:nvPr/>
        </p:nvGrpSpPr>
        <p:grpSpPr>
          <a:xfrm>
            <a:off x="4386240" y="5307120"/>
            <a:ext cx="577800" cy="200520"/>
            <a:chOff x="4386240" y="5307120"/>
            <a:chExt cx="577800" cy="200520"/>
          </a:xfrm>
        </p:grpSpPr>
        <p:sp>
          <p:nvSpPr>
            <p:cNvPr id="3835" name=""/>
            <p:cNvSpPr/>
            <p:nvPr/>
          </p:nvSpPr>
          <p:spPr>
            <a:xfrm>
              <a:off x="4386240" y="53197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6" name=""/>
            <p:cNvSpPr/>
            <p:nvPr/>
          </p:nvSpPr>
          <p:spPr>
            <a:xfrm>
              <a:off x="4469400" y="53071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7" name=""/>
          <p:cNvGrpSpPr/>
          <p:nvPr/>
        </p:nvGrpSpPr>
        <p:grpSpPr>
          <a:xfrm>
            <a:off x="4865760" y="5240160"/>
            <a:ext cx="577440" cy="200520"/>
            <a:chOff x="4865760" y="5240160"/>
            <a:chExt cx="577440" cy="200520"/>
          </a:xfrm>
        </p:grpSpPr>
        <p:sp>
          <p:nvSpPr>
            <p:cNvPr id="3838" name=""/>
            <p:cNvSpPr/>
            <p:nvPr/>
          </p:nvSpPr>
          <p:spPr>
            <a:xfrm>
              <a:off x="4865760" y="52531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9" name=""/>
            <p:cNvSpPr/>
            <p:nvPr/>
          </p:nvSpPr>
          <p:spPr>
            <a:xfrm>
              <a:off x="4948560" y="52401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WW525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0" name=""/>
          <p:cNvGrpSpPr/>
          <p:nvPr/>
        </p:nvGrpSpPr>
        <p:grpSpPr>
          <a:xfrm>
            <a:off x="4819680" y="4843440"/>
            <a:ext cx="556920" cy="200520"/>
            <a:chOff x="4819680" y="4843440"/>
            <a:chExt cx="556920" cy="200520"/>
          </a:xfrm>
        </p:grpSpPr>
        <p:sp>
          <p:nvSpPr>
            <p:cNvPr id="3841" name=""/>
            <p:cNvSpPr/>
            <p:nvPr/>
          </p:nvSpPr>
          <p:spPr>
            <a:xfrm>
              <a:off x="4819680" y="48657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2" name=""/>
            <p:cNvSpPr/>
            <p:nvPr/>
          </p:nvSpPr>
          <p:spPr>
            <a:xfrm>
              <a:off x="4881960" y="484344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3" name=""/>
          <p:cNvGrpSpPr/>
          <p:nvPr/>
        </p:nvGrpSpPr>
        <p:grpSpPr>
          <a:xfrm>
            <a:off x="4764240" y="4444920"/>
            <a:ext cx="556920" cy="200520"/>
            <a:chOff x="4764240" y="4444920"/>
            <a:chExt cx="556920" cy="200520"/>
          </a:xfrm>
        </p:grpSpPr>
        <p:sp>
          <p:nvSpPr>
            <p:cNvPr id="3844" name=""/>
            <p:cNvSpPr/>
            <p:nvPr/>
          </p:nvSpPr>
          <p:spPr>
            <a:xfrm>
              <a:off x="4764240" y="4468680"/>
              <a:ext cx="8064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5" name=""/>
            <p:cNvSpPr/>
            <p:nvPr/>
          </p:nvSpPr>
          <p:spPr>
            <a:xfrm>
              <a:off x="4826520" y="44449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6" name=""/>
          <p:cNvGrpSpPr/>
          <p:nvPr/>
        </p:nvGrpSpPr>
        <p:grpSpPr>
          <a:xfrm>
            <a:off x="4708440" y="4048200"/>
            <a:ext cx="499680" cy="200520"/>
            <a:chOff x="4708440" y="4048200"/>
            <a:chExt cx="499680" cy="200520"/>
          </a:xfrm>
        </p:grpSpPr>
        <p:sp>
          <p:nvSpPr>
            <p:cNvPr id="3847" name=""/>
            <p:cNvSpPr/>
            <p:nvPr/>
          </p:nvSpPr>
          <p:spPr>
            <a:xfrm>
              <a:off x="4708440" y="4070520"/>
              <a:ext cx="81000" cy="8244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1880" bIns="11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8" name=""/>
            <p:cNvSpPr/>
            <p:nvPr/>
          </p:nvSpPr>
          <p:spPr>
            <a:xfrm>
              <a:off x="4777560" y="4048200"/>
              <a:ext cx="43056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DRNB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9" name=""/>
          <p:cNvGrpSpPr/>
          <p:nvPr/>
        </p:nvGrpSpPr>
        <p:grpSpPr>
          <a:xfrm>
            <a:off x="4651200" y="3651120"/>
            <a:ext cx="558720" cy="200520"/>
            <a:chOff x="4651200" y="3651120"/>
            <a:chExt cx="558720" cy="200520"/>
          </a:xfrm>
        </p:grpSpPr>
        <p:sp>
          <p:nvSpPr>
            <p:cNvPr id="3850" name=""/>
            <p:cNvSpPr/>
            <p:nvPr/>
          </p:nvSpPr>
          <p:spPr>
            <a:xfrm>
              <a:off x="4651200" y="3673440"/>
              <a:ext cx="828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1" name=""/>
            <p:cNvSpPr/>
            <p:nvPr/>
          </p:nvSpPr>
          <p:spPr>
            <a:xfrm>
              <a:off x="4715280" y="365112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2" name=""/>
          <p:cNvGrpSpPr/>
          <p:nvPr/>
        </p:nvGrpSpPr>
        <p:grpSpPr>
          <a:xfrm>
            <a:off x="4595760" y="3252960"/>
            <a:ext cx="556920" cy="200520"/>
            <a:chOff x="4595760" y="3252960"/>
            <a:chExt cx="556920" cy="200520"/>
          </a:xfrm>
        </p:grpSpPr>
        <p:sp>
          <p:nvSpPr>
            <p:cNvPr id="3853" name=""/>
            <p:cNvSpPr/>
            <p:nvPr/>
          </p:nvSpPr>
          <p:spPr>
            <a:xfrm>
              <a:off x="4595760" y="327672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4" name=""/>
            <p:cNvSpPr/>
            <p:nvPr/>
          </p:nvSpPr>
          <p:spPr>
            <a:xfrm>
              <a:off x="4658040" y="3252960"/>
              <a:ext cx="494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WW501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5" name=""/>
          <p:cNvGrpSpPr/>
          <p:nvPr/>
        </p:nvGrpSpPr>
        <p:grpSpPr>
          <a:xfrm>
            <a:off x="4656240" y="2752560"/>
            <a:ext cx="552960" cy="200520"/>
            <a:chOff x="4656240" y="2752560"/>
            <a:chExt cx="552960" cy="200520"/>
          </a:xfrm>
        </p:grpSpPr>
        <p:sp>
          <p:nvSpPr>
            <p:cNvPr id="3856" name=""/>
            <p:cNvSpPr/>
            <p:nvPr/>
          </p:nvSpPr>
          <p:spPr>
            <a:xfrm>
              <a:off x="4656240" y="276552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7" name=""/>
            <p:cNvSpPr/>
            <p:nvPr/>
          </p:nvSpPr>
          <p:spPr>
            <a:xfrm>
              <a:off x="4763160" y="2752560"/>
              <a:ext cx="446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OSTIS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8" name=""/>
          <p:cNvGrpSpPr/>
          <p:nvPr/>
        </p:nvGrpSpPr>
        <p:grpSpPr>
          <a:xfrm>
            <a:off x="4735440" y="2459160"/>
            <a:ext cx="558000" cy="200520"/>
            <a:chOff x="4735440" y="2459160"/>
            <a:chExt cx="558000" cy="200520"/>
          </a:xfrm>
        </p:grpSpPr>
        <p:sp>
          <p:nvSpPr>
            <p:cNvPr id="3859" name=""/>
            <p:cNvSpPr/>
            <p:nvPr/>
          </p:nvSpPr>
          <p:spPr>
            <a:xfrm>
              <a:off x="4735440" y="2471760"/>
              <a:ext cx="101520" cy="101520"/>
            </a:xfrm>
            <a:prstGeom prst="ellipse">
              <a:avLst/>
            </a:prstGeom>
            <a:solidFill>
              <a:srgbClr val="f28c18"/>
            </a:solidFill>
            <a:ln w="9360">
              <a:solidFill>
                <a:srgbClr val="f28c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5200" bIns="252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0" name=""/>
            <p:cNvSpPr/>
            <p:nvPr/>
          </p:nvSpPr>
          <p:spPr>
            <a:xfrm>
              <a:off x="4838400" y="24591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290OB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1" name=""/>
          <p:cNvGrpSpPr/>
          <p:nvPr/>
        </p:nvGrpSpPr>
        <p:grpSpPr>
          <a:xfrm>
            <a:off x="4668840" y="2257560"/>
            <a:ext cx="537120" cy="200520"/>
            <a:chOff x="4668840" y="2257560"/>
            <a:chExt cx="537120" cy="200520"/>
          </a:xfrm>
        </p:grpSpPr>
        <p:sp>
          <p:nvSpPr>
            <p:cNvPr id="3862" name=""/>
            <p:cNvSpPr/>
            <p:nvPr/>
          </p:nvSpPr>
          <p:spPr>
            <a:xfrm>
              <a:off x="4668840" y="2279520"/>
              <a:ext cx="81000" cy="828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2240" bIns="122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3" name=""/>
            <p:cNvSpPr/>
            <p:nvPr/>
          </p:nvSpPr>
          <p:spPr>
            <a:xfrm>
              <a:off x="4750920" y="2257560"/>
              <a:ext cx="4550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258OB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4" name=""/>
          <p:cNvGrpSpPr/>
          <p:nvPr/>
        </p:nvGrpSpPr>
        <p:grpSpPr>
          <a:xfrm>
            <a:off x="4545000" y="2189160"/>
            <a:ext cx="482040" cy="200520"/>
            <a:chOff x="4545000" y="2189160"/>
            <a:chExt cx="482040" cy="200520"/>
          </a:xfrm>
        </p:grpSpPr>
        <p:sp>
          <p:nvSpPr>
            <p:cNvPr id="3865" name=""/>
            <p:cNvSpPr/>
            <p:nvPr/>
          </p:nvSpPr>
          <p:spPr>
            <a:xfrm>
              <a:off x="4545000" y="221148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6" name=""/>
            <p:cNvSpPr/>
            <p:nvPr/>
          </p:nvSpPr>
          <p:spPr>
            <a:xfrm>
              <a:off x="4631400" y="2189160"/>
              <a:ext cx="395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CF24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7" name=""/>
          <p:cNvGrpSpPr/>
          <p:nvPr/>
        </p:nvGrpSpPr>
        <p:grpSpPr>
          <a:xfrm>
            <a:off x="4494240" y="2219400"/>
            <a:ext cx="477360" cy="200520"/>
            <a:chOff x="4494240" y="2219400"/>
            <a:chExt cx="477360" cy="200520"/>
          </a:xfrm>
        </p:grpSpPr>
        <p:sp>
          <p:nvSpPr>
            <p:cNvPr id="3868" name=""/>
            <p:cNvSpPr/>
            <p:nvPr/>
          </p:nvSpPr>
          <p:spPr>
            <a:xfrm>
              <a:off x="4494240" y="2243160"/>
              <a:ext cx="81000" cy="81000"/>
            </a:xfrm>
            <a:prstGeom prst="ellipse">
              <a:avLst/>
            </a:prstGeom>
            <a:solidFill>
              <a:srgbClr val="334d73"/>
            </a:solidFill>
            <a:ln w="9360">
              <a:solidFill>
                <a:srgbClr val="334d7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0440" bIns="1044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9" name=""/>
            <p:cNvSpPr/>
            <p:nvPr/>
          </p:nvSpPr>
          <p:spPr>
            <a:xfrm>
              <a:off x="4584960" y="2219400"/>
              <a:ext cx="386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282d37"/>
                  </a:solidFill>
                  <a:latin typeface="Arial"/>
                </a:rPr>
                <a:t>FF24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0" name=""/>
          <p:cNvGrpSpPr/>
          <p:nvPr/>
        </p:nvGrpSpPr>
        <p:grpSpPr>
          <a:xfrm>
            <a:off x="4218120" y="2376360"/>
            <a:ext cx="543240" cy="200520"/>
            <a:chOff x="4218120" y="2376360"/>
            <a:chExt cx="543240" cy="200520"/>
          </a:xfrm>
        </p:grpSpPr>
        <p:sp>
          <p:nvSpPr>
            <p:cNvPr id="3871" name=""/>
            <p:cNvSpPr/>
            <p:nvPr/>
          </p:nvSpPr>
          <p:spPr>
            <a:xfrm>
              <a:off x="4218120" y="2376360"/>
              <a:ext cx="126720" cy="127080"/>
            </a:xfrm>
            <a:prstGeom prst="ellipse">
              <a:avLst/>
            </a:prstGeom>
            <a:solidFill>
              <a:srgbClr val="d93333"/>
            </a:solidFill>
            <a:ln w="9360">
              <a:solidFill>
                <a:srgbClr val="d933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3560" bIns="435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2" name=""/>
            <p:cNvSpPr/>
            <p:nvPr/>
          </p:nvSpPr>
          <p:spPr>
            <a:xfrm>
              <a:off x="4335120" y="2376360"/>
              <a:ext cx="4262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700" spc="-1" strike="noStrike">
                  <a:solidFill>
                    <a:srgbClr val="282d37"/>
                  </a:solidFill>
                  <a:latin typeface="Arial"/>
                </a:rPr>
                <a:t>RW24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3" name=""/>
          <p:cNvGrpSpPr/>
          <p:nvPr/>
        </p:nvGrpSpPr>
        <p:grpSpPr>
          <a:xfrm>
            <a:off x="4970520" y="736560"/>
            <a:ext cx="468720" cy="200520"/>
            <a:chOff x="4970520" y="736560"/>
            <a:chExt cx="468720" cy="200520"/>
          </a:xfrm>
        </p:grpSpPr>
        <p:sp>
          <p:nvSpPr>
            <p:cNvPr id="3874" name=""/>
            <p:cNvSpPr/>
            <p:nvPr/>
          </p:nvSpPr>
          <p:spPr>
            <a:xfrm>
              <a:off x="4970520" y="7509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5" name=""/>
            <p:cNvSpPr/>
            <p:nvPr/>
          </p:nvSpPr>
          <p:spPr>
            <a:xfrm>
              <a:off x="5101560" y="7365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6" name=""/>
          <p:cNvGrpSpPr/>
          <p:nvPr/>
        </p:nvGrpSpPr>
        <p:grpSpPr>
          <a:xfrm>
            <a:off x="5638680" y="5486400"/>
            <a:ext cx="461520" cy="200520"/>
            <a:chOff x="5638680" y="5486400"/>
            <a:chExt cx="461520" cy="200520"/>
          </a:xfrm>
        </p:grpSpPr>
        <p:sp>
          <p:nvSpPr>
            <p:cNvPr id="3877" name=""/>
            <p:cNvSpPr/>
            <p:nvPr/>
          </p:nvSpPr>
          <p:spPr>
            <a:xfrm>
              <a:off x="5638680" y="550224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8" name=""/>
            <p:cNvSpPr/>
            <p:nvPr/>
          </p:nvSpPr>
          <p:spPr>
            <a:xfrm>
              <a:off x="5762520" y="5486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79" name=""/>
          <p:cNvGrpSpPr/>
          <p:nvPr/>
        </p:nvGrpSpPr>
        <p:grpSpPr>
          <a:xfrm>
            <a:off x="5105520" y="6400800"/>
            <a:ext cx="461520" cy="200520"/>
            <a:chOff x="5105520" y="6400800"/>
            <a:chExt cx="461520" cy="200520"/>
          </a:xfrm>
        </p:grpSpPr>
        <p:sp>
          <p:nvSpPr>
            <p:cNvPr id="3880" name=""/>
            <p:cNvSpPr/>
            <p:nvPr/>
          </p:nvSpPr>
          <p:spPr>
            <a:xfrm>
              <a:off x="5105520" y="64152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1" name=""/>
            <p:cNvSpPr/>
            <p:nvPr/>
          </p:nvSpPr>
          <p:spPr>
            <a:xfrm>
              <a:off x="5229360" y="64008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2" name=""/>
          <p:cNvGrpSpPr/>
          <p:nvPr/>
        </p:nvGrpSpPr>
        <p:grpSpPr>
          <a:xfrm>
            <a:off x="4083120" y="744480"/>
            <a:ext cx="468720" cy="200520"/>
            <a:chOff x="4083120" y="744480"/>
            <a:chExt cx="468720" cy="200520"/>
          </a:xfrm>
        </p:grpSpPr>
        <p:sp>
          <p:nvSpPr>
            <p:cNvPr id="3883" name=""/>
            <p:cNvSpPr/>
            <p:nvPr/>
          </p:nvSpPr>
          <p:spPr>
            <a:xfrm>
              <a:off x="4083120" y="7603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4" name=""/>
            <p:cNvSpPr/>
            <p:nvPr/>
          </p:nvSpPr>
          <p:spPr>
            <a:xfrm>
              <a:off x="4214160" y="7444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5" name=""/>
          <p:cNvGrpSpPr/>
          <p:nvPr/>
        </p:nvGrpSpPr>
        <p:grpSpPr>
          <a:xfrm>
            <a:off x="5099040" y="1630440"/>
            <a:ext cx="461520" cy="200520"/>
            <a:chOff x="5099040" y="1630440"/>
            <a:chExt cx="461520" cy="200520"/>
          </a:xfrm>
        </p:grpSpPr>
        <p:sp>
          <p:nvSpPr>
            <p:cNvPr id="3886" name=""/>
            <p:cNvSpPr/>
            <p:nvPr/>
          </p:nvSpPr>
          <p:spPr>
            <a:xfrm>
              <a:off x="5099040" y="164448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7" name=""/>
            <p:cNvSpPr/>
            <p:nvPr/>
          </p:nvSpPr>
          <p:spPr>
            <a:xfrm>
              <a:off x="5222880" y="163044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88" name=""/>
          <p:cNvGrpSpPr/>
          <p:nvPr/>
        </p:nvGrpSpPr>
        <p:grpSpPr>
          <a:xfrm>
            <a:off x="3200400" y="3276720"/>
            <a:ext cx="461520" cy="200520"/>
            <a:chOff x="3200400" y="3276720"/>
            <a:chExt cx="461520" cy="200520"/>
          </a:xfrm>
        </p:grpSpPr>
        <p:sp>
          <p:nvSpPr>
            <p:cNvPr id="3889" name=""/>
            <p:cNvSpPr/>
            <p:nvPr/>
          </p:nvSpPr>
          <p:spPr>
            <a:xfrm>
              <a:off x="3200400" y="3292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0" name=""/>
            <p:cNvSpPr/>
            <p:nvPr/>
          </p:nvSpPr>
          <p:spPr>
            <a:xfrm>
              <a:off x="3324240" y="32767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1" name=""/>
          <p:cNvGrpSpPr/>
          <p:nvPr/>
        </p:nvGrpSpPr>
        <p:grpSpPr>
          <a:xfrm>
            <a:off x="1828800" y="2438280"/>
            <a:ext cx="459720" cy="200520"/>
            <a:chOff x="1828800" y="2438280"/>
            <a:chExt cx="459720" cy="200520"/>
          </a:xfrm>
        </p:grpSpPr>
        <p:sp>
          <p:nvSpPr>
            <p:cNvPr id="3892" name=""/>
            <p:cNvSpPr/>
            <p:nvPr/>
          </p:nvSpPr>
          <p:spPr>
            <a:xfrm>
              <a:off x="1828800" y="2454480"/>
              <a:ext cx="950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3" name=""/>
            <p:cNvSpPr/>
            <p:nvPr/>
          </p:nvSpPr>
          <p:spPr>
            <a:xfrm>
              <a:off x="1950840" y="24382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4" name=""/>
          <p:cNvGrpSpPr/>
          <p:nvPr/>
        </p:nvGrpSpPr>
        <p:grpSpPr>
          <a:xfrm>
            <a:off x="2971800" y="5334120"/>
            <a:ext cx="460080" cy="200520"/>
            <a:chOff x="2971800" y="5334120"/>
            <a:chExt cx="460080" cy="200520"/>
          </a:xfrm>
        </p:grpSpPr>
        <p:sp>
          <p:nvSpPr>
            <p:cNvPr id="3895" name=""/>
            <p:cNvSpPr/>
            <p:nvPr/>
          </p:nvSpPr>
          <p:spPr>
            <a:xfrm>
              <a:off x="2971800" y="53499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6" name=""/>
            <p:cNvSpPr/>
            <p:nvPr/>
          </p:nvSpPr>
          <p:spPr>
            <a:xfrm>
              <a:off x="3094200" y="5334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7" name=""/>
          <p:cNvGrpSpPr/>
          <p:nvPr/>
        </p:nvGrpSpPr>
        <p:grpSpPr>
          <a:xfrm>
            <a:off x="6934320" y="1143000"/>
            <a:ext cx="461520" cy="200520"/>
            <a:chOff x="6934320" y="1143000"/>
            <a:chExt cx="461520" cy="200520"/>
          </a:xfrm>
        </p:grpSpPr>
        <p:sp>
          <p:nvSpPr>
            <p:cNvPr id="3898" name=""/>
            <p:cNvSpPr/>
            <p:nvPr/>
          </p:nvSpPr>
          <p:spPr>
            <a:xfrm>
              <a:off x="6934320" y="11588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9" name=""/>
            <p:cNvSpPr/>
            <p:nvPr/>
          </p:nvSpPr>
          <p:spPr>
            <a:xfrm>
              <a:off x="705816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V59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0" name=""/>
          <p:cNvGrpSpPr/>
          <p:nvPr/>
        </p:nvGrpSpPr>
        <p:grpSpPr>
          <a:xfrm>
            <a:off x="1752480" y="5105520"/>
            <a:ext cx="460080" cy="200520"/>
            <a:chOff x="1752480" y="5105520"/>
            <a:chExt cx="460080" cy="200520"/>
          </a:xfrm>
        </p:grpSpPr>
        <p:sp>
          <p:nvSpPr>
            <p:cNvPr id="3901" name=""/>
            <p:cNvSpPr/>
            <p:nvPr/>
          </p:nvSpPr>
          <p:spPr>
            <a:xfrm>
              <a:off x="1752480" y="5121360"/>
              <a:ext cx="950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2" name=""/>
            <p:cNvSpPr/>
            <p:nvPr/>
          </p:nvSpPr>
          <p:spPr>
            <a:xfrm>
              <a:off x="1874880" y="51055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3" name=""/>
          <p:cNvGrpSpPr/>
          <p:nvPr/>
        </p:nvGrpSpPr>
        <p:grpSpPr>
          <a:xfrm>
            <a:off x="5486400" y="3200400"/>
            <a:ext cx="461520" cy="200520"/>
            <a:chOff x="5486400" y="3200400"/>
            <a:chExt cx="461520" cy="200520"/>
          </a:xfrm>
        </p:grpSpPr>
        <p:sp>
          <p:nvSpPr>
            <p:cNvPr id="3904" name=""/>
            <p:cNvSpPr/>
            <p:nvPr/>
          </p:nvSpPr>
          <p:spPr>
            <a:xfrm>
              <a:off x="5486400" y="321624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5" name=""/>
            <p:cNvSpPr/>
            <p:nvPr/>
          </p:nvSpPr>
          <p:spPr>
            <a:xfrm>
              <a:off x="5610240" y="32004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V61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6" name=""/>
          <p:cNvGrpSpPr/>
          <p:nvPr/>
        </p:nvGrpSpPr>
        <p:grpSpPr>
          <a:xfrm>
            <a:off x="3581280" y="2743200"/>
            <a:ext cx="461880" cy="200520"/>
            <a:chOff x="3581280" y="2743200"/>
            <a:chExt cx="461880" cy="200520"/>
          </a:xfrm>
        </p:grpSpPr>
        <p:sp>
          <p:nvSpPr>
            <p:cNvPr id="3907" name=""/>
            <p:cNvSpPr/>
            <p:nvPr/>
          </p:nvSpPr>
          <p:spPr>
            <a:xfrm>
              <a:off x="3581280" y="275760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8" name=""/>
            <p:cNvSpPr/>
            <p:nvPr/>
          </p:nvSpPr>
          <p:spPr>
            <a:xfrm>
              <a:off x="3705480" y="2743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V62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09" name=""/>
          <p:cNvGrpSpPr/>
          <p:nvPr/>
        </p:nvGrpSpPr>
        <p:grpSpPr>
          <a:xfrm>
            <a:off x="4089240" y="5751360"/>
            <a:ext cx="469080" cy="200520"/>
            <a:chOff x="4089240" y="5751360"/>
            <a:chExt cx="469080" cy="200520"/>
          </a:xfrm>
        </p:grpSpPr>
        <p:sp>
          <p:nvSpPr>
            <p:cNvPr id="3910" name=""/>
            <p:cNvSpPr/>
            <p:nvPr/>
          </p:nvSpPr>
          <p:spPr>
            <a:xfrm>
              <a:off x="4089240" y="57675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1" name=""/>
            <p:cNvSpPr/>
            <p:nvPr/>
          </p:nvSpPr>
          <p:spPr>
            <a:xfrm>
              <a:off x="4220640" y="575136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V63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2" name=""/>
          <p:cNvGrpSpPr/>
          <p:nvPr/>
        </p:nvGrpSpPr>
        <p:grpSpPr>
          <a:xfrm>
            <a:off x="5791320" y="4648320"/>
            <a:ext cx="461520" cy="200520"/>
            <a:chOff x="5791320" y="4648320"/>
            <a:chExt cx="461520" cy="200520"/>
          </a:xfrm>
        </p:grpSpPr>
        <p:sp>
          <p:nvSpPr>
            <p:cNvPr id="3913" name=""/>
            <p:cNvSpPr/>
            <p:nvPr/>
          </p:nvSpPr>
          <p:spPr>
            <a:xfrm>
              <a:off x="5791320" y="4662360"/>
              <a:ext cx="96840" cy="964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600" bIns="216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4" name=""/>
            <p:cNvSpPr/>
            <p:nvPr/>
          </p:nvSpPr>
          <p:spPr>
            <a:xfrm>
              <a:off x="5915160" y="46483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V64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5" name=""/>
          <p:cNvGrpSpPr/>
          <p:nvPr/>
        </p:nvGrpSpPr>
        <p:grpSpPr>
          <a:xfrm>
            <a:off x="3200400" y="2209680"/>
            <a:ext cx="461520" cy="200520"/>
            <a:chOff x="3200400" y="2209680"/>
            <a:chExt cx="461520" cy="200520"/>
          </a:xfrm>
        </p:grpSpPr>
        <p:sp>
          <p:nvSpPr>
            <p:cNvPr id="3916" name=""/>
            <p:cNvSpPr/>
            <p:nvPr/>
          </p:nvSpPr>
          <p:spPr>
            <a:xfrm>
              <a:off x="3200400" y="222372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7" name=""/>
            <p:cNvSpPr/>
            <p:nvPr/>
          </p:nvSpPr>
          <p:spPr>
            <a:xfrm>
              <a:off x="3324240" y="22096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V65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18" name=""/>
          <p:cNvGrpSpPr/>
          <p:nvPr/>
        </p:nvGrpSpPr>
        <p:grpSpPr>
          <a:xfrm>
            <a:off x="5410080" y="2239920"/>
            <a:ext cx="461520" cy="200520"/>
            <a:chOff x="5410080" y="2239920"/>
            <a:chExt cx="461520" cy="200520"/>
          </a:xfrm>
        </p:grpSpPr>
        <p:sp>
          <p:nvSpPr>
            <p:cNvPr id="3919" name=""/>
            <p:cNvSpPr/>
            <p:nvPr/>
          </p:nvSpPr>
          <p:spPr>
            <a:xfrm>
              <a:off x="5410080" y="2255760"/>
              <a:ext cx="9684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0" name=""/>
            <p:cNvSpPr/>
            <p:nvPr/>
          </p:nvSpPr>
          <p:spPr>
            <a:xfrm>
              <a:off x="5533920" y="22399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V66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1" name=""/>
          <p:cNvGrpSpPr/>
          <p:nvPr/>
        </p:nvGrpSpPr>
        <p:grpSpPr>
          <a:xfrm>
            <a:off x="3048120" y="1143000"/>
            <a:ext cx="461160" cy="200520"/>
            <a:chOff x="3048120" y="1143000"/>
            <a:chExt cx="461160" cy="200520"/>
          </a:xfrm>
        </p:grpSpPr>
        <p:sp>
          <p:nvSpPr>
            <p:cNvPr id="3922" name=""/>
            <p:cNvSpPr/>
            <p:nvPr/>
          </p:nvSpPr>
          <p:spPr>
            <a:xfrm>
              <a:off x="3048120" y="1158840"/>
              <a:ext cx="96480" cy="968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1960" bIns="2196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3" name=""/>
            <p:cNvSpPr/>
            <p:nvPr/>
          </p:nvSpPr>
          <p:spPr>
            <a:xfrm>
              <a:off x="3171600" y="11430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V67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4" name=""/>
          <p:cNvGrpSpPr/>
          <p:nvPr/>
        </p:nvGrpSpPr>
        <p:grpSpPr>
          <a:xfrm>
            <a:off x="5479920" y="3886200"/>
            <a:ext cx="461520" cy="200520"/>
            <a:chOff x="5479920" y="3886200"/>
            <a:chExt cx="461520" cy="200520"/>
          </a:xfrm>
        </p:grpSpPr>
        <p:sp>
          <p:nvSpPr>
            <p:cNvPr id="3925" name=""/>
            <p:cNvSpPr/>
            <p:nvPr/>
          </p:nvSpPr>
          <p:spPr>
            <a:xfrm>
              <a:off x="5479920" y="3902040"/>
              <a:ext cx="96840" cy="9468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520" bIns="2052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6" name=""/>
            <p:cNvSpPr/>
            <p:nvPr/>
          </p:nvSpPr>
          <p:spPr>
            <a:xfrm>
              <a:off x="5603760" y="388620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V68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7" name=""/>
          <p:cNvGrpSpPr/>
          <p:nvPr/>
        </p:nvGrpSpPr>
        <p:grpSpPr>
          <a:xfrm>
            <a:off x="7315200" y="3124080"/>
            <a:ext cx="461880" cy="200520"/>
            <a:chOff x="7315200" y="3124080"/>
            <a:chExt cx="461880" cy="200520"/>
          </a:xfrm>
        </p:grpSpPr>
        <p:sp>
          <p:nvSpPr>
            <p:cNvPr id="3928" name=""/>
            <p:cNvSpPr/>
            <p:nvPr/>
          </p:nvSpPr>
          <p:spPr>
            <a:xfrm>
              <a:off x="7315200" y="313992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9" name=""/>
            <p:cNvSpPr/>
            <p:nvPr/>
          </p:nvSpPr>
          <p:spPr>
            <a:xfrm>
              <a:off x="7439400" y="312408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V69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30" name=""/>
          <p:cNvGrpSpPr/>
          <p:nvPr/>
        </p:nvGrpSpPr>
        <p:grpSpPr>
          <a:xfrm>
            <a:off x="3352680" y="4191120"/>
            <a:ext cx="461520" cy="200520"/>
            <a:chOff x="3352680" y="4191120"/>
            <a:chExt cx="461520" cy="200520"/>
          </a:xfrm>
        </p:grpSpPr>
        <p:sp>
          <p:nvSpPr>
            <p:cNvPr id="3931" name=""/>
            <p:cNvSpPr/>
            <p:nvPr/>
          </p:nvSpPr>
          <p:spPr>
            <a:xfrm>
              <a:off x="3352680" y="4206960"/>
              <a:ext cx="96840" cy="95040"/>
            </a:xfrm>
            <a:prstGeom prst="ellipse">
              <a:avLst/>
            </a:prstGeom>
            <a:solidFill>
              <a:srgbClr val="b380d9"/>
            </a:solidFill>
            <a:ln w="9360">
              <a:solidFill>
                <a:srgbClr val="5926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20880" bIns="2088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2" name=""/>
            <p:cNvSpPr/>
            <p:nvPr/>
          </p:nvSpPr>
          <p:spPr>
            <a:xfrm>
              <a:off x="3476520" y="4191120"/>
              <a:ext cx="33768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700" spc="-1" strike="noStrike">
                  <a:solidFill>
                    <a:srgbClr val="7326a6"/>
                  </a:solidFill>
                  <a:latin typeface="Arial"/>
                </a:rPr>
                <a:t>V70</a:t>
              </a:r>
              <a:endParaRPr b="0" lang="en-US" sz="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33" name="Rounded Rectangle 3932"/>
          <p:cNvSpPr/>
          <p:nvPr/>
        </p:nvSpPr>
        <p:spPr>
          <a:xfrm>
            <a:off x="80000" y="80000"/>
            <a:ext cx="2900000" cy="22000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E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KIRMIZI  =  mevcut virtual point (V51–V70)</a:t>
            </a:r>
          </a:p>
        </p:txBody>
      </p:sp>
      <p:sp>
        <p:nvSpPr>
          <p:cNvPr id="3934" name="Oval 3933"/>
          <p:cNvSpPr/>
          <p:nvPr/>
        </p:nvSpPr>
        <p:spPr>
          <a:xfrm>
            <a:off x="4858938" y="6393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Oval 3934"/>
          <p:cNvSpPr/>
          <p:nvPr/>
        </p:nvSpPr>
        <p:spPr>
          <a:xfrm>
            <a:off x="4898938" y="6793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3936" name="Rounded Rectangle 3935"/>
          <p:cNvSpPr/>
          <p:nvPr/>
        </p:nvSpPr>
        <p:spPr>
          <a:xfrm>
            <a:off x="5168938" y="6993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V51</a:t>
            </a:r>
          </a:p>
        </p:txBody>
      </p:sp>
      <p:sp>
        <p:nvSpPr>
          <p:cNvPr id="3937" name="Oval 3936"/>
          <p:cNvSpPr/>
          <p:nvPr/>
        </p:nvSpPr>
        <p:spPr>
          <a:xfrm>
            <a:off x="5527098" y="5390484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Oval 3937"/>
          <p:cNvSpPr/>
          <p:nvPr/>
        </p:nvSpPr>
        <p:spPr>
          <a:xfrm>
            <a:off x="5567098" y="5430484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3939" name="Rounded Rectangle 3938"/>
          <p:cNvSpPr/>
          <p:nvPr/>
        </p:nvSpPr>
        <p:spPr>
          <a:xfrm>
            <a:off x="5837098" y="5450484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V52</a:t>
            </a:r>
          </a:p>
        </p:txBody>
      </p:sp>
      <p:sp>
        <p:nvSpPr>
          <p:cNvPr id="3940" name="Oval 3939"/>
          <p:cNvSpPr/>
          <p:nvPr/>
        </p:nvSpPr>
        <p:spPr>
          <a:xfrm>
            <a:off x="4993935" y="63036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Oval 3940"/>
          <p:cNvSpPr/>
          <p:nvPr/>
        </p:nvSpPr>
        <p:spPr>
          <a:xfrm>
            <a:off x="5033935" y="63436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3942" name="Rounded Rectangle 3941"/>
          <p:cNvSpPr/>
          <p:nvPr/>
        </p:nvSpPr>
        <p:spPr>
          <a:xfrm>
            <a:off x="5303935" y="63636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V53</a:t>
            </a:r>
          </a:p>
        </p:txBody>
      </p:sp>
      <p:sp>
        <p:nvSpPr>
          <p:cNvPr id="3943" name="Oval 3942"/>
          <p:cNvSpPr/>
          <p:nvPr/>
        </p:nvSpPr>
        <p:spPr>
          <a:xfrm>
            <a:off x="3971542" y="64873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Oval 3943"/>
          <p:cNvSpPr/>
          <p:nvPr/>
        </p:nvSpPr>
        <p:spPr>
          <a:xfrm>
            <a:off x="4011542" y="68873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3945" name="Rounded Rectangle 3944"/>
          <p:cNvSpPr/>
          <p:nvPr/>
        </p:nvSpPr>
        <p:spPr>
          <a:xfrm>
            <a:off x="4281542" y="70873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V54</a:t>
            </a:r>
          </a:p>
        </p:txBody>
      </p:sp>
      <p:sp>
        <p:nvSpPr>
          <p:cNvPr id="3946" name="Oval 3945"/>
          <p:cNvSpPr/>
          <p:nvPr/>
        </p:nvSpPr>
        <p:spPr>
          <a:xfrm>
            <a:off x="4987455" y="153290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Oval 3946"/>
          <p:cNvSpPr/>
          <p:nvPr/>
        </p:nvSpPr>
        <p:spPr>
          <a:xfrm>
            <a:off x="5027455" y="157290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3948" name="Rounded Rectangle 3947"/>
          <p:cNvSpPr/>
          <p:nvPr/>
        </p:nvSpPr>
        <p:spPr>
          <a:xfrm>
            <a:off x="5297455" y="159290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V55</a:t>
            </a:r>
          </a:p>
        </p:txBody>
      </p:sp>
      <p:sp>
        <p:nvSpPr>
          <p:cNvPr id="3949" name="Oval 3948"/>
          <p:cNvSpPr/>
          <p:nvPr/>
        </p:nvSpPr>
        <p:spPr>
          <a:xfrm>
            <a:off x="3088819" y="3180985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Oval 3949"/>
          <p:cNvSpPr/>
          <p:nvPr/>
        </p:nvSpPr>
        <p:spPr>
          <a:xfrm>
            <a:off x="3128819" y="3220985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3951" name="Rounded Rectangle 3950"/>
          <p:cNvSpPr/>
          <p:nvPr/>
        </p:nvSpPr>
        <p:spPr>
          <a:xfrm>
            <a:off x="3398819" y="3240985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V56</a:t>
            </a:r>
          </a:p>
        </p:txBody>
      </p:sp>
      <p:sp>
        <p:nvSpPr>
          <p:cNvPr id="3952" name="Oval 3951"/>
          <p:cNvSpPr/>
          <p:nvPr/>
        </p:nvSpPr>
        <p:spPr>
          <a:xfrm>
            <a:off x="1716317" y="234200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Oval 3952"/>
          <p:cNvSpPr/>
          <p:nvPr/>
        </p:nvSpPr>
        <p:spPr>
          <a:xfrm>
            <a:off x="1756317" y="238200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3954" name="Rounded Rectangle 3953"/>
          <p:cNvSpPr/>
          <p:nvPr/>
        </p:nvSpPr>
        <p:spPr>
          <a:xfrm>
            <a:off x="2026317" y="240200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V57</a:t>
            </a:r>
          </a:p>
        </p:txBody>
      </p:sp>
      <p:sp>
        <p:nvSpPr>
          <p:cNvPr id="3955" name="Oval 3954"/>
          <p:cNvSpPr/>
          <p:nvPr/>
        </p:nvSpPr>
        <p:spPr>
          <a:xfrm>
            <a:off x="2859320" y="52383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Oval 3955"/>
          <p:cNvSpPr/>
          <p:nvPr/>
        </p:nvSpPr>
        <p:spPr>
          <a:xfrm>
            <a:off x="2899320" y="52783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3957" name="Rounded Rectangle 3956"/>
          <p:cNvSpPr/>
          <p:nvPr/>
        </p:nvSpPr>
        <p:spPr>
          <a:xfrm>
            <a:off x="3169320" y="52983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V58</a:t>
            </a:r>
          </a:p>
        </p:txBody>
      </p:sp>
      <p:sp>
        <p:nvSpPr>
          <p:cNvPr id="3958" name="Oval 3957"/>
          <p:cNvSpPr/>
          <p:nvPr/>
        </p:nvSpPr>
        <p:spPr>
          <a:xfrm>
            <a:off x="6822738" y="10472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Oval 3958"/>
          <p:cNvSpPr/>
          <p:nvPr/>
        </p:nvSpPr>
        <p:spPr>
          <a:xfrm>
            <a:off x="6862738" y="10872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3960" name="Rounded Rectangle 3959"/>
          <p:cNvSpPr/>
          <p:nvPr/>
        </p:nvSpPr>
        <p:spPr>
          <a:xfrm>
            <a:off x="7132738" y="11072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V59</a:t>
            </a:r>
          </a:p>
        </p:txBody>
      </p:sp>
      <p:sp>
        <p:nvSpPr>
          <p:cNvPr id="3961" name="Oval 3960"/>
          <p:cNvSpPr/>
          <p:nvPr/>
        </p:nvSpPr>
        <p:spPr>
          <a:xfrm>
            <a:off x="1639998" y="50097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Oval 3961"/>
          <p:cNvSpPr/>
          <p:nvPr/>
        </p:nvSpPr>
        <p:spPr>
          <a:xfrm>
            <a:off x="1679998" y="50497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3963" name="Rounded Rectangle 3962"/>
          <p:cNvSpPr/>
          <p:nvPr/>
        </p:nvSpPr>
        <p:spPr>
          <a:xfrm>
            <a:off x="1949998" y="50697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V60</a:t>
            </a:r>
          </a:p>
        </p:txBody>
      </p:sp>
      <p:sp>
        <p:nvSpPr>
          <p:cNvPr id="3964" name="Oval 3963"/>
          <p:cNvSpPr/>
          <p:nvPr/>
        </p:nvSpPr>
        <p:spPr>
          <a:xfrm>
            <a:off x="5374817" y="3104658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Oval 3964"/>
          <p:cNvSpPr/>
          <p:nvPr/>
        </p:nvSpPr>
        <p:spPr>
          <a:xfrm>
            <a:off x="5414817" y="3144658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3966" name="Rounded Rectangle 3965"/>
          <p:cNvSpPr/>
          <p:nvPr/>
        </p:nvSpPr>
        <p:spPr>
          <a:xfrm>
            <a:off x="5684817" y="3164658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V61</a:t>
            </a:r>
          </a:p>
        </p:txBody>
      </p:sp>
      <p:sp>
        <p:nvSpPr>
          <p:cNvPr id="3967" name="Oval 3966"/>
          <p:cNvSpPr/>
          <p:nvPr/>
        </p:nvSpPr>
        <p:spPr>
          <a:xfrm>
            <a:off x="3469701" y="264602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Oval 3967"/>
          <p:cNvSpPr/>
          <p:nvPr/>
        </p:nvSpPr>
        <p:spPr>
          <a:xfrm>
            <a:off x="3509701" y="268602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969" name="Rounded Rectangle 3968"/>
          <p:cNvSpPr/>
          <p:nvPr/>
        </p:nvSpPr>
        <p:spPr>
          <a:xfrm>
            <a:off x="3779701" y="270602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V62</a:t>
            </a:r>
          </a:p>
        </p:txBody>
      </p:sp>
      <p:sp>
        <p:nvSpPr>
          <p:cNvPr id="3970" name="Oval 3969"/>
          <p:cNvSpPr/>
          <p:nvPr/>
        </p:nvSpPr>
        <p:spPr>
          <a:xfrm>
            <a:off x="3977658" y="565598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Oval 3970"/>
          <p:cNvSpPr/>
          <p:nvPr/>
        </p:nvSpPr>
        <p:spPr>
          <a:xfrm>
            <a:off x="4017658" y="569598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3972" name="Rounded Rectangle 3971"/>
          <p:cNvSpPr/>
          <p:nvPr/>
        </p:nvSpPr>
        <p:spPr>
          <a:xfrm>
            <a:off x="4287658" y="571598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V63</a:t>
            </a:r>
          </a:p>
        </p:txBody>
      </p:sp>
      <p:sp>
        <p:nvSpPr>
          <p:cNvPr id="3973" name="Oval 3972"/>
          <p:cNvSpPr/>
          <p:nvPr/>
        </p:nvSpPr>
        <p:spPr>
          <a:xfrm>
            <a:off x="5679736" y="4550603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Oval 3973"/>
          <p:cNvSpPr/>
          <p:nvPr/>
        </p:nvSpPr>
        <p:spPr>
          <a:xfrm>
            <a:off x="5719736" y="4590603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3975" name="Rounded Rectangle 3974"/>
          <p:cNvSpPr/>
          <p:nvPr/>
        </p:nvSpPr>
        <p:spPr>
          <a:xfrm>
            <a:off x="5989736" y="4610603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V64</a:t>
            </a:r>
          </a:p>
        </p:txBody>
      </p:sp>
      <p:sp>
        <p:nvSpPr>
          <p:cNvPr id="3976" name="Oval 3975"/>
          <p:cNvSpPr/>
          <p:nvPr/>
        </p:nvSpPr>
        <p:spPr>
          <a:xfrm>
            <a:off x="3088819" y="2112139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Oval 3976"/>
          <p:cNvSpPr/>
          <p:nvPr/>
        </p:nvSpPr>
        <p:spPr>
          <a:xfrm>
            <a:off x="3128819" y="2152139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3978" name="Rounded Rectangle 3977"/>
          <p:cNvSpPr/>
          <p:nvPr/>
        </p:nvSpPr>
        <p:spPr>
          <a:xfrm>
            <a:off x="3398819" y="2172139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V65</a:t>
            </a:r>
          </a:p>
        </p:txBody>
      </p:sp>
      <p:sp>
        <p:nvSpPr>
          <p:cNvPr id="3979" name="Oval 3978"/>
          <p:cNvSpPr/>
          <p:nvPr/>
        </p:nvSpPr>
        <p:spPr>
          <a:xfrm>
            <a:off x="5298498" y="21441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Oval 3979"/>
          <p:cNvSpPr/>
          <p:nvPr/>
        </p:nvSpPr>
        <p:spPr>
          <a:xfrm>
            <a:off x="5338498" y="21841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3981" name="Rounded Rectangle 3980"/>
          <p:cNvSpPr/>
          <p:nvPr/>
        </p:nvSpPr>
        <p:spPr>
          <a:xfrm>
            <a:off x="5608498" y="22041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V66</a:t>
            </a:r>
          </a:p>
        </p:txBody>
      </p:sp>
      <p:sp>
        <p:nvSpPr>
          <p:cNvPr id="3982" name="Oval 3981"/>
          <p:cNvSpPr/>
          <p:nvPr/>
        </p:nvSpPr>
        <p:spPr>
          <a:xfrm>
            <a:off x="2936360" y="1047261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Oval 3982"/>
          <p:cNvSpPr/>
          <p:nvPr/>
        </p:nvSpPr>
        <p:spPr>
          <a:xfrm>
            <a:off x="2976360" y="1087261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3984" name="Rounded Rectangle 3983"/>
          <p:cNvSpPr/>
          <p:nvPr/>
        </p:nvSpPr>
        <p:spPr>
          <a:xfrm>
            <a:off x="3246360" y="1107261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V67</a:t>
            </a:r>
          </a:p>
        </p:txBody>
      </p:sp>
      <p:sp>
        <p:nvSpPr>
          <p:cNvPr id="3985" name="Oval 3984"/>
          <p:cNvSpPr/>
          <p:nvPr/>
        </p:nvSpPr>
        <p:spPr>
          <a:xfrm>
            <a:off x="5368337" y="3789382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Oval 3985"/>
          <p:cNvSpPr/>
          <p:nvPr/>
        </p:nvSpPr>
        <p:spPr>
          <a:xfrm>
            <a:off x="5408337" y="3829382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3987" name="Rounded Rectangle 3986"/>
          <p:cNvSpPr/>
          <p:nvPr/>
        </p:nvSpPr>
        <p:spPr>
          <a:xfrm>
            <a:off x="5678337" y="3849382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V68</a:t>
            </a:r>
          </a:p>
        </p:txBody>
      </p:sp>
      <p:sp>
        <p:nvSpPr>
          <p:cNvPr id="3988" name="Oval 3987"/>
          <p:cNvSpPr/>
          <p:nvPr/>
        </p:nvSpPr>
        <p:spPr>
          <a:xfrm>
            <a:off x="7203620" y="302744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Oval 3988"/>
          <p:cNvSpPr/>
          <p:nvPr/>
        </p:nvSpPr>
        <p:spPr>
          <a:xfrm>
            <a:off x="7243620" y="306744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3990" name="Rounded Rectangle 3989"/>
          <p:cNvSpPr/>
          <p:nvPr/>
        </p:nvSpPr>
        <p:spPr>
          <a:xfrm>
            <a:off x="7513620" y="308744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V69</a:t>
            </a:r>
          </a:p>
        </p:txBody>
      </p:sp>
      <p:sp>
        <p:nvSpPr>
          <p:cNvPr id="3991" name="Oval 3990"/>
          <p:cNvSpPr/>
          <p:nvPr/>
        </p:nvSpPr>
        <p:spPr>
          <a:xfrm>
            <a:off x="3241101" y="4094480"/>
            <a:ext cx="320000" cy="320000"/>
          </a:xfrm>
          <a:prstGeom prst="ellipse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Oval 3991"/>
          <p:cNvSpPr/>
          <p:nvPr/>
        </p:nvSpPr>
        <p:spPr>
          <a:xfrm>
            <a:off x="3281101" y="4134480"/>
            <a:ext cx="240000" cy="240000"/>
          </a:xfrm>
          <a:prstGeom prst="ellipse">
            <a:avLst/>
          </a:prstGeom>
          <a:solidFill>
            <a:srgbClr val="E0101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3993" name="Rounded Rectangle 3992"/>
          <p:cNvSpPr/>
          <p:nvPr/>
        </p:nvSpPr>
        <p:spPr>
          <a:xfrm>
            <a:off x="3551101" y="4154480"/>
            <a:ext cx="420000" cy="200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2026-08-21T21:04:15Z</dcterms:created>
  <dc:creator>ada</dc:creator>
  <dc:description/>
  <dc:language>en-US</dc:language>
  <cp:lastModifiedBy>ada</cp:lastModifiedBy>
  <dcterms:modified xsi:type="dcterms:W3CDTF">2026-08-24T19:04:24Z</dcterms:modified>
  <cp:revision>45</cp:revision>
  <dc:subject/>
  <dc:title>Slide 1</dc:title>
</cp:coreProperties>
</file>