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0231819-1FD1-4949-B1E9-ECE0E0D1A90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ctr">
            <a:noAutofit/>
          </a:bodyPr>
          <a:p>
            <a:pPr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t">
            <a:normAutofit/>
          </a:bodyPr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2" marL="1143000" indent="-22860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3" marL="1600200" indent="-228600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4" marL="2057400" indent="-228600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5" marL="2057400" indent="-228600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6" marL="2057400" indent="-228600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456840" y="6244920"/>
            <a:ext cx="2133720" cy="47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t">
            <a:noAutofit/>
          </a:bodyPr>
          <a:lstStyle>
            <a:lvl1pPr indent="0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  <a:defRPr b="0" lang="en-US" sz="14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124080" y="6244920"/>
            <a:ext cx="2895840" cy="47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t">
            <a:noAutofit/>
          </a:bodyPr>
          <a:lstStyle>
            <a:lvl1pPr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  <a:defRPr b="0" lang="en-US" sz="14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6552720" y="6244920"/>
            <a:ext cx="2133720" cy="47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t">
            <a:noAutofit/>
          </a:bodyPr>
          <a:lstStyle>
            <a:lvl1pPr indent="0" algn="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  <a:defRPr b="0" lang="en-US" sz="14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fld id="{5BFF205A-90A6-4AAB-A536-500B6F253FD8}" type="slidenum">
              <a:rPr b="0" lang="en-US" sz="1400" spc="-1" strike="noStrike">
                <a:solidFill>
                  <a:srgbClr val="000000"/>
                </a:solidFill>
                <a:latin typeface="Arial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"/>
          <p:cNvSpPr/>
          <p:nvPr/>
        </p:nvSpPr>
        <p:spPr>
          <a:xfrm>
            <a:off x="126360" y="50760"/>
            <a:ext cx="296208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1: EDDV | RWY 27R | STAR ELNA2P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"/>
          <p:cNvSpPr/>
          <p:nvPr/>
        </p:nvSpPr>
        <p:spPr>
          <a:xfrm flipV="1">
            <a:off x="3414600" y="3560760"/>
            <a:ext cx="155520" cy="17748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"/>
          <p:cNvSpPr/>
          <p:nvPr/>
        </p:nvSpPr>
        <p:spPr>
          <a:xfrm flipV="1">
            <a:off x="3570120" y="2674440"/>
            <a:ext cx="93960" cy="8859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"/>
          <p:cNvSpPr/>
          <p:nvPr/>
        </p:nvSpPr>
        <p:spPr>
          <a:xfrm>
            <a:off x="3664080" y="2674800"/>
            <a:ext cx="890280" cy="144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0" bIns="-324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"/>
          <p:cNvSpPr/>
          <p:nvPr/>
        </p:nvSpPr>
        <p:spPr>
          <a:xfrm>
            <a:off x="4554360" y="2689200"/>
            <a:ext cx="890640" cy="15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0960" bIns="-309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"/>
          <p:cNvSpPr/>
          <p:nvPr/>
        </p:nvSpPr>
        <p:spPr>
          <a:xfrm>
            <a:off x="5445000" y="2705040"/>
            <a:ext cx="890640" cy="15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0960" bIns="-309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"/>
          <p:cNvSpPr/>
          <p:nvPr/>
        </p:nvSpPr>
        <p:spPr>
          <a:xfrm>
            <a:off x="6335640" y="2720880"/>
            <a:ext cx="890640" cy="15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0960" bIns="-309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 flipV="1">
            <a:off x="7226280" y="1846080"/>
            <a:ext cx="15840" cy="890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 flipH="1" flipV="1">
            <a:off x="6351480" y="1829880"/>
            <a:ext cx="890640" cy="162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0600" bIns="-306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 flipH="1" flipV="1">
            <a:off x="5460840" y="1814400"/>
            <a:ext cx="890640" cy="15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0960" bIns="-309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 flipH="1" flipV="1">
            <a:off x="4568760" y="1798560"/>
            <a:ext cx="892080" cy="15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0960" bIns="-309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 flipH="1" flipV="1">
            <a:off x="3683160" y="1704960"/>
            <a:ext cx="885600" cy="93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 flipH="1" flipV="1">
            <a:off x="2792520" y="1690560"/>
            <a:ext cx="890640" cy="144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0" bIns="-324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 flipH="1" flipV="1">
            <a:off x="1901880" y="1674720"/>
            <a:ext cx="890640" cy="15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0960" bIns="-309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9" name=""/>
          <p:cNvGrpSpPr/>
          <p:nvPr/>
        </p:nvGrpSpPr>
        <p:grpSpPr>
          <a:xfrm>
            <a:off x="3351240" y="5272200"/>
            <a:ext cx="628560" cy="200520"/>
            <a:chOff x="3351240" y="5272200"/>
            <a:chExt cx="628560" cy="200520"/>
          </a:xfrm>
        </p:grpSpPr>
        <p:sp>
          <p:nvSpPr>
            <p:cNvPr id="20" name=""/>
            <p:cNvSpPr/>
            <p:nvPr/>
          </p:nvSpPr>
          <p:spPr>
            <a:xfrm>
              <a:off x="3351240" y="5272200"/>
              <a:ext cx="127080" cy="12672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" name=""/>
            <p:cNvSpPr/>
            <p:nvPr/>
          </p:nvSpPr>
          <p:spPr>
            <a:xfrm>
              <a:off x="3504960" y="527220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ELNAT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" name=""/>
          <p:cNvGrpSpPr/>
          <p:nvPr/>
        </p:nvGrpSpPr>
        <p:grpSpPr>
          <a:xfrm>
            <a:off x="3519360" y="3497400"/>
            <a:ext cx="618840" cy="200520"/>
            <a:chOff x="3519360" y="3497400"/>
            <a:chExt cx="618840" cy="200520"/>
          </a:xfrm>
        </p:grpSpPr>
        <p:sp>
          <p:nvSpPr>
            <p:cNvPr id="23" name=""/>
            <p:cNvSpPr/>
            <p:nvPr/>
          </p:nvSpPr>
          <p:spPr>
            <a:xfrm>
              <a:off x="3519360" y="351000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" name=""/>
            <p:cNvSpPr/>
            <p:nvPr/>
          </p:nvSpPr>
          <p:spPr>
            <a:xfrm>
              <a:off x="3648240" y="349740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NORTA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" name=""/>
          <p:cNvGrpSpPr/>
          <p:nvPr/>
        </p:nvGrpSpPr>
        <p:grpSpPr>
          <a:xfrm>
            <a:off x="3622680" y="2611440"/>
            <a:ext cx="538920" cy="200520"/>
            <a:chOff x="3622680" y="2611440"/>
            <a:chExt cx="538920" cy="200520"/>
          </a:xfrm>
        </p:grpSpPr>
        <p:sp>
          <p:nvSpPr>
            <p:cNvPr id="26" name=""/>
            <p:cNvSpPr/>
            <p:nvPr/>
          </p:nvSpPr>
          <p:spPr>
            <a:xfrm>
              <a:off x="3622680" y="26337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" name=""/>
            <p:cNvSpPr/>
            <p:nvPr/>
          </p:nvSpPr>
          <p:spPr>
            <a:xfrm>
              <a:off x="3731040" y="2611440"/>
              <a:ext cx="4305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DLE-5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" name=""/>
          <p:cNvGrpSpPr/>
          <p:nvPr/>
        </p:nvGrpSpPr>
        <p:grpSpPr>
          <a:xfrm>
            <a:off x="4503600" y="2625840"/>
            <a:ext cx="579240" cy="200520"/>
            <a:chOff x="4503600" y="2625840"/>
            <a:chExt cx="579240" cy="200520"/>
          </a:xfrm>
        </p:grpSpPr>
        <p:sp>
          <p:nvSpPr>
            <p:cNvPr id="29" name=""/>
            <p:cNvSpPr/>
            <p:nvPr/>
          </p:nvSpPr>
          <p:spPr>
            <a:xfrm>
              <a:off x="4503600" y="263844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" name=""/>
            <p:cNvSpPr/>
            <p:nvPr/>
          </p:nvSpPr>
          <p:spPr>
            <a:xfrm>
              <a:off x="4632480" y="262584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DV582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" name=""/>
          <p:cNvGrpSpPr/>
          <p:nvPr/>
        </p:nvGrpSpPr>
        <p:grpSpPr>
          <a:xfrm>
            <a:off x="5394240" y="2641680"/>
            <a:ext cx="579240" cy="200520"/>
            <a:chOff x="5394240" y="2641680"/>
            <a:chExt cx="579240" cy="200520"/>
          </a:xfrm>
        </p:grpSpPr>
        <p:sp>
          <p:nvSpPr>
            <p:cNvPr id="32" name=""/>
            <p:cNvSpPr/>
            <p:nvPr/>
          </p:nvSpPr>
          <p:spPr>
            <a:xfrm>
              <a:off x="5394240" y="26542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" name=""/>
            <p:cNvSpPr/>
            <p:nvPr/>
          </p:nvSpPr>
          <p:spPr>
            <a:xfrm>
              <a:off x="5523120" y="264168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DV583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" name=""/>
          <p:cNvGrpSpPr/>
          <p:nvPr/>
        </p:nvGrpSpPr>
        <p:grpSpPr>
          <a:xfrm>
            <a:off x="6296040" y="2657520"/>
            <a:ext cx="558360" cy="200520"/>
            <a:chOff x="6296040" y="2657520"/>
            <a:chExt cx="558360" cy="200520"/>
          </a:xfrm>
        </p:grpSpPr>
        <p:sp>
          <p:nvSpPr>
            <p:cNvPr id="35" name=""/>
            <p:cNvSpPr/>
            <p:nvPr/>
          </p:nvSpPr>
          <p:spPr>
            <a:xfrm>
              <a:off x="6296040" y="267984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" name=""/>
            <p:cNvSpPr/>
            <p:nvPr/>
          </p:nvSpPr>
          <p:spPr>
            <a:xfrm>
              <a:off x="6404040" y="265752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DV584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" name=""/>
          <p:cNvGrpSpPr/>
          <p:nvPr/>
        </p:nvGrpSpPr>
        <p:grpSpPr>
          <a:xfrm>
            <a:off x="7175520" y="2673360"/>
            <a:ext cx="579240" cy="200520"/>
            <a:chOff x="7175520" y="2673360"/>
            <a:chExt cx="579240" cy="200520"/>
          </a:xfrm>
        </p:grpSpPr>
        <p:sp>
          <p:nvSpPr>
            <p:cNvPr id="38" name=""/>
            <p:cNvSpPr/>
            <p:nvPr/>
          </p:nvSpPr>
          <p:spPr>
            <a:xfrm>
              <a:off x="7175520" y="26859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" name=""/>
            <p:cNvSpPr/>
            <p:nvPr/>
          </p:nvSpPr>
          <p:spPr>
            <a:xfrm>
              <a:off x="7304400" y="267336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DV585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0" name=""/>
          <p:cNvGrpSpPr/>
          <p:nvPr/>
        </p:nvGrpSpPr>
        <p:grpSpPr>
          <a:xfrm>
            <a:off x="7191360" y="1782720"/>
            <a:ext cx="579240" cy="200520"/>
            <a:chOff x="7191360" y="1782720"/>
            <a:chExt cx="579240" cy="200520"/>
          </a:xfrm>
        </p:grpSpPr>
        <p:sp>
          <p:nvSpPr>
            <p:cNvPr id="41" name=""/>
            <p:cNvSpPr/>
            <p:nvPr/>
          </p:nvSpPr>
          <p:spPr>
            <a:xfrm>
              <a:off x="7191360" y="179532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" name=""/>
            <p:cNvSpPr/>
            <p:nvPr/>
          </p:nvSpPr>
          <p:spPr>
            <a:xfrm>
              <a:off x="7320240" y="178272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DV575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" name=""/>
          <p:cNvGrpSpPr/>
          <p:nvPr/>
        </p:nvGrpSpPr>
        <p:grpSpPr>
          <a:xfrm>
            <a:off x="6310440" y="1766880"/>
            <a:ext cx="560160" cy="200520"/>
            <a:chOff x="6310440" y="1766880"/>
            <a:chExt cx="560160" cy="200520"/>
          </a:xfrm>
        </p:grpSpPr>
        <p:sp>
          <p:nvSpPr>
            <p:cNvPr id="44" name=""/>
            <p:cNvSpPr/>
            <p:nvPr/>
          </p:nvSpPr>
          <p:spPr>
            <a:xfrm>
              <a:off x="6310440" y="1789200"/>
              <a:ext cx="824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" name=""/>
            <p:cNvSpPr/>
            <p:nvPr/>
          </p:nvSpPr>
          <p:spPr>
            <a:xfrm>
              <a:off x="6420240" y="176688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DV574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6" name=""/>
          <p:cNvGrpSpPr/>
          <p:nvPr/>
        </p:nvGrpSpPr>
        <p:grpSpPr>
          <a:xfrm>
            <a:off x="5419800" y="1751040"/>
            <a:ext cx="558360" cy="200520"/>
            <a:chOff x="5419800" y="1751040"/>
            <a:chExt cx="558360" cy="200520"/>
          </a:xfrm>
        </p:grpSpPr>
        <p:sp>
          <p:nvSpPr>
            <p:cNvPr id="47" name=""/>
            <p:cNvSpPr/>
            <p:nvPr/>
          </p:nvSpPr>
          <p:spPr>
            <a:xfrm>
              <a:off x="5419800" y="177336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" name=""/>
            <p:cNvSpPr/>
            <p:nvPr/>
          </p:nvSpPr>
          <p:spPr>
            <a:xfrm>
              <a:off x="5527800" y="175104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DV573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" name=""/>
          <p:cNvGrpSpPr/>
          <p:nvPr/>
        </p:nvGrpSpPr>
        <p:grpSpPr>
          <a:xfrm>
            <a:off x="4518000" y="1735200"/>
            <a:ext cx="579240" cy="200520"/>
            <a:chOff x="4518000" y="1735200"/>
            <a:chExt cx="579240" cy="200520"/>
          </a:xfrm>
        </p:grpSpPr>
        <p:sp>
          <p:nvSpPr>
            <p:cNvPr id="50" name=""/>
            <p:cNvSpPr/>
            <p:nvPr/>
          </p:nvSpPr>
          <p:spPr>
            <a:xfrm>
              <a:off x="4518000" y="17478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1" name=""/>
            <p:cNvSpPr/>
            <p:nvPr/>
          </p:nvSpPr>
          <p:spPr>
            <a:xfrm>
              <a:off x="4646880" y="173520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DV572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2" name=""/>
          <p:cNvGrpSpPr/>
          <p:nvPr/>
        </p:nvGrpSpPr>
        <p:grpSpPr>
          <a:xfrm>
            <a:off x="3632040" y="1641600"/>
            <a:ext cx="608040" cy="200520"/>
            <a:chOff x="3632040" y="1641600"/>
            <a:chExt cx="608040" cy="200520"/>
          </a:xfrm>
        </p:grpSpPr>
        <p:sp>
          <p:nvSpPr>
            <p:cNvPr id="53" name=""/>
            <p:cNvSpPr/>
            <p:nvPr/>
          </p:nvSpPr>
          <p:spPr>
            <a:xfrm>
              <a:off x="3632040" y="165420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4" name=""/>
            <p:cNvSpPr/>
            <p:nvPr/>
          </p:nvSpPr>
          <p:spPr>
            <a:xfrm>
              <a:off x="3760560" y="164160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XAVER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5" name=""/>
          <p:cNvGrpSpPr/>
          <p:nvPr/>
        </p:nvGrpSpPr>
        <p:grpSpPr>
          <a:xfrm>
            <a:off x="2741760" y="1627200"/>
            <a:ext cx="554040" cy="200520"/>
            <a:chOff x="2741760" y="1627200"/>
            <a:chExt cx="554040" cy="200520"/>
          </a:xfrm>
        </p:grpSpPr>
        <p:sp>
          <p:nvSpPr>
            <p:cNvPr id="56" name=""/>
            <p:cNvSpPr/>
            <p:nvPr/>
          </p:nvSpPr>
          <p:spPr>
            <a:xfrm>
              <a:off x="2741760" y="16398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" name=""/>
            <p:cNvSpPr/>
            <p:nvPr/>
          </p:nvSpPr>
          <p:spPr>
            <a:xfrm>
              <a:off x="2869560" y="162720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HANB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8" name=""/>
          <p:cNvGrpSpPr/>
          <p:nvPr/>
        </p:nvGrpSpPr>
        <p:grpSpPr>
          <a:xfrm>
            <a:off x="1838160" y="1611360"/>
            <a:ext cx="644400" cy="200520"/>
            <a:chOff x="1838160" y="1611360"/>
            <a:chExt cx="644400" cy="200520"/>
          </a:xfrm>
        </p:grpSpPr>
        <p:sp>
          <p:nvSpPr>
            <p:cNvPr id="59" name=""/>
            <p:cNvSpPr/>
            <p:nvPr/>
          </p:nvSpPr>
          <p:spPr>
            <a:xfrm>
              <a:off x="1838160" y="161136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0" name=""/>
            <p:cNvSpPr/>
            <p:nvPr/>
          </p:nvSpPr>
          <p:spPr>
            <a:xfrm>
              <a:off x="1992600" y="161136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RW27R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1" name=""/>
          <p:cNvGrpSpPr/>
          <p:nvPr/>
        </p:nvGrpSpPr>
        <p:grpSpPr>
          <a:xfrm>
            <a:off x="5638680" y="3429000"/>
            <a:ext cx="461880" cy="200520"/>
            <a:chOff x="5638680" y="3429000"/>
            <a:chExt cx="461880" cy="200520"/>
          </a:xfrm>
        </p:grpSpPr>
        <p:sp>
          <p:nvSpPr>
            <p:cNvPr id="62" name=""/>
            <p:cNvSpPr/>
            <p:nvPr/>
          </p:nvSpPr>
          <p:spPr>
            <a:xfrm>
              <a:off x="5638680" y="34434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3" name=""/>
            <p:cNvSpPr/>
            <p:nvPr/>
          </p:nvSpPr>
          <p:spPr>
            <a:xfrm>
              <a:off x="5762880" y="3429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4" name=""/>
          <p:cNvGrpSpPr/>
          <p:nvPr/>
        </p:nvGrpSpPr>
        <p:grpSpPr>
          <a:xfrm>
            <a:off x="738360" y="4424400"/>
            <a:ext cx="461520" cy="200520"/>
            <a:chOff x="738360" y="4424400"/>
            <a:chExt cx="461520" cy="200520"/>
          </a:xfrm>
        </p:grpSpPr>
        <p:sp>
          <p:nvSpPr>
            <p:cNvPr id="65" name=""/>
            <p:cNvSpPr/>
            <p:nvPr/>
          </p:nvSpPr>
          <p:spPr>
            <a:xfrm>
              <a:off x="738360" y="44388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" name=""/>
            <p:cNvSpPr/>
            <p:nvPr/>
          </p:nvSpPr>
          <p:spPr>
            <a:xfrm>
              <a:off x="862200" y="4424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7" name=""/>
          <p:cNvGrpSpPr/>
          <p:nvPr/>
        </p:nvGrpSpPr>
        <p:grpSpPr>
          <a:xfrm>
            <a:off x="5486400" y="5257800"/>
            <a:ext cx="461520" cy="200520"/>
            <a:chOff x="5486400" y="5257800"/>
            <a:chExt cx="461520" cy="200520"/>
          </a:xfrm>
        </p:grpSpPr>
        <p:sp>
          <p:nvSpPr>
            <p:cNvPr id="68" name=""/>
            <p:cNvSpPr/>
            <p:nvPr/>
          </p:nvSpPr>
          <p:spPr>
            <a:xfrm>
              <a:off x="5486400" y="52736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" name=""/>
            <p:cNvSpPr/>
            <p:nvPr/>
          </p:nvSpPr>
          <p:spPr>
            <a:xfrm>
              <a:off x="5610240" y="5257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0" name=""/>
          <p:cNvGrpSpPr/>
          <p:nvPr/>
        </p:nvGrpSpPr>
        <p:grpSpPr>
          <a:xfrm>
            <a:off x="1711440" y="5943600"/>
            <a:ext cx="461520" cy="200520"/>
            <a:chOff x="1711440" y="5943600"/>
            <a:chExt cx="461520" cy="200520"/>
          </a:xfrm>
        </p:grpSpPr>
        <p:sp>
          <p:nvSpPr>
            <p:cNvPr id="71" name=""/>
            <p:cNvSpPr/>
            <p:nvPr/>
          </p:nvSpPr>
          <p:spPr>
            <a:xfrm>
              <a:off x="1711440" y="59580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2" name=""/>
            <p:cNvSpPr/>
            <p:nvPr/>
          </p:nvSpPr>
          <p:spPr>
            <a:xfrm>
              <a:off x="1835280" y="5943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3" name=""/>
          <p:cNvGrpSpPr/>
          <p:nvPr/>
        </p:nvGrpSpPr>
        <p:grpSpPr>
          <a:xfrm>
            <a:off x="8305920" y="4419720"/>
            <a:ext cx="461160" cy="200520"/>
            <a:chOff x="8305920" y="4419720"/>
            <a:chExt cx="461160" cy="200520"/>
          </a:xfrm>
        </p:grpSpPr>
        <p:sp>
          <p:nvSpPr>
            <p:cNvPr id="74" name=""/>
            <p:cNvSpPr/>
            <p:nvPr/>
          </p:nvSpPr>
          <p:spPr>
            <a:xfrm>
              <a:off x="8305920" y="44341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5" name=""/>
            <p:cNvSpPr/>
            <p:nvPr/>
          </p:nvSpPr>
          <p:spPr>
            <a:xfrm>
              <a:off x="8429400" y="4419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6" name=""/>
          <p:cNvGrpSpPr/>
          <p:nvPr/>
        </p:nvGrpSpPr>
        <p:grpSpPr>
          <a:xfrm>
            <a:off x="2438280" y="3048120"/>
            <a:ext cx="461520" cy="200520"/>
            <a:chOff x="2438280" y="3048120"/>
            <a:chExt cx="461520" cy="200520"/>
          </a:xfrm>
        </p:grpSpPr>
        <p:sp>
          <p:nvSpPr>
            <p:cNvPr id="77" name=""/>
            <p:cNvSpPr/>
            <p:nvPr/>
          </p:nvSpPr>
          <p:spPr>
            <a:xfrm>
              <a:off x="2438280" y="3063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"/>
            <p:cNvSpPr/>
            <p:nvPr/>
          </p:nvSpPr>
          <p:spPr>
            <a:xfrm>
              <a:off x="2562120" y="3048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9" name=""/>
          <p:cNvGrpSpPr/>
          <p:nvPr/>
        </p:nvGrpSpPr>
        <p:grpSpPr>
          <a:xfrm>
            <a:off x="4495680" y="4114800"/>
            <a:ext cx="479160" cy="200520"/>
            <a:chOff x="4495680" y="4114800"/>
            <a:chExt cx="479160" cy="200520"/>
          </a:xfrm>
        </p:grpSpPr>
        <p:sp>
          <p:nvSpPr>
            <p:cNvPr id="80" name=""/>
            <p:cNvSpPr/>
            <p:nvPr/>
          </p:nvSpPr>
          <p:spPr>
            <a:xfrm>
              <a:off x="4495680" y="412128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1" name=""/>
            <p:cNvSpPr/>
            <p:nvPr/>
          </p:nvSpPr>
          <p:spPr>
            <a:xfrm>
              <a:off x="4637160" y="4114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2" name=""/>
          <p:cNvGrpSpPr/>
          <p:nvPr/>
        </p:nvGrpSpPr>
        <p:grpSpPr>
          <a:xfrm>
            <a:off x="304920" y="2743200"/>
            <a:ext cx="461160" cy="200520"/>
            <a:chOff x="304920" y="2743200"/>
            <a:chExt cx="461160" cy="200520"/>
          </a:xfrm>
        </p:grpSpPr>
        <p:sp>
          <p:nvSpPr>
            <p:cNvPr id="83" name=""/>
            <p:cNvSpPr/>
            <p:nvPr/>
          </p:nvSpPr>
          <p:spPr>
            <a:xfrm>
              <a:off x="304920" y="2758680"/>
              <a:ext cx="9648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" name=""/>
            <p:cNvSpPr/>
            <p:nvPr/>
          </p:nvSpPr>
          <p:spPr>
            <a:xfrm>
              <a:off x="428400" y="2743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5" name=""/>
          <p:cNvGrpSpPr/>
          <p:nvPr/>
        </p:nvGrpSpPr>
        <p:grpSpPr>
          <a:xfrm>
            <a:off x="2666880" y="2133720"/>
            <a:ext cx="460080" cy="200520"/>
            <a:chOff x="2666880" y="2133720"/>
            <a:chExt cx="460080" cy="200520"/>
          </a:xfrm>
        </p:grpSpPr>
        <p:sp>
          <p:nvSpPr>
            <p:cNvPr id="86" name=""/>
            <p:cNvSpPr/>
            <p:nvPr/>
          </p:nvSpPr>
          <p:spPr>
            <a:xfrm>
              <a:off x="2666880" y="2147760"/>
              <a:ext cx="950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7" name=""/>
            <p:cNvSpPr/>
            <p:nvPr/>
          </p:nvSpPr>
          <p:spPr>
            <a:xfrm>
              <a:off x="2789280" y="2133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8" name=""/>
          <p:cNvGrpSpPr/>
          <p:nvPr/>
        </p:nvGrpSpPr>
        <p:grpSpPr>
          <a:xfrm>
            <a:off x="4549680" y="5921280"/>
            <a:ext cx="460080" cy="200520"/>
            <a:chOff x="4549680" y="5921280"/>
            <a:chExt cx="460080" cy="200520"/>
          </a:xfrm>
        </p:grpSpPr>
        <p:sp>
          <p:nvSpPr>
            <p:cNvPr id="89" name=""/>
            <p:cNvSpPr/>
            <p:nvPr/>
          </p:nvSpPr>
          <p:spPr>
            <a:xfrm>
              <a:off x="4549680" y="59371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0" name=""/>
            <p:cNvSpPr/>
            <p:nvPr/>
          </p:nvSpPr>
          <p:spPr>
            <a:xfrm>
              <a:off x="4672080" y="5921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1" name=""/>
          <p:cNvGrpSpPr/>
          <p:nvPr/>
        </p:nvGrpSpPr>
        <p:grpSpPr>
          <a:xfrm>
            <a:off x="8258040" y="971640"/>
            <a:ext cx="461880" cy="200520"/>
            <a:chOff x="8258040" y="971640"/>
            <a:chExt cx="461880" cy="200520"/>
          </a:xfrm>
        </p:grpSpPr>
        <p:sp>
          <p:nvSpPr>
            <p:cNvPr id="92" name=""/>
            <p:cNvSpPr/>
            <p:nvPr/>
          </p:nvSpPr>
          <p:spPr>
            <a:xfrm>
              <a:off x="8258040" y="9874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3" name=""/>
            <p:cNvSpPr/>
            <p:nvPr/>
          </p:nvSpPr>
          <p:spPr>
            <a:xfrm>
              <a:off x="8382240" y="9716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4" name=""/>
          <p:cNvGrpSpPr/>
          <p:nvPr/>
        </p:nvGrpSpPr>
        <p:grpSpPr>
          <a:xfrm>
            <a:off x="4724280" y="1219320"/>
            <a:ext cx="461880" cy="200520"/>
            <a:chOff x="4724280" y="1219320"/>
            <a:chExt cx="461880" cy="200520"/>
          </a:xfrm>
        </p:grpSpPr>
        <p:sp>
          <p:nvSpPr>
            <p:cNvPr id="95" name=""/>
            <p:cNvSpPr/>
            <p:nvPr/>
          </p:nvSpPr>
          <p:spPr>
            <a:xfrm>
              <a:off x="4724280" y="1233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6" name=""/>
            <p:cNvSpPr/>
            <p:nvPr/>
          </p:nvSpPr>
          <p:spPr>
            <a:xfrm>
              <a:off x="4848480" y="1219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7" name=""/>
          <p:cNvGrpSpPr/>
          <p:nvPr/>
        </p:nvGrpSpPr>
        <p:grpSpPr>
          <a:xfrm>
            <a:off x="738360" y="928800"/>
            <a:ext cx="461520" cy="200520"/>
            <a:chOff x="738360" y="928800"/>
            <a:chExt cx="461520" cy="200520"/>
          </a:xfrm>
        </p:grpSpPr>
        <p:sp>
          <p:nvSpPr>
            <p:cNvPr id="98" name=""/>
            <p:cNvSpPr/>
            <p:nvPr/>
          </p:nvSpPr>
          <p:spPr>
            <a:xfrm>
              <a:off x="738360" y="9446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9" name=""/>
            <p:cNvSpPr/>
            <p:nvPr/>
          </p:nvSpPr>
          <p:spPr>
            <a:xfrm>
              <a:off x="862200" y="928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0" name=""/>
          <p:cNvGrpSpPr/>
          <p:nvPr/>
        </p:nvGrpSpPr>
        <p:grpSpPr>
          <a:xfrm>
            <a:off x="2971800" y="762120"/>
            <a:ext cx="460080" cy="200520"/>
            <a:chOff x="2971800" y="762120"/>
            <a:chExt cx="460080" cy="200520"/>
          </a:xfrm>
        </p:grpSpPr>
        <p:sp>
          <p:nvSpPr>
            <p:cNvPr id="101" name=""/>
            <p:cNvSpPr/>
            <p:nvPr/>
          </p:nvSpPr>
          <p:spPr>
            <a:xfrm>
              <a:off x="2971800" y="77796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2" name=""/>
            <p:cNvSpPr/>
            <p:nvPr/>
          </p:nvSpPr>
          <p:spPr>
            <a:xfrm>
              <a:off x="3094200" y="762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3" name=""/>
          <p:cNvGrpSpPr/>
          <p:nvPr/>
        </p:nvGrpSpPr>
        <p:grpSpPr>
          <a:xfrm>
            <a:off x="7924680" y="6019920"/>
            <a:ext cx="460080" cy="200520"/>
            <a:chOff x="7924680" y="6019920"/>
            <a:chExt cx="460080" cy="200520"/>
          </a:xfrm>
        </p:grpSpPr>
        <p:sp>
          <p:nvSpPr>
            <p:cNvPr id="104" name=""/>
            <p:cNvSpPr/>
            <p:nvPr/>
          </p:nvSpPr>
          <p:spPr>
            <a:xfrm>
              <a:off x="7924680" y="6035760"/>
              <a:ext cx="95400" cy="946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520" bIns="2052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5" name=""/>
            <p:cNvSpPr/>
            <p:nvPr/>
          </p:nvSpPr>
          <p:spPr>
            <a:xfrm>
              <a:off x="8047080" y="6019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6" name=""/>
          <p:cNvGrpSpPr/>
          <p:nvPr/>
        </p:nvGrpSpPr>
        <p:grpSpPr>
          <a:xfrm>
            <a:off x="4648320" y="2209680"/>
            <a:ext cx="461160" cy="200520"/>
            <a:chOff x="4648320" y="2209680"/>
            <a:chExt cx="461160" cy="200520"/>
          </a:xfrm>
        </p:grpSpPr>
        <p:sp>
          <p:nvSpPr>
            <p:cNvPr id="107" name=""/>
            <p:cNvSpPr/>
            <p:nvPr/>
          </p:nvSpPr>
          <p:spPr>
            <a:xfrm>
              <a:off x="4648320" y="2225880"/>
              <a:ext cx="9648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8" name=""/>
            <p:cNvSpPr/>
            <p:nvPr/>
          </p:nvSpPr>
          <p:spPr>
            <a:xfrm>
              <a:off x="4771800" y="2209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9" name=""/>
          <p:cNvGrpSpPr/>
          <p:nvPr/>
        </p:nvGrpSpPr>
        <p:grpSpPr>
          <a:xfrm>
            <a:off x="2362320" y="4419720"/>
            <a:ext cx="461520" cy="200520"/>
            <a:chOff x="2362320" y="4419720"/>
            <a:chExt cx="461520" cy="200520"/>
          </a:xfrm>
        </p:grpSpPr>
        <p:sp>
          <p:nvSpPr>
            <p:cNvPr id="110" name=""/>
            <p:cNvSpPr/>
            <p:nvPr/>
          </p:nvSpPr>
          <p:spPr>
            <a:xfrm>
              <a:off x="2362320" y="44355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1" name=""/>
            <p:cNvSpPr/>
            <p:nvPr/>
          </p:nvSpPr>
          <p:spPr>
            <a:xfrm>
              <a:off x="2486160" y="4419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2" name=""/>
          <p:cNvGrpSpPr/>
          <p:nvPr/>
        </p:nvGrpSpPr>
        <p:grpSpPr>
          <a:xfrm>
            <a:off x="8256600" y="2171880"/>
            <a:ext cx="461880" cy="200520"/>
            <a:chOff x="8256600" y="2171880"/>
            <a:chExt cx="461880" cy="200520"/>
          </a:xfrm>
        </p:grpSpPr>
        <p:sp>
          <p:nvSpPr>
            <p:cNvPr id="113" name=""/>
            <p:cNvSpPr/>
            <p:nvPr/>
          </p:nvSpPr>
          <p:spPr>
            <a:xfrm>
              <a:off x="8256600" y="2187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4" name=""/>
            <p:cNvSpPr/>
            <p:nvPr/>
          </p:nvSpPr>
          <p:spPr>
            <a:xfrm>
              <a:off x="8380800" y="2171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5" name=""/>
          <p:cNvGrpSpPr/>
          <p:nvPr/>
        </p:nvGrpSpPr>
        <p:grpSpPr>
          <a:xfrm>
            <a:off x="6851520" y="3382920"/>
            <a:ext cx="461880" cy="200520"/>
            <a:chOff x="6851520" y="3382920"/>
            <a:chExt cx="461880" cy="200520"/>
          </a:xfrm>
        </p:grpSpPr>
        <p:sp>
          <p:nvSpPr>
            <p:cNvPr id="116" name=""/>
            <p:cNvSpPr/>
            <p:nvPr/>
          </p:nvSpPr>
          <p:spPr>
            <a:xfrm>
              <a:off x="6851520" y="339840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7" name=""/>
            <p:cNvSpPr/>
            <p:nvPr/>
          </p:nvSpPr>
          <p:spPr>
            <a:xfrm>
              <a:off x="6975720" y="3382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8" name=""/>
          <p:cNvGrpSpPr/>
          <p:nvPr/>
        </p:nvGrpSpPr>
        <p:grpSpPr>
          <a:xfrm>
            <a:off x="6545160" y="701640"/>
            <a:ext cx="460080" cy="200520"/>
            <a:chOff x="6545160" y="701640"/>
            <a:chExt cx="460080" cy="200520"/>
          </a:xfrm>
        </p:grpSpPr>
        <p:sp>
          <p:nvSpPr>
            <p:cNvPr id="119" name=""/>
            <p:cNvSpPr/>
            <p:nvPr/>
          </p:nvSpPr>
          <p:spPr>
            <a:xfrm>
              <a:off x="6545160" y="71604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0" name=""/>
            <p:cNvSpPr/>
            <p:nvPr/>
          </p:nvSpPr>
          <p:spPr>
            <a:xfrm>
              <a:off x="6667560" y="7016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21" name="Oval 120"/>
          <p:cNvSpPr/>
          <p:nvPr/>
        </p:nvSpPr>
        <p:spPr>
          <a:xfrm>
            <a:off x="8844000" y="3288544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874000" y="331854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326000" y="330604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 ↓</a:t>
            </a:r>
          </a:p>
        </p:txBody>
      </p:sp>
      <p:sp>
        <p:nvSpPr>
          <p:cNvPr id="124" name="Oval 123"/>
          <p:cNvSpPr/>
          <p:nvPr/>
        </p:nvSpPr>
        <p:spPr>
          <a:xfrm>
            <a:off x="8844000" y="1803717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874000" y="183371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8326000" y="182121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 ↓</a:t>
            </a:r>
          </a:p>
        </p:txBody>
      </p:sp>
      <p:sp>
        <p:nvSpPr>
          <p:cNvPr id="127" name="Oval 126"/>
          <p:cNvSpPr/>
          <p:nvPr/>
        </p:nvSpPr>
        <p:spPr>
          <a:xfrm>
            <a:off x="8844000" y="400136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874000" y="43013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326000" y="41763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 ↓</a:t>
            </a:r>
          </a:p>
        </p:txBody>
      </p:sp>
      <p:sp>
        <p:nvSpPr>
          <p:cNvPr id="130" name="Oval 129"/>
          <p:cNvSpPr/>
          <p:nvPr/>
        </p:nvSpPr>
        <p:spPr>
          <a:xfrm>
            <a:off x="4244161" y="15361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274161" y="18361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452161" y="17111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133" name="Oval 132"/>
          <p:cNvSpPr/>
          <p:nvPr/>
        </p:nvSpPr>
        <p:spPr>
          <a:xfrm>
            <a:off x="6721525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751525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55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929525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V55 ↓</a:t>
            </a:r>
          </a:p>
        </p:txBody>
      </p:sp>
      <p:sp>
        <p:nvSpPr>
          <p:cNvPr id="136" name="Oval 135"/>
          <p:cNvSpPr/>
          <p:nvPr/>
        </p:nvSpPr>
        <p:spPr>
          <a:xfrm>
            <a:off x="90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20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56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98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V56 ↓</a:t>
            </a:r>
          </a:p>
        </p:txBody>
      </p:sp>
      <p:sp>
        <p:nvSpPr>
          <p:cNvPr id="139" name="Oval 138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 ↓</a:t>
            </a:r>
          </a:p>
        </p:txBody>
      </p:sp>
      <p:sp>
        <p:nvSpPr>
          <p:cNvPr id="142" name="Oval 141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145" name="Oval 144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148" name="Oval 147"/>
          <p:cNvSpPr/>
          <p:nvPr/>
        </p:nvSpPr>
        <p:spPr>
          <a:xfrm>
            <a:off x="90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20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98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151" name="Oval 150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154" name="Oval 153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V51, V52, V53, V55, V56, V61, V62, V63, V64, V65,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/>
          <p:nvPr/>
        </p:nvSpPr>
        <p:spPr>
          <a:xfrm>
            <a:off x="3149640" y="50760"/>
            <a:ext cx="284472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2: EDDV | RWY 09L | STAR HLZ4R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 flipH="1" flipV="1">
            <a:off x="4933800" y="2990520"/>
            <a:ext cx="2308320" cy="1028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 flipH="1">
            <a:off x="3533400" y="2990880"/>
            <a:ext cx="1400040" cy="2476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 flipH="1" flipV="1">
            <a:off x="3208320" y="3232080"/>
            <a:ext cx="325440" cy="6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0320" bIns="-403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 flipH="1" flipV="1">
            <a:off x="2882880" y="3227040"/>
            <a:ext cx="325440" cy="46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2120" bIns="-421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 flipH="1" flipV="1">
            <a:off x="2558880" y="3220920"/>
            <a:ext cx="324000" cy="6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0320" bIns="-403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 flipH="1" flipV="1">
            <a:off x="2233440" y="3215880"/>
            <a:ext cx="325440" cy="46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2120" bIns="-421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 flipH="1" flipV="1">
            <a:off x="1908000" y="3209760"/>
            <a:ext cx="325440" cy="6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0320" bIns="-403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 flipH="1">
            <a:off x="1901520" y="3209760"/>
            <a:ext cx="6120" cy="4064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1901880" y="3616200"/>
            <a:ext cx="325440" cy="50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1760" bIns="-417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2227320" y="3621240"/>
            <a:ext cx="323640" cy="6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0680" bIns="-406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2550960" y="3627360"/>
            <a:ext cx="325440" cy="6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0320" bIns="-403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 flipV="1">
            <a:off x="2876400" y="3606480"/>
            <a:ext cx="250920" cy="270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19800" bIns="-19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3127320" y="3606840"/>
            <a:ext cx="389160" cy="20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26280" bIns="-262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 flipV="1">
            <a:off x="3516480" y="3620880"/>
            <a:ext cx="325440" cy="6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0680" bIns="-406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36" name=""/>
          <p:cNvGrpSpPr/>
          <p:nvPr/>
        </p:nvGrpSpPr>
        <p:grpSpPr>
          <a:xfrm>
            <a:off x="7178760" y="3956040"/>
            <a:ext cx="505800" cy="200520"/>
            <a:chOff x="7178760" y="3956040"/>
            <a:chExt cx="505800" cy="200520"/>
          </a:xfrm>
        </p:grpSpPr>
        <p:sp>
          <p:nvSpPr>
            <p:cNvPr id="137" name=""/>
            <p:cNvSpPr/>
            <p:nvPr/>
          </p:nvSpPr>
          <p:spPr>
            <a:xfrm>
              <a:off x="7178760" y="395604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8" name=""/>
            <p:cNvSpPr/>
            <p:nvPr/>
          </p:nvSpPr>
          <p:spPr>
            <a:xfrm>
              <a:off x="7333200" y="3956040"/>
              <a:ext cx="351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HLZ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9" name=""/>
          <p:cNvGrpSpPr/>
          <p:nvPr/>
        </p:nvGrpSpPr>
        <p:grpSpPr>
          <a:xfrm>
            <a:off x="4883040" y="2927520"/>
            <a:ext cx="567720" cy="200520"/>
            <a:chOff x="4883040" y="2927520"/>
            <a:chExt cx="567720" cy="200520"/>
          </a:xfrm>
        </p:grpSpPr>
        <p:sp>
          <p:nvSpPr>
            <p:cNvPr id="140" name=""/>
            <p:cNvSpPr/>
            <p:nvPr/>
          </p:nvSpPr>
          <p:spPr>
            <a:xfrm>
              <a:off x="4883040" y="294012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1" name=""/>
            <p:cNvSpPr/>
            <p:nvPr/>
          </p:nvSpPr>
          <p:spPr>
            <a:xfrm>
              <a:off x="4975920" y="292752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CELNB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2" name=""/>
          <p:cNvGrpSpPr/>
          <p:nvPr/>
        </p:nvGrpSpPr>
        <p:grpSpPr>
          <a:xfrm>
            <a:off x="3483000" y="3174840"/>
            <a:ext cx="555480" cy="200520"/>
            <a:chOff x="3483000" y="3174840"/>
            <a:chExt cx="555480" cy="200520"/>
          </a:xfrm>
        </p:grpSpPr>
        <p:sp>
          <p:nvSpPr>
            <p:cNvPr id="143" name=""/>
            <p:cNvSpPr/>
            <p:nvPr/>
          </p:nvSpPr>
          <p:spPr>
            <a:xfrm>
              <a:off x="3483000" y="31878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4" name=""/>
            <p:cNvSpPr/>
            <p:nvPr/>
          </p:nvSpPr>
          <p:spPr>
            <a:xfrm>
              <a:off x="3588120" y="317484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DV460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5" name=""/>
          <p:cNvGrpSpPr/>
          <p:nvPr/>
        </p:nvGrpSpPr>
        <p:grpSpPr>
          <a:xfrm>
            <a:off x="3157560" y="3168720"/>
            <a:ext cx="555480" cy="200520"/>
            <a:chOff x="3157560" y="3168720"/>
            <a:chExt cx="555480" cy="200520"/>
          </a:xfrm>
        </p:grpSpPr>
        <p:sp>
          <p:nvSpPr>
            <p:cNvPr id="146" name=""/>
            <p:cNvSpPr/>
            <p:nvPr/>
          </p:nvSpPr>
          <p:spPr>
            <a:xfrm>
              <a:off x="3157560" y="31813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7" name=""/>
            <p:cNvSpPr/>
            <p:nvPr/>
          </p:nvSpPr>
          <p:spPr>
            <a:xfrm>
              <a:off x="3262680" y="316872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DV461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8" name=""/>
          <p:cNvGrpSpPr/>
          <p:nvPr/>
        </p:nvGrpSpPr>
        <p:grpSpPr>
          <a:xfrm>
            <a:off x="2832120" y="3164040"/>
            <a:ext cx="555480" cy="200520"/>
            <a:chOff x="2832120" y="3164040"/>
            <a:chExt cx="555480" cy="200520"/>
          </a:xfrm>
        </p:grpSpPr>
        <p:sp>
          <p:nvSpPr>
            <p:cNvPr id="149" name=""/>
            <p:cNvSpPr/>
            <p:nvPr/>
          </p:nvSpPr>
          <p:spPr>
            <a:xfrm>
              <a:off x="2832120" y="31766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0" name=""/>
            <p:cNvSpPr/>
            <p:nvPr/>
          </p:nvSpPr>
          <p:spPr>
            <a:xfrm>
              <a:off x="2937240" y="316404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DV462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1" name=""/>
          <p:cNvGrpSpPr/>
          <p:nvPr/>
        </p:nvGrpSpPr>
        <p:grpSpPr>
          <a:xfrm>
            <a:off x="2508120" y="3157560"/>
            <a:ext cx="555480" cy="200520"/>
            <a:chOff x="2508120" y="3157560"/>
            <a:chExt cx="555480" cy="200520"/>
          </a:xfrm>
        </p:grpSpPr>
        <p:sp>
          <p:nvSpPr>
            <p:cNvPr id="152" name=""/>
            <p:cNvSpPr/>
            <p:nvPr/>
          </p:nvSpPr>
          <p:spPr>
            <a:xfrm>
              <a:off x="2508120" y="317016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3" name=""/>
            <p:cNvSpPr/>
            <p:nvPr/>
          </p:nvSpPr>
          <p:spPr>
            <a:xfrm>
              <a:off x="2613240" y="315756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DV463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4" name=""/>
          <p:cNvGrpSpPr/>
          <p:nvPr/>
        </p:nvGrpSpPr>
        <p:grpSpPr>
          <a:xfrm>
            <a:off x="2182680" y="3152880"/>
            <a:ext cx="555480" cy="200520"/>
            <a:chOff x="2182680" y="3152880"/>
            <a:chExt cx="555480" cy="200520"/>
          </a:xfrm>
        </p:grpSpPr>
        <p:sp>
          <p:nvSpPr>
            <p:cNvPr id="155" name=""/>
            <p:cNvSpPr/>
            <p:nvPr/>
          </p:nvSpPr>
          <p:spPr>
            <a:xfrm>
              <a:off x="2182680" y="316548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6" name=""/>
            <p:cNvSpPr/>
            <p:nvPr/>
          </p:nvSpPr>
          <p:spPr>
            <a:xfrm>
              <a:off x="2287800" y="315288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DV464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7" name=""/>
          <p:cNvGrpSpPr/>
          <p:nvPr/>
        </p:nvGrpSpPr>
        <p:grpSpPr>
          <a:xfrm>
            <a:off x="1868400" y="3146400"/>
            <a:ext cx="534960" cy="200520"/>
            <a:chOff x="1868400" y="3146400"/>
            <a:chExt cx="534960" cy="200520"/>
          </a:xfrm>
        </p:grpSpPr>
        <p:sp>
          <p:nvSpPr>
            <p:cNvPr id="158" name=""/>
            <p:cNvSpPr/>
            <p:nvPr/>
          </p:nvSpPr>
          <p:spPr>
            <a:xfrm>
              <a:off x="1868400" y="316872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9" name=""/>
            <p:cNvSpPr/>
            <p:nvPr/>
          </p:nvSpPr>
          <p:spPr>
            <a:xfrm>
              <a:off x="1953000" y="314640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DV465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0" name=""/>
          <p:cNvGrpSpPr/>
          <p:nvPr/>
        </p:nvGrpSpPr>
        <p:grpSpPr>
          <a:xfrm>
            <a:off x="1860480" y="3552840"/>
            <a:ext cx="534960" cy="200520"/>
            <a:chOff x="1860480" y="3552840"/>
            <a:chExt cx="534960" cy="200520"/>
          </a:xfrm>
        </p:grpSpPr>
        <p:sp>
          <p:nvSpPr>
            <p:cNvPr id="161" name=""/>
            <p:cNvSpPr/>
            <p:nvPr/>
          </p:nvSpPr>
          <p:spPr>
            <a:xfrm>
              <a:off x="1860480" y="35751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2" name=""/>
            <p:cNvSpPr/>
            <p:nvPr/>
          </p:nvSpPr>
          <p:spPr>
            <a:xfrm>
              <a:off x="1945080" y="355284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DV475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3" name=""/>
          <p:cNvGrpSpPr/>
          <p:nvPr/>
        </p:nvGrpSpPr>
        <p:grpSpPr>
          <a:xfrm>
            <a:off x="2185920" y="3557520"/>
            <a:ext cx="534960" cy="200520"/>
            <a:chOff x="2185920" y="3557520"/>
            <a:chExt cx="534960" cy="200520"/>
          </a:xfrm>
        </p:grpSpPr>
        <p:sp>
          <p:nvSpPr>
            <p:cNvPr id="164" name=""/>
            <p:cNvSpPr/>
            <p:nvPr/>
          </p:nvSpPr>
          <p:spPr>
            <a:xfrm>
              <a:off x="2185920" y="358128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5" name=""/>
            <p:cNvSpPr/>
            <p:nvPr/>
          </p:nvSpPr>
          <p:spPr>
            <a:xfrm>
              <a:off x="2270520" y="355752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DV474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6" name=""/>
          <p:cNvGrpSpPr/>
          <p:nvPr/>
        </p:nvGrpSpPr>
        <p:grpSpPr>
          <a:xfrm>
            <a:off x="2511360" y="3564000"/>
            <a:ext cx="534960" cy="200520"/>
            <a:chOff x="2511360" y="3564000"/>
            <a:chExt cx="534960" cy="200520"/>
          </a:xfrm>
        </p:grpSpPr>
        <p:sp>
          <p:nvSpPr>
            <p:cNvPr id="167" name=""/>
            <p:cNvSpPr/>
            <p:nvPr/>
          </p:nvSpPr>
          <p:spPr>
            <a:xfrm>
              <a:off x="2511360" y="358632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8" name=""/>
            <p:cNvSpPr/>
            <p:nvPr/>
          </p:nvSpPr>
          <p:spPr>
            <a:xfrm>
              <a:off x="2595960" y="356400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DV473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9" name=""/>
          <p:cNvGrpSpPr/>
          <p:nvPr/>
        </p:nvGrpSpPr>
        <p:grpSpPr>
          <a:xfrm>
            <a:off x="2825640" y="3570120"/>
            <a:ext cx="555480" cy="200520"/>
            <a:chOff x="2825640" y="3570120"/>
            <a:chExt cx="555480" cy="200520"/>
          </a:xfrm>
        </p:grpSpPr>
        <p:sp>
          <p:nvSpPr>
            <p:cNvPr id="170" name=""/>
            <p:cNvSpPr/>
            <p:nvPr/>
          </p:nvSpPr>
          <p:spPr>
            <a:xfrm>
              <a:off x="2825640" y="358308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1" name=""/>
            <p:cNvSpPr/>
            <p:nvPr/>
          </p:nvSpPr>
          <p:spPr>
            <a:xfrm>
              <a:off x="2930760" y="357012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DV472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2" name=""/>
          <p:cNvGrpSpPr/>
          <p:nvPr/>
        </p:nvGrpSpPr>
        <p:grpSpPr>
          <a:xfrm>
            <a:off x="3076560" y="3543480"/>
            <a:ext cx="560160" cy="200520"/>
            <a:chOff x="3076560" y="3543480"/>
            <a:chExt cx="560160" cy="200520"/>
          </a:xfrm>
        </p:grpSpPr>
        <p:sp>
          <p:nvSpPr>
            <p:cNvPr id="173" name=""/>
            <p:cNvSpPr/>
            <p:nvPr/>
          </p:nvSpPr>
          <p:spPr>
            <a:xfrm>
              <a:off x="3076560" y="35560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4" name=""/>
            <p:cNvSpPr/>
            <p:nvPr/>
          </p:nvSpPr>
          <p:spPr>
            <a:xfrm>
              <a:off x="3177000" y="3543480"/>
              <a:ext cx="4597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DESIM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5" name=""/>
          <p:cNvGrpSpPr/>
          <p:nvPr/>
        </p:nvGrpSpPr>
        <p:grpSpPr>
          <a:xfrm>
            <a:off x="3465360" y="3564000"/>
            <a:ext cx="530280" cy="200520"/>
            <a:chOff x="3465360" y="3564000"/>
            <a:chExt cx="530280" cy="200520"/>
          </a:xfrm>
        </p:grpSpPr>
        <p:sp>
          <p:nvSpPr>
            <p:cNvPr id="176" name=""/>
            <p:cNvSpPr/>
            <p:nvPr/>
          </p:nvSpPr>
          <p:spPr>
            <a:xfrm>
              <a:off x="3465360" y="357660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7" name=""/>
            <p:cNvSpPr/>
            <p:nvPr/>
          </p:nvSpPr>
          <p:spPr>
            <a:xfrm>
              <a:off x="3545280" y="356400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HWNB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8" name=""/>
          <p:cNvGrpSpPr/>
          <p:nvPr/>
        </p:nvGrpSpPr>
        <p:grpSpPr>
          <a:xfrm>
            <a:off x="3778200" y="3557520"/>
            <a:ext cx="595440" cy="200520"/>
            <a:chOff x="3778200" y="3557520"/>
            <a:chExt cx="595440" cy="200520"/>
          </a:xfrm>
        </p:grpSpPr>
        <p:sp>
          <p:nvSpPr>
            <p:cNvPr id="179" name=""/>
            <p:cNvSpPr/>
            <p:nvPr/>
          </p:nvSpPr>
          <p:spPr>
            <a:xfrm>
              <a:off x="3778200" y="355752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0" name=""/>
            <p:cNvSpPr/>
            <p:nvPr/>
          </p:nvSpPr>
          <p:spPr>
            <a:xfrm>
              <a:off x="3894120" y="355752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RW09L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1" name=""/>
          <p:cNvGrpSpPr/>
          <p:nvPr/>
        </p:nvGrpSpPr>
        <p:grpSpPr>
          <a:xfrm>
            <a:off x="6781680" y="1295280"/>
            <a:ext cx="461880" cy="200520"/>
            <a:chOff x="6781680" y="1295280"/>
            <a:chExt cx="461880" cy="200520"/>
          </a:xfrm>
        </p:grpSpPr>
        <p:sp>
          <p:nvSpPr>
            <p:cNvPr id="182" name=""/>
            <p:cNvSpPr/>
            <p:nvPr/>
          </p:nvSpPr>
          <p:spPr>
            <a:xfrm>
              <a:off x="6781680" y="1311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3" name=""/>
            <p:cNvSpPr/>
            <p:nvPr/>
          </p:nvSpPr>
          <p:spPr>
            <a:xfrm>
              <a:off x="6905880" y="1295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4" name=""/>
          <p:cNvGrpSpPr/>
          <p:nvPr/>
        </p:nvGrpSpPr>
        <p:grpSpPr>
          <a:xfrm>
            <a:off x="380880" y="4952880"/>
            <a:ext cx="461880" cy="200520"/>
            <a:chOff x="380880" y="4952880"/>
            <a:chExt cx="461880" cy="200520"/>
          </a:xfrm>
        </p:grpSpPr>
        <p:sp>
          <p:nvSpPr>
            <p:cNvPr id="185" name=""/>
            <p:cNvSpPr/>
            <p:nvPr/>
          </p:nvSpPr>
          <p:spPr>
            <a:xfrm>
              <a:off x="380880" y="49672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6" name=""/>
            <p:cNvSpPr/>
            <p:nvPr/>
          </p:nvSpPr>
          <p:spPr>
            <a:xfrm>
              <a:off x="505080" y="4952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7" name=""/>
          <p:cNvGrpSpPr/>
          <p:nvPr/>
        </p:nvGrpSpPr>
        <p:grpSpPr>
          <a:xfrm>
            <a:off x="5943600" y="4572000"/>
            <a:ext cx="461880" cy="200520"/>
            <a:chOff x="5943600" y="4572000"/>
            <a:chExt cx="461880" cy="200520"/>
          </a:xfrm>
        </p:grpSpPr>
        <p:sp>
          <p:nvSpPr>
            <p:cNvPr id="188" name=""/>
            <p:cNvSpPr/>
            <p:nvPr/>
          </p:nvSpPr>
          <p:spPr>
            <a:xfrm>
              <a:off x="5943600" y="45860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9" name=""/>
            <p:cNvSpPr/>
            <p:nvPr/>
          </p:nvSpPr>
          <p:spPr>
            <a:xfrm>
              <a:off x="6067800" y="4572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0" name=""/>
          <p:cNvGrpSpPr/>
          <p:nvPr/>
        </p:nvGrpSpPr>
        <p:grpSpPr>
          <a:xfrm>
            <a:off x="1676520" y="2057400"/>
            <a:ext cx="461160" cy="200520"/>
            <a:chOff x="1676520" y="2057400"/>
            <a:chExt cx="461160" cy="200520"/>
          </a:xfrm>
        </p:grpSpPr>
        <p:sp>
          <p:nvSpPr>
            <p:cNvPr id="191" name=""/>
            <p:cNvSpPr/>
            <p:nvPr/>
          </p:nvSpPr>
          <p:spPr>
            <a:xfrm>
              <a:off x="1676520" y="207324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2" name=""/>
            <p:cNvSpPr/>
            <p:nvPr/>
          </p:nvSpPr>
          <p:spPr>
            <a:xfrm>
              <a:off x="1800000" y="2057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3" name=""/>
          <p:cNvGrpSpPr/>
          <p:nvPr/>
        </p:nvGrpSpPr>
        <p:grpSpPr>
          <a:xfrm>
            <a:off x="2355840" y="3306600"/>
            <a:ext cx="461520" cy="200520"/>
            <a:chOff x="2355840" y="3306600"/>
            <a:chExt cx="461520" cy="200520"/>
          </a:xfrm>
        </p:grpSpPr>
        <p:sp>
          <p:nvSpPr>
            <p:cNvPr id="194" name=""/>
            <p:cNvSpPr/>
            <p:nvPr/>
          </p:nvSpPr>
          <p:spPr>
            <a:xfrm>
              <a:off x="2355840" y="33224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5" name=""/>
            <p:cNvSpPr/>
            <p:nvPr/>
          </p:nvSpPr>
          <p:spPr>
            <a:xfrm>
              <a:off x="2479680" y="3306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6" name=""/>
          <p:cNvGrpSpPr/>
          <p:nvPr/>
        </p:nvGrpSpPr>
        <p:grpSpPr>
          <a:xfrm>
            <a:off x="8305920" y="4952880"/>
            <a:ext cx="460080" cy="200520"/>
            <a:chOff x="8305920" y="4952880"/>
            <a:chExt cx="460080" cy="200520"/>
          </a:xfrm>
        </p:grpSpPr>
        <p:sp>
          <p:nvSpPr>
            <p:cNvPr id="197" name=""/>
            <p:cNvSpPr/>
            <p:nvPr/>
          </p:nvSpPr>
          <p:spPr>
            <a:xfrm>
              <a:off x="8305920" y="49672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8" name=""/>
            <p:cNvSpPr/>
            <p:nvPr/>
          </p:nvSpPr>
          <p:spPr>
            <a:xfrm>
              <a:off x="8428320" y="4952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9" name=""/>
          <p:cNvGrpSpPr/>
          <p:nvPr/>
        </p:nvGrpSpPr>
        <p:grpSpPr>
          <a:xfrm>
            <a:off x="2819520" y="609480"/>
            <a:ext cx="461160" cy="200520"/>
            <a:chOff x="2819520" y="609480"/>
            <a:chExt cx="461160" cy="200520"/>
          </a:xfrm>
        </p:grpSpPr>
        <p:sp>
          <p:nvSpPr>
            <p:cNvPr id="200" name=""/>
            <p:cNvSpPr/>
            <p:nvPr/>
          </p:nvSpPr>
          <p:spPr>
            <a:xfrm>
              <a:off x="2819520" y="62568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1" name=""/>
            <p:cNvSpPr/>
            <p:nvPr/>
          </p:nvSpPr>
          <p:spPr>
            <a:xfrm>
              <a:off x="2943000" y="609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2" name=""/>
          <p:cNvGrpSpPr/>
          <p:nvPr/>
        </p:nvGrpSpPr>
        <p:grpSpPr>
          <a:xfrm>
            <a:off x="4573440" y="4319640"/>
            <a:ext cx="461520" cy="200520"/>
            <a:chOff x="4573440" y="4319640"/>
            <a:chExt cx="461520" cy="200520"/>
          </a:xfrm>
        </p:grpSpPr>
        <p:sp>
          <p:nvSpPr>
            <p:cNvPr id="203" name=""/>
            <p:cNvSpPr/>
            <p:nvPr/>
          </p:nvSpPr>
          <p:spPr>
            <a:xfrm>
              <a:off x="4573440" y="43340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4" name=""/>
            <p:cNvSpPr/>
            <p:nvPr/>
          </p:nvSpPr>
          <p:spPr>
            <a:xfrm>
              <a:off x="4697280" y="43196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5" name=""/>
          <p:cNvGrpSpPr/>
          <p:nvPr/>
        </p:nvGrpSpPr>
        <p:grpSpPr>
          <a:xfrm>
            <a:off x="8153280" y="3429000"/>
            <a:ext cx="461880" cy="200520"/>
            <a:chOff x="8153280" y="3429000"/>
            <a:chExt cx="461880" cy="200520"/>
          </a:xfrm>
        </p:grpSpPr>
        <p:sp>
          <p:nvSpPr>
            <p:cNvPr id="206" name=""/>
            <p:cNvSpPr/>
            <p:nvPr/>
          </p:nvSpPr>
          <p:spPr>
            <a:xfrm>
              <a:off x="8153280" y="344448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7" name=""/>
            <p:cNvSpPr/>
            <p:nvPr/>
          </p:nvSpPr>
          <p:spPr>
            <a:xfrm>
              <a:off x="8277480" y="3429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8" name=""/>
          <p:cNvGrpSpPr/>
          <p:nvPr/>
        </p:nvGrpSpPr>
        <p:grpSpPr>
          <a:xfrm>
            <a:off x="905040" y="3444840"/>
            <a:ext cx="466920" cy="200520"/>
            <a:chOff x="905040" y="3444840"/>
            <a:chExt cx="466920" cy="200520"/>
          </a:xfrm>
        </p:grpSpPr>
        <p:sp>
          <p:nvSpPr>
            <p:cNvPr id="209" name=""/>
            <p:cNvSpPr/>
            <p:nvPr/>
          </p:nvSpPr>
          <p:spPr>
            <a:xfrm>
              <a:off x="905040" y="34592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0" name=""/>
            <p:cNvSpPr/>
            <p:nvPr/>
          </p:nvSpPr>
          <p:spPr>
            <a:xfrm>
              <a:off x="1034280" y="34448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1" name=""/>
          <p:cNvGrpSpPr/>
          <p:nvPr/>
        </p:nvGrpSpPr>
        <p:grpSpPr>
          <a:xfrm>
            <a:off x="4114800" y="2057400"/>
            <a:ext cx="461520" cy="200520"/>
            <a:chOff x="4114800" y="2057400"/>
            <a:chExt cx="461520" cy="200520"/>
          </a:xfrm>
        </p:grpSpPr>
        <p:sp>
          <p:nvSpPr>
            <p:cNvPr id="212" name=""/>
            <p:cNvSpPr/>
            <p:nvPr/>
          </p:nvSpPr>
          <p:spPr>
            <a:xfrm>
              <a:off x="4114800" y="2073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3" name=""/>
            <p:cNvSpPr/>
            <p:nvPr/>
          </p:nvSpPr>
          <p:spPr>
            <a:xfrm>
              <a:off x="4238640" y="2057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4" name=""/>
          <p:cNvGrpSpPr/>
          <p:nvPr/>
        </p:nvGrpSpPr>
        <p:grpSpPr>
          <a:xfrm>
            <a:off x="1447920" y="4191120"/>
            <a:ext cx="461520" cy="200520"/>
            <a:chOff x="1447920" y="4191120"/>
            <a:chExt cx="461520" cy="200520"/>
          </a:xfrm>
        </p:grpSpPr>
        <p:sp>
          <p:nvSpPr>
            <p:cNvPr id="215" name=""/>
            <p:cNvSpPr/>
            <p:nvPr/>
          </p:nvSpPr>
          <p:spPr>
            <a:xfrm>
              <a:off x="1447920" y="4205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6" name=""/>
            <p:cNvSpPr/>
            <p:nvPr/>
          </p:nvSpPr>
          <p:spPr>
            <a:xfrm>
              <a:off x="1571760" y="4191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7" name=""/>
          <p:cNvGrpSpPr/>
          <p:nvPr/>
        </p:nvGrpSpPr>
        <p:grpSpPr>
          <a:xfrm>
            <a:off x="5410080" y="3809880"/>
            <a:ext cx="461520" cy="200520"/>
            <a:chOff x="5410080" y="3809880"/>
            <a:chExt cx="461520" cy="200520"/>
          </a:xfrm>
        </p:grpSpPr>
        <p:sp>
          <p:nvSpPr>
            <p:cNvPr id="218" name=""/>
            <p:cNvSpPr/>
            <p:nvPr/>
          </p:nvSpPr>
          <p:spPr>
            <a:xfrm>
              <a:off x="5410080" y="3825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9" name=""/>
            <p:cNvSpPr/>
            <p:nvPr/>
          </p:nvSpPr>
          <p:spPr>
            <a:xfrm>
              <a:off x="5533920" y="3809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0" name=""/>
          <p:cNvGrpSpPr/>
          <p:nvPr/>
        </p:nvGrpSpPr>
        <p:grpSpPr>
          <a:xfrm>
            <a:off x="6781680" y="2895480"/>
            <a:ext cx="461520" cy="200520"/>
            <a:chOff x="6781680" y="2895480"/>
            <a:chExt cx="461520" cy="200520"/>
          </a:xfrm>
        </p:grpSpPr>
        <p:sp>
          <p:nvSpPr>
            <p:cNvPr id="221" name=""/>
            <p:cNvSpPr/>
            <p:nvPr/>
          </p:nvSpPr>
          <p:spPr>
            <a:xfrm>
              <a:off x="6781680" y="29098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2" name=""/>
            <p:cNvSpPr/>
            <p:nvPr/>
          </p:nvSpPr>
          <p:spPr>
            <a:xfrm>
              <a:off x="6905520" y="2895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3" name=""/>
          <p:cNvGrpSpPr/>
          <p:nvPr/>
        </p:nvGrpSpPr>
        <p:grpSpPr>
          <a:xfrm>
            <a:off x="7086600" y="5410080"/>
            <a:ext cx="461880" cy="200520"/>
            <a:chOff x="7086600" y="5410080"/>
            <a:chExt cx="461880" cy="200520"/>
          </a:xfrm>
        </p:grpSpPr>
        <p:sp>
          <p:nvSpPr>
            <p:cNvPr id="224" name=""/>
            <p:cNvSpPr/>
            <p:nvPr/>
          </p:nvSpPr>
          <p:spPr>
            <a:xfrm>
              <a:off x="7086600" y="5424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5" name=""/>
            <p:cNvSpPr/>
            <p:nvPr/>
          </p:nvSpPr>
          <p:spPr>
            <a:xfrm>
              <a:off x="7210800" y="5410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6" name=""/>
          <p:cNvGrpSpPr/>
          <p:nvPr/>
        </p:nvGrpSpPr>
        <p:grpSpPr>
          <a:xfrm>
            <a:off x="5562720" y="2362320"/>
            <a:ext cx="460080" cy="200520"/>
            <a:chOff x="5562720" y="2362320"/>
            <a:chExt cx="460080" cy="200520"/>
          </a:xfrm>
        </p:grpSpPr>
        <p:sp>
          <p:nvSpPr>
            <p:cNvPr id="227" name=""/>
            <p:cNvSpPr/>
            <p:nvPr/>
          </p:nvSpPr>
          <p:spPr>
            <a:xfrm>
              <a:off x="5562720" y="23781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8" name=""/>
            <p:cNvSpPr/>
            <p:nvPr/>
          </p:nvSpPr>
          <p:spPr>
            <a:xfrm>
              <a:off x="5685120" y="2362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9" name=""/>
          <p:cNvGrpSpPr/>
          <p:nvPr/>
        </p:nvGrpSpPr>
        <p:grpSpPr>
          <a:xfrm>
            <a:off x="2362320" y="3962520"/>
            <a:ext cx="461520" cy="200520"/>
            <a:chOff x="2362320" y="3962520"/>
            <a:chExt cx="461520" cy="200520"/>
          </a:xfrm>
        </p:grpSpPr>
        <p:sp>
          <p:nvSpPr>
            <p:cNvPr id="230" name=""/>
            <p:cNvSpPr/>
            <p:nvPr/>
          </p:nvSpPr>
          <p:spPr>
            <a:xfrm>
              <a:off x="2362320" y="39769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1" name=""/>
            <p:cNvSpPr/>
            <p:nvPr/>
          </p:nvSpPr>
          <p:spPr>
            <a:xfrm>
              <a:off x="2486160" y="3962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2" name=""/>
          <p:cNvGrpSpPr/>
          <p:nvPr/>
        </p:nvGrpSpPr>
        <p:grpSpPr>
          <a:xfrm>
            <a:off x="1981080" y="6248520"/>
            <a:ext cx="461520" cy="200520"/>
            <a:chOff x="1981080" y="6248520"/>
            <a:chExt cx="461520" cy="200520"/>
          </a:xfrm>
        </p:grpSpPr>
        <p:sp>
          <p:nvSpPr>
            <p:cNvPr id="233" name=""/>
            <p:cNvSpPr/>
            <p:nvPr/>
          </p:nvSpPr>
          <p:spPr>
            <a:xfrm>
              <a:off x="1981080" y="6264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4" name=""/>
            <p:cNvSpPr/>
            <p:nvPr/>
          </p:nvSpPr>
          <p:spPr>
            <a:xfrm>
              <a:off x="2104920" y="6248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5" name=""/>
          <p:cNvGrpSpPr/>
          <p:nvPr/>
        </p:nvGrpSpPr>
        <p:grpSpPr>
          <a:xfrm>
            <a:off x="3733920" y="5029200"/>
            <a:ext cx="460080" cy="200520"/>
            <a:chOff x="3733920" y="5029200"/>
            <a:chExt cx="460080" cy="200520"/>
          </a:xfrm>
        </p:grpSpPr>
        <p:sp>
          <p:nvSpPr>
            <p:cNvPr id="236" name=""/>
            <p:cNvSpPr/>
            <p:nvPr/>
          </p:nvSpPr>
          <p:spPr>
            <a:xfrm>
              <a:off x="3733920" y="504360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7" name=""/>
            <p:cNvSpPr/>
            <p:nvPr/>
          </p:nvSpPr>
          <p:spPr>
            <a:xfrm>
              <a:off x="3856320" y="5029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8" name=""/>
          <p:cNvGrpSpPr/>
          <p:nvPr/>
        </p:nvGrpSpPr>
        <p:grpSpPr>
          <a:xfrm>
            <a:off x="3048120" y="2666880"/>
            <a:ext cx="459720" cy="200520"/>
            <a:chOff x="3048120" y="2666880"/>
            <a:chExt cx="459720" cy="200520"/>
          </a:xfrm>
        </p:grpSpPr>
        <p:sp>
          <p:nvSpPr>
            <p:cNvPr id="239" name=""/>
            <p:cNvSpPr/>
            <p:nvPr/>
          </p:nvSpPr>
          <p:spPr>
            <a:xfrm>
              <a:off x="3048120" y="268272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0" name=""/>
            <p:cNvSpPr/>
            <p:nvPr/>
          </p:nvSpPr>
          <p:spPr>
            <a:xfrm>
              <a:off x="3170160" y="2666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41" name="Oval 240"/>
          <p:cNvSpPr/>
          <p:nvPr/>
        </p:nvSpPr>
        <p:spPr>
          <a:xfrm>
            <a:off x="2453602" y="396854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2483602" y="399854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2661602" y="398604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244" name="Oval 243"/>
          <p:cNvSpPr/>
          <p:nvPr/>
        </p:nvSpPr>
        <p:spPr>
          <a:xfrm>
            <a:off x="2198750" y="259572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2228750" y="262572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2406750" y="261322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247" name="Oval 246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 ↓</a:t>
            </a:r>
          </a:p>
        </p:txBody>
      </p:sp>
      <p:sp>
        <p:nvSpPr>
          <p:cNvPr id="250" name="Oval 249"/>
          <p:cNvSpPr/>
          <p:nvPr/>
        </p:nvSpPr>
        <p:spPr>
          <a:xfrm>
            <a:off x="6391570" y="635195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6421570" y="638195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6599570" y="636945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253" name="Oval 252"/>
          <p:cNvSpPr/>
          <p:nvPr/>
        </p:nvSpPr>
        <p:spPr>
          <a:xfrm>
            <a:off x="6895359" y="66725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6925359" y="69725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7103359" y="68475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256" name="Oval 255"/>
          <p:cNvSpPr/>
          <p:nvPr/>
        </p:nvSpPr>
        <p:spPr>
          <a:xfrm>
            <a:off x="5140225" y="106412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5170225" y="109412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258" name="Rounded Rectangle 257"/>
          <p:cNvSpPr/>
          <p:nvPr/>
        </p:nvSpPr>
        <p:spPr>
          <a:xfrm>
            <a:off x="5348225" y="108162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</a:t>
            </a:r>
          </a:p>
        </p:txBody>
      </p:sp>
      <p:sp>
        <p:nvSpPr>
          <p:cNvPr id="259" name="Oval 258"/>
          <p:cNvSpPr/>
          <p:nvPr/>
        </p:nvSpPr>
        <p:spPr>
          <a:xfrm>
            <a:off x="90000" y="88121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20000" y="91121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61" name="Rounded Rectangle 260"/>
          <p:cNvSpPr/>
          <p:nvPr/>
        </p:nvSpPr>
        <p:spPr>
          <a:xfrm>
            <a:off x="298000" y="89871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</a:t>
            </a:r>
          </a:p>
        </p:txBody>
      </p:sp>
      <p:sp>
        <p:nvSpPr>
          <p:cNvPr id="262" name="Oval 261"/>
          <p:cNvSpPr/>
          <p:nvPr/>
        </p:nvSpPr>
        <p:spPr>
          <a:xfrm>
            <a:off x="90000" y="3528138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20000" y="355813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264" name="Rounded Rectangle 263"/>
          <p:cNvSpPr/>
          <p:nvPr/>
        </p:nvSpPr>
        <p:spPr>
          <a:xfrm>
            <a:off x="298000" y="354563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265" name="Oval 264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267" name="Rounded Rectangle 266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268" name="Rounded Rectangle 267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V53, V65,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>
            <a:off x="3125880" y="50760"/>
            <a:ext cx="289188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pt-BR" sz="1100" spc="-1" strike="noStrike">
                <a:solidFill>
                  <a:srgbClr val="1a2a40"/>
                </a:solidFill>
                <a:latin typeface="Arial"/>
              </a:rPr>
              <a:t>Level 3: LFPG | RWY 08L | STAR DINA4E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 flipH="1">
            <a:off x="5799240" y="2424240"/>
            <a:ext cx="1442880" cy="414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 flipH="1">
            <a:off x="5157720" y="2838600"/>
            <a:ext cx="641520" cy="1839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 flipH="1">
            <a:off x="4640040" y="3022560"/>
            <a:ext cx="517320" cy="168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 flipH="1">
            <a:off x="4258800" y="3191040"/>
            <a:ext cx="381240" cy="123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 flipH="1">
            <a:off x="3765240" y="3314880"/>
            <a:ext cx="493560" cy="1584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 flipH="1">
            <a:off x="2665440" y="3473280"/>
            <a:ext cx="1100160" cy="586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 flipH="1">
            <a:off x="2100240" y="4059360"/>
            <a:ext cx="565200" cy="9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7440" bIns="-3744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 flipH="1">
            <a:off x="1901520" y="4068720"/>
            <a:ext cx="198360" cy="1605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1901880" y="4229280"/>
            <a:ext cx="25200" cy="357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"/>
          <p:cNvSpPr/>
          <p:nvPr/>
        </p:nvSpPr>
        <p:spPr>
          <a:xfrm flipV="1">
            <a:off x="1927080" y="4562640"/>
            <a:ext cx="231840" cy="23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23040" bIns="-2304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"/>
          <p:cNvSpPr/>
          <p:nvPr/>
        </p:nvSpPr>
        <p:spPr>
          <a:xfrm flipV="1">
            <a:off x="2158920" y="4541760"/>
            <a:ext cx="276480" cy="20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25920" bIns="-259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"/>
          <p:cNvSpPr/>
          <p:nvPr/>
        </p:nvSpPr>
        <p:spPr>
          <a:xfrm flipV="1">
            <a:off x="2435400" y="4528800"/>
            <a:ext cx="195120" cy="12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54" name=""/>
          <p:cNvGrpSpPr/>
          <p:nvPr/>
        </p:nvGrpSpPr>
        <p:grpSpPr>
          <a:xfrm>
            <a:off x="7178760" y="2360520"/>
            <a:ext cx="717840" cy="200520"/>
            <a:chOff x="7178760" y="2360520"/>
            <a:chExt cx="717840" cy="200520"/>
          </a:xfrm>
        </p:grpSpPr>
        <p:sp>
          <p:nvSpPr>
            <p:cNvPr id="255" name=""/>
            <p:cNvSpPr/>
            <p:nvPr/>
          </p:nvSpPr>
          <p:spPr>
            <a:xfrm>
              <a:off x="7178760" y="236052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6" name=""/>
            <p:cNvSpPr/>
            <p:nvPr/>
          </p:nvSpPr>
          <p:spPr>
            <a:xfrm>
              <a:off x="7369920" y="2360520"/>
              <a:ext cx="526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'DINAN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7" name=""/>
          <p:cNvGrpSpPr/>
          <p:nvPr/>
        </p:nvGrpSpPr>
        <p:grpSpPr>
          <a:xfrm>
            <a:off x="5748480" y="2774880"/>
            <a:ext cx="685440" cy="200520"/>
            <a:chOff x="5748480" y="2774880"/>
            <a:chExt cx="685440" cy="200520"/>
          </a:xfrm>
        </p:grpSpPr>
        <p:sp>
          <p:nvSpPr>
            <p:cNvPr id="258" name=""/>
            <p:cNvSpPr/>
            <p:nvPr/>
          </p:nvSpPr>
          <p:spPr>
            <a:xfrm>
              <a:off x="5748480" y="278748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9" name=""/>
            <p:cNvSpPr/>
            <p:nvPr/>
          </p:nvSpPr>
          <p:spPr>
            <a:xfrm>
              <a:off x="5920920" y="2774880"/>
              <a:ext cx="51300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'CRL80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0" name=""/>
          <p:cNvGrpSpPr/>
          <p:nvPr/>
        </p:nvGrpSpPr>
        <p:grpSpPr>
          <a:xfrm>
            <a:off x="5106960" y="2959200"/>
            <a:ext cx="703440" cy="200520"/>
            <a:chOff x="5106960" y="2959200"/>
            <a:chExt cx="703440" cy="200520"/>
          </a:xfrm>
        </p:grpSpPr>
        <p:sp>
          <p:nvSpPr>
            <p:cNvPr id="261" name=""/>
            <p:cNvSpPr/>
            <p:nvPr/>
          </p:nvSpPr>
          <p:spPr>
            <a:xfrm>
              <a:off x="5106960" y="29718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2" name=""/>
            <p:cNvSpPr/>
            <p:nvPr/>
          </p:nvSpPr>
          <p:spPr>
            <a:xfrm>
              <a:off x="5262480" y="2959200"/>
              <a:ext cx="5479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'ZERAM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3" name=""/>
          <p:cNvGrpSpPr/>
          <p:nvPr/>
        </p:nvGrpSpPr>
        <p:grpSpPr>
          <a:xfrm>
            <a:off x="4589640" y="3127320"/>
            <a:ext cx="702360" cy="200520"/>
            <a:chOff x="4589640" y="3127320"/>
            <a:chExt cx="702360" cy="200520"/>
          </a:xfrm>
        </p:grpSpPr>
        <p:sp>
          <p:nvSpPr>
            <p:cNvPr id="264" name=""/>
            <p:cNvSpPr/>
            <p:nvPr/>
          </p:nvSpPr>
          <p:spPr>
            <a:xfrm>
              <a:off x="4589640" y="313992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5" name=""/>
            <p:cNvSpPr/>
            <p:nvPr/>
          </p:nvSpPr>
          <p:spPr>
            <a:xfrm>
              <a:off x="4744080" y="3127320"/>
              <a:ext cx="5479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'ANARU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6" name=""/>
          <p:cNvGrpSpPr/>
          <p:nvPr/>
        </p:nvGrpSpPr>
        <p:grpSpPr>
          <a:xfrm>
            <a:off x="4208400" y="3251160"/>
            <a:ext cx="688320" cy="200520"/>
            <a:chOff x="4208400" y="3251160"/>
            <a:chExt cx="688320" cy="200520"/>
          </a:xfrm>
        </p:grpSpPr>
        <p:sp>
          <p:nvSpPr>
            <p:cNvPr id="267" name=""/>
            <p:cNvSpPr/>
            <p:nvPr/>
          </p:nvSpPr>
          <p:spPr>
            <a:xfrm>
              <a:off x="4208400" y="326376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8" name=""/>
            <p:cNvSpPr/>
            <p:nvPr/>
          </p:nvSpPr>
          <p:spPr>
            <a:xfrm>
              <a:off x="4379040" y="3251160"/>
              <a:ext cx="51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'DIVEM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9" name=""/>
          <p:cNvGrpSpPr/>
          <p:nvPr/>
        </p:nvGrpSpPr>
        <p:grpSpPr>
          <a:xfrm>
            <a:off x="3714840" y="3409920"/>
            <a:ext cx="695880" cy="200520"/>
            <a:chOff x="3714840" y="3409920"/>
            <a:chExt cx="695880" cy="200520"/>
          </a:xfrm>
        </p:grpSpPr>
        <p:sp>
          <p:nvSpPr>
            <p:cNvPr id="270" name=""/>
            <p:cNvSpPr/>
            <p:nvPr/>
          </p:nvSpPr>
          <p:spPr>
            <a:xfrm>
              <a:off x="3714840" y="342252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1" name=""/>
            <p:cNvSpPr/>
            <p:nvPr/>
          </p:nvSpPr>
          <p:spPr>
            <a:xfrm>
              <a:off x="3877920" y="3409920"/>
              <a:ext cx="53280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'LORTA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2" name=""/>
          <p:cNvGrpSpPr/>
          <p:nvPr/>
        </p:nvGrpSpPr>
        <p:grpSpPr>
          <a:xfrm>
            <a:off x="2614680" y="3995640"/>
            <a:ext cx="708120" cy="200520"/>
            <a:chOff x="2614680" y="3995640"/>
            <a:chExt cx="708120" cy="200520"/>
          </a:xfrm>
        </p:grpSpPr>
        <p:sp>
          <p:nvSpPr>
            <p:cNvPr id="273" name=""/>
            <p:cNvSpPr/>
            <p:nvPr/>
          </p:nvSpPr>
          <p:spPr>
            <a:xfrm>
              <a:off x="2614680" y="40086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4" name=""/>
            <p:cNvSpPr/>
            <p:nvPr/>
          </p:nvSpPr>
          <p:spPr>
            <a:xfrm>
              <a:off x="2765520" y="3995640"/>
              <a:ext cx="5572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'BUNOR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5" name=""/>
          <p:cNvGrpSpPr/>
          <p:nvPr/>
        </p:nvGrpSpPr>
        <p:grpSpPr>
          <a:xfrm>
            <a:off x="2058840" y="4005360"/>
            <a:ext cx="665280" cy="200520"/>
            <a:chOff x="2058840" y="4005360"/>
            <a:chExt cx="665280" cy="200520"/>
          </a:xfrm>
        </p:grpSpPr>
        <p:sp>
          <p:nvSpPr>
            <p:cNvPr id="276" name=""/>
            <p:cNvSpPr/>
            <p:nvPr/>
          </p:nvSpPr>
          <p:spPr>
            <a:xfrm>
              <a:off x="2058840" y="402912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7" name=""/>
            <p:cNvSpPr/>
            <p:nvPr/>
          </p:nvSpPr>
          <p:spPr>
            <a:xfrm>
              <a:off x="2211120" y="4005360"/>
              <a:ext cx="51300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'PG529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8" name=""/>
          <p:cNvGrpSpPr/>
          <p:nvPr/>
        </p:nvGrpSpPr>
        <p:grpSpPr>
          <a:xfrm>
            <a:off x="1851120" y="4165560"/>
            <a:ext cx="730440" cy="200520"/>
            <a:chOff x="1851120" y="4165560"/>
            <a:chExt cx="730440" cy="200520"/>
          </a:xfrm>
        </p:grpSpPr>
        <p:sp>
          <p:nvSpPr>
            <p:cNvPr id="279" name=""/>
            <p:cNvSpPr/>
            <p:nvPr/>
          </p:nvSpPr>
          <p:spPr>
            <a:xfrm>
              <a:off x="1851120" y="417816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0" name=""/>
            <p:cNvSpPr/>
            <p:nvPr/>
          </p:nvSpPr>
          <p:spPr>
            <a:xfrm>
              <a:off x="2044080" y="4165560"/>
              <a:ext cx="537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'PG530 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1" name=""/>
          <p:cNvGrpSpPr/>
          <p:nvPr/>
        </p:nvGrpSpPr>
        <p:grpSpPr>
          <a:xfrm>
            <a:off x="1876320" y="4522680"/>
            <a:ext cx="685080" cy="200520"/>
            <a:chOff x="1876320" y="4522680"/>
            <a:chExt cx="685080" cy="200520"/>
          </a:xfrm>
        </p:grpSpPr>
        <p:sp>
          <p:nvSpPr>
            <p:cNvPr id="282" name=""/>
            <p:cNvSpPr/>
            <p:nvPr/>
          </p:nvSpPr>
          <p:spPr>
            <a:xfrm>
              <a:off x="1876320" y="453564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3" name=""/>
            <p:cNvSpPr/>
            <p:nvPr/>
          </p:nvSpPr>
          <p:spPr>
            <a:xfrm>
              <a:off x="2048400" y="4522680"/>
              <a:ext cx="51300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'PG532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4" name=""/>
          <p:cNvGrpSpPr/>
          <p:nvPr/>
        </p:nvGrpSpPr>
        <p:grpSpPr>
          <a:xfrm>
            <a:off x="2117880" y="4498920"/>
            <a:ext cx="646560" cy="200520"/>
            <a:chOff x="2117880" y="4498920"/>
            <a:chExt cx="646560" cy="200520"/>
          </a:xfrm>
        </p:grpSpPr>
        <p:sp>
          <p:nvSpPr>
            <p:cNvPr id="285" name=""/>
            <p:cNvSpPr/>
            <p:nvPr/>
          </p:nvSpPr>
          <p:spPr>
            <a:xfrm>
              <a:off x="2117880" y="4521240"/>
              <a:ext cx="824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6" name=""/>
            <p:cNvSpPr/>
            <p:nvPr/>
          </p:nvSpPr>
          <p:spPr>
            <a:xfrm>
              <a:off x="2289600" y="449892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'CI08L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7" name=""/>
          <p:cNvGrpSpPr/>
          <p:nvPr/>
        </p:nvGrpSpPr>
        <p:grpSpPr>
          <a:xfrm>
            <a:off x="2394000" y="4478400"/>
            <a:ext cx="672480" cy="200520"/>
            <a:chOff x="2394000" y="4478400"/>
            <a:chExt cx="672480" cy="200520"/>
          </a:xfrm>
        </p:grpSpPr>
        <p:sp>
          <p:nvSpPr>
            <p:cNvPr id="288" name=""/>
            <p:cNvSpPr/>
            <p:nvPr/>
          </p:nvSpPr>
          <p:spPr>
            <a:xfrm>
              <a:off x="2394000" y="45021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9" name=""/>
            <p:cNvSpPr/>
            <p:nvPr/>
          </p:nvSpPr>
          <p:spPr>
            <a:xfrm>
              <a:off x="2538360" y="4478400"/>
              <a:ext cx="5281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'OM08L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0" name=""/>
          <p:cNvGrpSpPr/>
          <p:nvPr/>
        </p:nvGrpSpPr>
        <p:grpSpPr>
          <a:xfrm>
            <a:off x="2567160" y="4465800"/>
            <a:ext cx="727920" cy="200520"/>
            <a:chOff x="2567160" y="4465800"/>
            <a:chExt cx="727920" cy="200520"/>
          </a:xfrm>
        </p:grpSpPr>
        <p:sp>
          <p:nvSpPr>
            <p:cNvPr id="291" name=""/>
            <p:cNvSpPr/>
            <p:nvPr/>
          </p:nvSpPr>
          <p:spPr>
            <a:xfrm>
              <a:off x="2567160" y="4465800"/>
              <a:ext cx="126720" cy="12672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2" name=""/>
            <p:cNvSpPr/>
            <p:nvPr/>
          </p:nvSpPr>
          <p:spPr>
            <a:xfrm>
              <a:off x="2748600" y="4465800"/>
              <a:ext cx="54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'RW08L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3" name=""/>
          <p:cNvGrpSpPr/>
          <p:nvPr/>
        </p:nvGrpSpPr>
        <p:grpSpPr>
          <a:xfrm>
            <a:off x="4114800" y="4343400"/>
            <a:ext cx="478800" cy="200520"/>
            <a:chOff x="4114800" y="4343400"/>
            <a:chExt cx="478800" cy="200520"/>
          </a:xfrm>
        </p:grpSpPr>
        <p:sp>
          <p:nvSpPr>
            <p:cNvPr id="294" name=""/>
            <p:cNvSpPr/>
            <p:nvPr/>
          </p:nvSpPr>
          <p:spPr>
            <a:xfrm>
              <a:off x="4114800" y="434988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5" name=""/>
            <p:cNvSpPr/>
            <p:nvPr/>
          </p:nvSpPr>
          <p:spPr>
            <a:xfrm>
              <a:off x="4255920" y="4343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6" name=""/>
          <p:cNvGrpSpPr/>
          <p:nvPr/>
        </p:nvGrpSpPr>
        <p:grpSpPr>
          <a:xfrm>
            <a:off x="3124080" y="2819520"/>
            <a:ext cx="478800" cy="200520"/>
            <a:chOff x="3124080" y="2819520"/>
            <a:chExt cx="478800" cy="200520"/>
          </a:xfrm>
        </p:grpSpPr>
        <p:sp>
          <p:nvSpPr>
            <p:cNvPr id="297" name=""/>
            <p:cNvSpPr/>
            <p:nvPr/>
          </p:nvSpPr>
          <p:spPr>
            <a:xfrm>
              <a:off x="3124080" y="282564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8" name=""/>
            <p:cNvSpPr/>
            <p:nvPr/>
          </p:nvSpPr>
          <p:spPr>
            <a:xfrm>
              <a:off x="3265200" y="2819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9" name=""/>
          <p:cNvGrpSpPr/>
          <p:nvPr/>
        </p:nvGrpSpPr>
        <p:grpSpPr>
          <a:xfrm>
            <a:off x="6021360" y="4910040"/>
            <a:ext cx="468720" cy="200520"/>
            <a:chOff x="6021360" y="4910040"/>
            <a:chExt cx="468720" cy="200520"/>
          </a:xfrm>
        </p:grpSpPr>
        <p:sp>
          <p:nvSpPr>
            <p:cNvPr id="300" name=""/>
            <p:cNvSpPr/>
            <p:nvPr/>
          </p:nvSpPr>
          <p:spPr>
            <a:xfrm>
              <a:off x="6021360" y="49244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1" name=""/>
            <p:cNvSpPr/>
            <p:nvPr/>
          </p:nvSpPr>
          <p:spPr>
            <a:xfrm>
              <a:off x="6152400" y="49100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2" name=""/>
          <p:cNvGrpSpPr/>
          <p:nvPr/>
        </p:nvGrpSpPr>
        <p:grpSpPr>
          <a:xfrm>
            <a:off x="1447920" y="4267080"/>
            <a:ext cx="461520" cy="200520"/>
            <a:chOff x="1447920" y="4267080"/>
            <a:chExt cx="461520" cy="200520"/>
          </a:xfrm>
        </p:grpSpPr>
        <p:sp>
          <p:nvSpPr>
            <p:cNvPr id="303" name=""/>
            <p:cNvSpPr/>
            <p:nvPr/>
          </p:nvSpPr>
          <p:spPr>
            <a:xfrm>
              <a:off x="1447920" y="42829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4" name=""/>
            <p:cNvSpPr/>
            <p:nvPr/>
          </p:nvSpPr>
          <p:spPr>
            <a:xfrm>
              <a:off x="1571760" y="4267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5" name=""/>
          <p:cNvGrpSpPr/>
          <p:nvPr/>
        </p:nvGrpSpPr>
        <p:grpSpPr>
          <a:xfrm>
            <a:off x="3352680" y="5562720"/>
            <a:ext cx="461880" cy="200520"/>
            <a:chOff x="3352680" y="5562720"/>
            <a:chExt cx="461880" cy="200520"/>
          </a:xfrm>
        </p:grpSpPr>
        <p:sp>
          <p:nvSpPr>
            <p:cNvPr id="306" name=""/>
            <p:cNvSpPr/>
            <p:nvPr/>
          </p:nvSpPr>
          <p:spPr>
            <a:xfrm>
              <a:off x="3352680" y="55785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7" name=""/>
            <p:cNvSpPr/>
            <p:nvPr/>
          </p:nvSpPr>
          <p:spPr>
            <a:xfrm>
              <a:off x="3476880" y="5562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8" name=""/>
          <p:cNvGrpSpPr/>
          <p:nvPr/>
        </p:nvGrpSpPr>
        <p:grpSpPr>
          <a:xfrm>
            <a:off x="8359920" y="3438360"/>
            <a:ext cx="467280" cy="200520"/>
            <a:chOff x="8359920" y="3438360"/>
            <a:chExt cx="467280" cy="200520"/>
          </a:xfrm>
        </p:grpSpPr>
        <p:sp>
          <p:nvSpPr>
            <p:cNvPr id="309" name=""/>
            <p:cNvSpPr/>
            <p:nvPr/>
          </p:nvSpPr>
          <p:spPr>
            <a:xfrm>
              <a:off x="8359920" y="34527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0" name=""/>
            <p:cNvSpPr/>
            <p:nvPr/>
          </p:nvSpPr>
          <p:spPr>
            <a:xfrm>
              <a:off x="8489520" y="34383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1" name=""/>
          <p:cNvGrpSpPr/>
          <p:nvPr/>
        </p:nvGrpSpPr>
        <p:grpSpPr>
          <a:xfrm>
            <a:off x="7189920" y="4173480"/>
            <a:ext cx="468720" cy="200520"/>
            <a:chOff x="7189920" y="4173480"/>
            <a:chExt cx="468720" cy="200520"/>
          </a:xfrm>
        </p:grpSpPr>
        <p:sp>
          <p:nvSpPr>
            <p:cNvPr id="312" name=""/>
            <p:cNvSpPr/>
            <p:nvPr/>
          </p:nvSpPr>
          <p:spPr>
            <a:xfrm>
              <a:off x="7189920" y="4189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3" name=""/>
            <p:cNvSpPr/>
            <p:nvPr/>
          </p:nvSpPr>
          <p:spPr>
            <a:xfrm>
              <a:off x="7320960" y="4173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4" name=""/>
          <p:cNvGrpSpPr/>
          <p:nvPr/>
        </p:nvGrpSpPr>
        <p:grpSpPr>
          <a:xfrm>
            <a:off x="720720" y="3452760"/>
            <a:ext cx="468720" cy="200520"/>
            <a:chOff x="720720" y="3452760"/>
            <a:chExt cx="468720" cy="200520"/>
          </a:xfrm>
        </p:grpSpPr>
        <p:sp>
          <p:nvSpPr>
            <p:cNvPr id="315" name=""/>
            <p:cNvSpPr/>
            <p:nvPr/>
          </p:nvSpPr>
          <p:spPr>
            <a:xfrm>
              <a:off x="720720" y="34686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6" name=""/>
            <p:cNvSpPr/>
            <p:nvPr/>
          </p:nvSpPr>
          <p:spPr>
            <a:xfrm>
              <a:off x="851760" y="34527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7" name=""/>
          <p:cNvGrpSpPr/>
          <p:nvPr/>
        </p:nvGrpSpPr>
        <p:grpSpPr>
          <a:xfrm>
            <a:off x="1447920" y="4876920"/>
            <a:ext cx="460080" cy="200520"/>
            <a:chOff x="1447920" y="4876920"/>
            <a:chExt cx="460080" cy="200520"/>
          </a:xfrm>
        </p:grpSpPr>
        <p:sp>
          <p:nvSpPr>
            <p:cNvPr id="318" name=""/>
            <p:cNvSpPr/>
            <p:nvPr/>
          </p:nvSpPr>
          <p:spPr>
            <a:xfrm>
              <a:off x="1447920" y="489132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9" name=""/>
            <p:cNvSpPr/>
            <p:nvPr/>
          </p:nvSpPr>
          <p:spPr>
            <a:xfrm>
              <a:off x="1570320" y="4876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0" name=""/>
          <p:cNvGrpSpPr/>
          <p:nvPr/>
        </p:nvGrpSpPr>
        <p:grpSpPr>
          <a:xfrm>
            <a:off x="8342280" y="1981080"/>
            <a:ext cx="468720" cy="200520"/>
            <a:chOff x="8342280" y="1981080"/>
            <a:chExt cx="468720" cy="200520"/>
          </a:xfrm>
        </p:grpSpPr>
        <p:sp>
          <p:nvSpPr>
            <p:cNvPr id="321" name=""/>
            <p:cNvSpPr/>
            <p:nvPr/>
          </p:nvSpPr>
          <p:spPr>
            <a:xfrm>
              <a:off x="8342280" y="199692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2" name=""/>
            <p:cNvSpPr/>
            <p:nvPr/>
          </p:nvSpPr>
          <p:spPr>
            <a:xfrm>
              <a:off x="8473320" y="1981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3" name=""/>
          <p:cNvGrpSpPr/>
          <p:nvPr/>
        </p:nvGrpSpPr>
        <p:grpSpPr>
          <a:xfrm>
            <a:off x="4267080" y="2057400"/>
            <a:ext cx="461520" cy="200520"/>
            <a:chOff x="4267080" y="2057400"/>
            <a:chExt cx="461520" cy="200520"/>
          </a:xfrm>
        </p:grpSpPr>
        <p:sp>
          <p:nvSpPr>
            <p:cNvPr id="324" name=""/>
            <p:cNvSpPr/>
            <p:nvPr/>
          </p:nvSpPr>
          <p:spPr>
            <a:xfrm>
              <a:off x="4267080" y="2073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5" name=""/>
            <p:cNvSpPr/>
            <p:nvPr/>
          </p:nvSpPr>
          <p:spPr>
            <a:xfrm>
              <a:off x="4390920" y="2057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6" name=""/>
          <p:cNvGrpSpPr/>
          <p:nvPr/>
        </p:nvGrpSpPr>
        <p:grpSpPr>
          <a:xfrm>
            <a:off x="1833480" y="2717640"/>
            <a:ext cx="467280" cy="200520"/>
            <a:chOff x="1833480" y="2717640"/>
            <a:chExt cx="467280" cy="200520"/>
          </a:xfrm>
        </p:grpSpPr>
        <p:sp>
          <p:nvSpPr>
            <p:cNvPr id="327" name=""/>
            <p:cNvSpPr/>
            <p:nvPr/>
          </p:nvSpPr>
          <p:spPr>
            <a:xfrm>
              <a:off x="1833480" y="273204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8" name=""/>
            <p:cNvSpPr/>
            <p:nvPr/>
          </p:nvSpPr>
          <p:spPr>
            <a:xfrm>
              <a:off x="1963080" y="27176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9" name=""/>
          <p:cNvGrpSpPr/>
          <p:nvPr/>
        </p:nvGrpSpPr>
        <p:grpSpPr>
          <a:xfrm>
            <a:off x="5265720" y="4151160"/>
            <a:ext cx="468720" cy="200520"/>
            <a:chOff x="5265720" y="4151160"/>
            <a:chExt cx="468720" cy="200520"/>
          </a:xfrm>
        </p:grpSpPr>
        <p:sp>
          <p:nvSpPr>
            <p:cNvPr id="330" name=""/>
            <p:cNvSpPr/>
            <p:nvPr/>
          </p:nvSpPr>
          <p:spPr>
            <a:xfrm>
              <a:off x="5265720" y="41655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1" name=""/>
            <p:cNvSpPr/>
            <p:nvPr/>
          </p:nvSpPr>
          <p:spPr>
            <a:xfrm>
              <a:off x="5396760" y="41511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2" name=""/>
          <p:cNvGrpSpPr/>
          <p:nvPr/>
        </p:nvGrpSpPr>
        <p:grpSpPr>
          <a:xfrm>
            <a:off x="7391520" y="2971800"/>
            <a:ext cx="461160" cy="200520"/>
            <a:chOff x="7391520" y="2971800"/>
            <a:chExt cx="461160" cy="200520"/>
          </a:xfrm>
        </p:grpSpPr>
        <p:sp>
          <p:nvSpPr>
            <p:cNvPr id="333" name=""/>
            <p:cNvSpPr/>
            <p:nvPr/>
          </p:nvSpPr>
          <p:spPr>
            <a:xfrm>
              <a:off x="7391520" y="298764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4" name=""/>
            <p:cNvSpPr/>
            <p:nvPr/>
          </p:nvSpPr>
          <p:spPr>
            <a:xfrm>
              <a:off x="7515000" y="2971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5" name=""/>
          <p:cNvGrpSpPr/>
          <p:nvPr/>
        </p:nvGrpSpPr>
        <p:grpSpPr>
          <a:xfrm>
            <a:off x="5486400" y="3505320"/>
            <a:ext cx="461880" cy="200520"/>
            <a:chOff x="5486400" y="3505320"/>
            <a:chExt cx="461880" cy="200520"/>
          </a:xfrm>
        </p:grpSpPr>
        <p:sp>
          <p:nvSpPr>
            <p:cNvPr id="336" name=""/>
            <p:cNvSpPr/>
            <p:nvPr/>
          </p:nvSpPr>
          <p:spPr>
            <a:xfrm>
              <a:off x="5486400" y="351936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7" name=""/>
            <p:cNvSpPr/>
            <p:nvPr/>
          </p:nvSpPr>
          <p:spPr>
            <a:xfrm>
              <a:off x="5610600" y="3505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8" name=""/>
          <p:cNvGrpSpPr/>
          <p:nvPr/>
        </p:nvGrpSpPr>
        <p:grpSpPr>
          <a:xfrm>
            <a:off x="6435720" y="3468600"/>
            <a:ext cx="467280" cy="200520"/>
            <a:chOff x="6435720" y="3468600"/>
            <a:chExt cx="467280" cy="200520"/>
          </a:xfrm>
        </p:grpSpPr>
        <p:sp>
          <p:nvSpPr>
            <p:cNvPr id="339" name=""/>
            <p:cNvSpPr/>
            <p:nvPr/>
          </p:nvSpPr>
          <p:spPr>
            <a:xfrm>
              <a:off x="6435720" y="3484440"/>
              <a:ext cx="9540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0" name=""/>
            <p:cNvSpPr/>
            <p:nvPr/>
          </p:nvSpPr>
          <p:spPr>
            <a:xfrm>
              <a:off x="6565320" y="3468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1" name=""/>
          <p:cNvGrpSpPr/>
          <p:nvPr/>
        </p:nvGrpSpPr>
        <p:grpSpPr>
          <a:xfrm>
            <a:off x="685800" y="2057400"/>
            <a:ext cx="461880" cy="200520"/>
            <a:chOff x="685800" y="2057400"/>
            <a:chExt cx="461880" cy="200520"/>
          </a:xfrm>
        </p:grpSpPr>
        <p:sp>
          <p:nvSpPr>
            <p:cNvPr id="342" name=""/>
            <p:cNvSpPr/>
            <p:nvPr/>
          </p:nvSpPr>
          <p:spPr>
            <a:xfrm>
              <a:off x="685800" y="2073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3" name=""/>
            <p:cNvSpPr/>
            <p:nvPr/>
          </p:nvSpPr>
          <p:spPr>
            <a:xfrm>
              <a:off x="810000" y="2057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4" name=""/>
          <p:cNvGrpSpPr/>
          <p:nvPr/>
        </p:nvGrpSpPr>
        <p:grpSpPr>
          <a:xfrm>
            <a:off x="990720" y="5638680"/>
            <a:ext cx="460080" cy="200520"/>
            <a:chOff x="990720" y="5638680"/>
            <a:chExt cx="460080" cy="200520"/>
          </a:xfrm>
        </p:grpSpPr>
        <p:sp>
          <p:nvSpPr>
            <p:cNvPr id="345" name=""/>
            <p:cNvSpPr/>
            <p:nvPr/>
          </p:nvSpPr>
          <p:spPr>
            <a:xfrm>
              <a:off x="990720" y="565452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6" name=""/>
            <p:cNvSpPr/>
            <p:nvPr/>
          </p:nvSpPr>
          <p:spPr>
            <a:xfrm>
              <a:off x="1113120" y="5638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7" name=""/>
          <p:cNvGrpSpPr/>
          <p:nvPr/>
        </p:nvGrpSpPr>
        <p:grpSpPr>
          <a:xfrm>
            <a:off x="2209680" y="3505320"/>
            <a:ext cx="461880" cy="200520"/>
            <a:chOff x="2209680" y="3505320"/>
            <a:chExt cx="461880" cy="200520"/>
          </a:xfrm>
        </p:grpSpPr>
        <p:sp>
          <p:nvSpPr>
            <p:cNvPr id="348" name=""/>
            <p:cNvSpPr/>
            <p:nvPr/>
          </p:nvSpPr>
          <p:spPr>
            <a:xfrm>
              <a:off x="2209680" y="3521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9" name=""/>
            <p:cNvSpPr/>
            <p:nvPr/>
          </p:nvSpPr>
          <p:spPr>
            <a:xfrm>
              <a:off x="2333880" y="3505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0" name=""/>
          <p:cNvGrpSpPr/>
          <p:nvPr/>
        </p:nvGrpSpPr>
        <p:grpSpPr>
          <a:xfrm>
            <a:off x="5791320" y="1523880"/>
            <a:ext cx="461520" cy="200520"/>
            <a:chOff x="5791320" y="1523880"/>
            <a:chExt cx="461520" cy="200520"/>
          </a:xfrm>
        </p:grpSpPr>
        <p:sp>
          <p:nvSpPr>
            <p:cNvPr id="351" name=""/>
            <p:cNvSpPr/>
            <p:nvPr/>
          </p:nvSpPr>
          <p:spPr>
            <a:xfrm>
              <a:off x="5791320" y="1539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2" name=""/>
            <p:cNvSpPr/>
            <p:nvPr/>
          </p:nvSpPr>
          <p:spPr>
            <a:xfrm>
              <a:off x="5915160" y="1523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53" name="Oval 352"/>
          <p:cNvSpPr/>
          <p:nvPr/>
        </p:nvSpPr>
        <p:spPr>
          <a:xfrm>
            <a:off x="989491" y="407981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1019491" y="410981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1197491" y="409731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356" name="Oval 355"/>
          <p:cNvSpPr/>
          <p:nvPr/>
        </p:nvSpPr>
        <p:spPr>
          <a:xfrm>
            <a:off x="1338254" y="448515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1368254" y="451515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1546254" y="450265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359" name="Oval 358"/>
          <p:cNvSpPr/>
          <p:nvPr/>
        </p:nvSpPr>
        <p:spPr>
          <a:xfrm>
            <a:off x="989491" y="496448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1019491" y="499448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361" name="Rounded Rectangle 360"/>
          <p:cNvSpPr/>
          <p:nvPr/>
        </p:nvSpPr>
        <p:spPr>
          <a:xfrm>
            <a:off x="1197491" y="498198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362" name="Oval 361"/>
          <p:cNvSpPr/>
          <p:nvPr/>
        </p:nvSpPr>
        <p:spPr>
          <a:xfrm>
            <a:off x="3426583" y="400921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3456583" y="403921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364" name="Rounded Rectangle 363"/>
          <p:cNvSpPr/>
          <p:nvPr/>
        </p:nvSpPr>
        <p:spPr>
          <a:xfrm>
            <a:off x="3634583" y="402671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365" name="Oval 364"/>
          <p:cNvSpPr/>
          <p:nvPr/>
        </p:nvSpPr>
        <p:spPr>
          <a:xfrm>
            <a:off x="8039791" y="569986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8069791" y="572986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367" name="Rounded Rectangle 366"/>
          <p:cNvSpPr/>
          <p:nvPr/>
        </p:nvSpPr>
        <p:spPr>
          <a:xfrm>
            <a:off x="8247791" y="571736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368" name="Oval 367"/>
          <p:cNvSpPr/>
          <p:nvPr/>
        </p:nvSpPr>
        <p:spPr>
          <a:xfrm>
            <a:off x="8039791" y="320918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8069791" y="323918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370" name="Rounded Rectangle 369"/>
          <p:cNvSpPr/>
          <p:nvPr/>
        </p:nvSpPr>
        <p:spPr>
          <a:xfrm>
            <a:off x="8247791" y="322668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371" name="Oval 370"/>
          <p:cNvSpPr/>
          <p:nvPr/>
        </p:nvSpPr>
        <p:spPr>
          <a:xfrm>
            <a:off x="4702548" y="180945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4732548" y="183945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373" name="Rounded Rectangle 372"/>
          <p:cNvSpPr/>
          <p:nvPr/>
        </p:nvSpPr>
        <p:spPr>
          <a:xfrm>
            <a:off x="4910548" y="182695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</a:t>
            </a:r>
          </a:p>
        </p:txBody>
      </p:sp>
      <p:sp>
        <p:nvSpPr>
          <p:cNvPr id="374" name="Oval 373"/>
          <p:cNvSpPr/>
          <p:nvPr/>
        </p:nvSpPr>
        <p:spPr>
          <a:xfrm>
            <a:off x="3270916" y="128545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3300916" y="131545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376" name="Rounded Rectangle 375"/>
          <p:cNvSpPr/>
          <p:nvPr/>
        </p:nvSpPr>
        <p:spPr>
          <a:xfrm>
            <a:off x="3478916" y="130295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</a:t>
            </a:r>
          </a:p>
        </p:txBody>
      </p:sp>
      <p:sp>
        <p:nvSpPr>
          <p:cNvPr id="377" name="Oval 376"/>
          <p:cNvSpPr/>
          <p:nvPr/>
        </p:nvSpPr>
        <p:spPr>
          <a:xfrm>
            <a:off x="778106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808106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379" name="Rounded Rectangle 378"/>
          <p:cNvSpPr/>
          <p:nvPr/>
        </p:nvSpPr>
        <p:spPr>
          <a:xfrm>
            <a:off x="986106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380" name="Oval 379"/>
          <p:cNvSpPr/>
          <p:nvPr/>
        </p:nvSpPr>
        <p:spPr>
          <a:xfrm>
            <a:off x="6970235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7000235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382" name="Rounded Rectangle 381"/>
          <p:cNvSpPr/>
          <p:nvPr/>
        </p:nvSpPr>
        <p:spPr>
          <a:xfrm>
            <a:off x="7178235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383" name="Oval 382"/>
          <p:cNvSpPr/>
          <p:nvPr/>
        </p:nvSpPr>
        <p:spPr>
          <a:xfrm>
            <a:off x="7862687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892687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385" name="Rounded Rectangle 384"/>
          <p:cNvSpPr/>
          <p:nvPr/>
        </p:nvSpPr>
        <p:spPr>
          <a:xfrm>
            <a:off x="8070687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 ↓</a:t>
            </a:r>
          </a:p>
        </p:txBody>
      </p:sp>
      <p:sp>
        <p:nvSpPr>
          <p:cNvPr id="386" name="Rounded Rectangle 385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V65, V66, V67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"/>
          <p:cNvSpPr/>
          <p:nvPr/>
        </p:nvSpPr>
        <p:spPr>
          <a:xfrm>
            <a:off x="3033000" y="50760"/>
            <a:ext cx="307800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4: LFPG | RWY 26L | STAR SABLO4W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 flipV="1">
            <a:off x="1901880" y="4654440"/>
            <a:ext cx="1133280" cy="200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"/>
          <p:cNvSpPr/>
          <p:nvPr/>
        </p:nvSpPr>
        <p:spPr>
          <a:xfrm flipV="1">
            <a:off x="3035160" y="3637080"/>
            <a:ext cx="739800" cy="1017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 flipV="1">
            <a:off x="3774960" y="3071880"/>
            <a:ext cx="1109880" cy="5652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"/>
          <p:cNvSpPr/>
          <p:nvPr/>
        </p:nvSpPr>
        <p:spPr>
          <a:xfrm flipV="1">
            <a:off x="4884840" y="2638440"/>
            <a:ext cx="433440" cy="4334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"/>
          <p:cNvSpPr/>
          <p:nvPr/>
        </p:nvSpPr>
        <p:spPr>
          <a:xfrm flipV="1">
            <a:off x="5318280" y="2277720"/>
            <a:ext cx="358560" cy="360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 flipV="1">
            <a:off x="5676840" y="2249280"/>
            <a:ext cx="426960" cy="284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18360" bIns="-18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 flipV="1">
            <a:off x="6103800" y="2239560"/>
            <a:ext cx="135000" cy="97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7080" bIns="-37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 flipV="1">
            <a:off x="6238800" y="2220480"/>
            <a:ext cx="266760" cy="19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27720" bIns="-277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6505560" y="2220840"/>
            <a:ext cx="338040" cy="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0" bIns="-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>
            <a:off x="6843600" y="2220840"/>
            <a:ext cx="327240" cy="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0" bIns="-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 flipV="1">
            <a:off x="7170840" y="2155320"/>
            <a:ext cx="71280" cy="65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18360" bIns="18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"/>
          <p:cNvSpPr/>
          <p:nvPr/>
        </p:nvSpPr>
        <p:spPr>
          <a:xfrm flipH="1">
            <a:off x="6993000" y="2155680"/>
            <a:ext cx="249120" cy="176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29160" bIns="-291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 flipH="1">
            <a:off x="6608520" y="2173320"/>
            <a:ext cx="384120" cy="270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19800" bIns="-19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67" name=""/>
          <p:cNvGrpSpPr/>
          <p:nvPr/>
        </p:nvGrpSpPr>
        <p:grpSpPr>
          <a:xfrm>
            <a:off x="1838160" y="4791240"/>
            <a:ext cx="728280" cy="200520"/>
            <a:chOff x="1838160" y="4791240"/>
            <a:chExt cx="728280" cy="200520"/>
          </a:xfrm>
        </p:grpSpPr>
        <p:sp>
          <p:nvSpPr>
            <p:cNvPr id="368" name=""/>
            <p:cNvSpPr/>
            <p:nvPr/>
          </p:nvSpPr>
          <p:spPr>
            <a:xfrm>
              <a:off x="1838160" y="4791240"/>
              <a:ext cx="127080" cy="12672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9" name=""/>
            <p:cNvSpPr/>
            <p:nvPr/>
          </p:nvSpPr>
          <p:spPr>
            <a:xfrm>
              <a:off x="2019960" y="4791240"/>
              <a:ext cx="54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'SABLE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0" name=""/>
          <p:cNvGrpSpPr/>
          <p:nvPr/>
        </p:nvGrpSpPr>
        <p:grpSpPr>
          <a:xfrm>
            <a:off x="2984400" y="4591080"/>
            <a:ext cx="575280" cy="200520"/>
            <a:chOff x="2984400" y="4591080"/>
            <a:chExt cx="575280" cy="200520"/>
          </a:xfrm>
        </p:grpSpPr>
        <p:sp>
          <p:nvSpPr>
            <p:cNvPr id="371" name=""/>
            <p:cNvSpPr/>
            <p:nvPr/>
          </p:nvSpPr>
          <p:spPr>
            <a:xfrm>
              <a:off x="2984400" y="460368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2" name=""/>
            <p:cNvSpPr/>
            <p:nvPr/>
          </p:nvSpPr>
          <p:spPr>
            <a:xfrm>
              <a:off x="3069720" y="459108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LUMAN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3" name=""/>
          <p:cNvGrpSpPr/>
          <p:nvPr/>
        </p:nvGrpSpPr>
        <p:grpSpPr>
          <a:xfrm>
            <a:off x="3724200" y="3573360"/>
            <a:ext cx="582120" cy="200520"/>
            <a:chOff x="3724200" y="3573360"/>
            <a:chExt cx="582120" cy="200520"/>
          </a:xfrm>
        </p:grpSpPr>
        <p:sp>
          <p:nvSpPr>
            <p:cNvPr id="374" name=""/>
            <p:cNvSpPr/>
            <p:nvPr/>
          </p:nvSpPr>
          <p:spPr>
            <a:xfrm>
              <a:off x="3724200" y="35863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5" name=""/>
            <p:cNvSpPr/>
            <p:nvPr/>
          </p:nvSpPr>
          <p:spPr>
            <a:xfrm>
              <a:off x="3802680" y="3573360"/>
              <a:ext cx="503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ROMLO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6" name=""/>
          <p:cNvGrpSpPr/>
          <p:nvPr/>
        </p:nvGrpSpPr>
        <p:grpSpPr>
          <a:xfrm>
            <a:off x="4843440" y="3008160"/>
            <a:ext cx="549360" cy="200520"/>
            <a:chOff x="4843440" y="3008160"/>
            <a:chExt cx="549360" cy="200520"/>
          </a:xfrm>
        </p:grpSpPr>
        <p:sp>
          <p:nvSpPr>
            <p:cNvPr id="377" name=""/>
            <p:cNvSpPr/>
            <p:nvPr/>
          </p:nvSpPr>
          <p:spPr>
            <a:xfrm>
              <a:off x="4843440" y="3032280"/>
              <a:ext cx="81000" cy="806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800" bIns="108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8" name=""/>
            <p:cNvSpPr/>
            <p:nvPr/>
          </p:nvSpPr>
          <p:spPr>
            <a:xfrm>
              <a:off x="4913280" y="300816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BALOD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9" name=""/>
          <p:cNvGrpSpPr/>
          <p:nvPr/>
        </p:nvGrpSpPr>
        <p:grpSpPr>
          <a:xfrm>
            <a:off x="5276880" y="2575080"/>
            <a:ext cx="543240" cy="200520"/>
            <a:chOff x="5276880" y="2575080"/>
            <a:chExt cx="543240" cy="200520"/>
          </a:xfrm>
        </p:grpSpPr>
        <p:sp>
          <p:nvSpPr>
            <p:cNvPr id="380" name=""/>
            <p:cNvSpPr/>
            <p:nvPr/>
          </p:nvSpPr>
          <p:spPr>
            <a:xfrm>
              <a:off x="5276880" y="2597040"/>
              <a:ext cx="824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1" name=""/>
            <p:cNvSpPr/>
            <p:nvPr/>
          </p:nvSpPr>
          <p:spPr>
            <a:xfrm>
              <a:off x="5356080" y="257508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CR43A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2" name=""/>
          <p:cNvGrpSpPr/>
          <p:nvPr/>
        </p:nvGrpSpPr>
        <p:grpSpPr>
          <a:xfrm>
            <a:off x="5637240" y="2214720"/>
            <a:ext cx="563760" cy="200520"/>
            <a:chOff x="5637240" y="2214720"/>
            <a:chExt cx="563760" cy="200520"/>
          </a:xfrm>
        </p:grpSpPr>
        <p:sp>
          <p:nvSpPr>
            <p:cNvPr id="383" name=""/>
            <p:cNvSpPr/>
            <p:nvPr/>
          </p:nvSpPr>
          <p:spPr>
            <a:xfrm>
              <a:off x="5637240" y="223848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4" name=""/>
            <p:cNvSpPr/>
            <p:nvPr/>
          </p:nvSpPr>
          <p:spPr>
            <a:xfrm>
              <a:off x="5692680" y="2214720"/>
              <a:ext cx="5083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DOMUS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5" name=""/>
          <p:cNvGrpSpPr/>
          <p:nvPr/>
        </p:nvGrpSpPr>
        <p:grpSpPr>
          <a:xfrm>
            <a:off x="6053040" y="2185920"/>
            <a:ext cx="558000" cy="200520"/>
            <a:chOff x="6053040" y="2185920"/>
            <a:chExt cx="558000" cy="200520"/>
          </a:xfrm>
        </p:grpSpPr>
        <p:sp>
          <p:nvSpPr>
            <p:cNvPr id="386" name=""/>
            <p:cNvSpPr/>
            <p:nvPr/>
          </p:nvSpPr>
          <p:spPr>
            <a:xfrm>
              <a:off x="6053040" y="219852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7" name=""/>
            <p:cNvSpPr/>
            <p:nvPr/>
          </p:nvSpPr>
          <p:spPr>
            <a:xfrm>
              <a:off x="6156000" y="218592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PG517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8" name=""/>
          <p:cNvGrpSpPr/>
          <p:nvPr/>
        </p:nvGrpSpPr>
        <p:grpSpPr>
          <a:xfrm>
            <a:off x="6188040" y="2176560"/>
            <a:ext cx="558000" cy="200520"/>
            <a:chOff x="6188040" y="2176560"/>
            <a:chExt cx="558000" cy="200520"/>
          </a:xfrm>
        </p:grpSpPr>
        <p:sp>
          <p:nvSpPr>
            <p:cNvPr id="389" name=""/>
            <p:cNvSpPr/>
            <p:nvPr/>
          </p:nvSpPr>
          <p:spPr>
            <a:xfrm>
              <a:off x="6188040" y="21891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0" name=""/>
            <p:cNvSpPr/>
            <p:nvPr/>
          </p:nvSpPr>
          <p:spPr>
            <a:xfrm>
              <a:off x="6291000" y="217656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PG514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1" name=""/>
          <p:cNvGrpSpPr/>
          <p:nvPr/>
        </p:nvGrpSpPr>
        <p:grpSpPr>
          <a:xfrm>
            <a:off x="6464160" y="2157480"/>
            <a:ext cx="537480" cy="200520"/>
            <a:chOff x="6464160" y="2157480"/>
            <a:chExt cx="537480" cy="200520"/>
          </a:xfrm>
        </p:grpSpPr>
        <p:sp>
          <p:nvSpPr>
            <p:cNvPr id="392" name=""/>
            <p:cNvSpPr/>
            <p:nvPr/>
          </p:nvSpPr>
          <p:spPr>
            <a:xfrm>
              <a:off x="6464160" y="217980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3" name=""/>
            <p:cNvSpPr/>
            <p:nvPr/>
          </p:nvSpPr>
          <p:spPr>
            <a:xfrm>
              <a:off x="6546600" y="215748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PG515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4" name=""/>
          <p:cNvGrpSpPr/>
          <p:nvPr/>
        </p:nvGrpSpPr>
        <p:grpSpPr>
          <a:xfrm>
            <a:off x="6804000" y="2157480"/>
            <a:ext cx="537120" cy="200520"/>
            <a:chOff x="6804000" y="2157480"/>
            <a:chExt cx="537120" cy="200520"/>
          </a:xfrm>
        </p:grpSpPr>
        <p:sp>
          <p:nvSpPr>
            <p:cNvPr id="395" name=""/>
            <p:cNvSpPr/>
            <p:nvPr/>
          </p:nvSpPr>
          <p:spPr>
            <a:xfrm>
              <a:off x="6804000" y="217980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6" name=""/>
            <p:cNvSpPr/>
            <p:nvPr/>
          </p:nvSpPr>
          <p:spPr>
            <a:xfrm>
              <a:off x="6886080" y="215748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PG516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7" name=""/>
          <p:cNvGrpSpPr/>
          <p:nvPr/>
        </p:nvGrpSpPr>
        <p:grpSpPr>
          <a:xfrm>
            <a:off x="7129440" y="2157480"/>
            <a:ext cx="617040" cy="200520"/>
            <a:chOff x="7129440" y="2157480"/>
            <a:chExt cx="617040" cy="200520"/>
          </a:xfrm>
        </p:grpSpPr>
        <p:sp>
          <p:nvSpPr>
            <p:cNvPr id="398" name=""/>
            <p:cNvSpPr/>
            <p:nvPr/>
          </p:nvSpPr>
          <p:spPr>
            <a:xfrm>
              <a:off x="7129440" y="217980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9" name=""/>
            <p:cNvSpPr/>
            <p:nvPr/>
          </p:nvSpPr>
          <p:spPr>
            <a:xfrm>
              <a:off x="7198560" y="2157480"/>
              <a:ext cx="5479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VECTOR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00" name=""/>
          <p:cNvGrpSpPr/>
          <p:nvPr/>
        </p:nvGrpSpPr>
        <p:grpSpPr>
          <a:xfrm>
            <a:off x="7202520" y="2092320"/>
            <a:ext cx="517320" cy="200520"/>
            <a:chOff x="7202520" y="2092320"/>
            <a:chExt cx="517320" cy="200520"/>
          </a:xfrm>
        </p:grpSpPr>
        <p:sp>
          <p:nvSpPr>
            <p:cNvPr id="401" name=""/>
            <p:cNvSpPr/>
            <p:nvPr/>
          </p:nvSpPr>
          <p:spPr>
            <a:xfrm>
              <a:off x="7202520" y="211464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2" name=""/>
            <p:cNvSpPr/>
            <p:nvPr/>
          </p:nvSpPr>
          <p:spPr>
            <a:xfrm>
              <a:off x="7304400" y="2092320"/>
              <a:ext cx="4154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CI26L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03" name=""/>
          <p:cNvGrpSpPr/>
          <p:nvPr/>
        </p:nvGrpSpPr>
        <p:grpSpPr>
          <a:xfrm>
            <a:off x="6953400" y="2109960"/>
            <a:ext cx="512640" cy="200520"/>
            <a:chOff x="6953400" y="2109960"/>
            <a:chExt cx="512640" cy="200520"/>
          </a:xfrm>
        </p:grpSpPr>
        <p:sp>
          <p:nvSpPr>
            <p:cNvPr id="404" name=""/>
            <p:cNvSpPr/>
            <p:nvPr/>
          </p:nvSpPr>
          <p:spPr>
            <a:xfrm>
              <a:off x="6953400" y="2131920"/>
              <a:ext cx="80640" cy="828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2240" bIns="12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5" name=""/>
            <p:cNvSpPr/>
            <p:nvPr/>
          </p:nvSpPr>
          <p:spPr>
            <a:xfrm>
              <a:off x="7059600" y="2109960"/>
              <a:ext cx="4064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FI26L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06" name=""/>
          <p:cNvGrpSpPr/>
          <p:nvPr/>
        </p:nvGrpSpPr>
        <p:grpSpPr>
          <a:xfrm>
            <a:off x="6545160" y="2136600"/>
            <a:ext cx="728280" cy="200520"/>
            <a:chOff x="6545160" y="2136600"/>
            <a:chExt cx="728280" cy="200520"/>
          </a:xfrm>
        </p:grpSpPr>
        <p:sp>
          <p:nvSpPr>
            <p:cNvPr id="407" name=""/>
            <p:cNvSpPr/>
            <p:nvPr/>
          </p:nvSpPr>
          <p:spPr>
            <a:xfrm>
              <a:off x="6545160" y="213660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8" name=""/>
            <p:cNvSpPr/>
            <p:nvPr/>
          </p:nvSpPr>
          <p:spPr>
            <a:xfrm>
              <a:off x="6726960" y="2136600"/>
              <a:ext cx="54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'RW26L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09" name=""/>
          <p:cNvGrpSpPr/>
          <p:nvPr/>
        </p:nvGrpSpPr>
        <p:grpSpPr>
          <a:xfrm>
            <a:off x="2133720" y="3962520"/>
            <a:ext cx="479160" cy="200520"/>
            <a:chOff x="2133720" y="3962520"/>
            <a:chExt cx="479160" cy="200520"/>
          </a:xfrm>
        </p:grpSpPr>
        <p:sp>
          <p:nvSpPr>
            <p:cNvPr id="410" name=""/>
            <p:cNvSpPr/>
            <p:nvPr/>
          </p:nvSpPr>
          <p:spPr>
            <a:xfrm>
              <a:off x="2133720" y="396864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1" name=""/>
            <p:cNvSpPr/>
            <p:nvPr/>
          </p:nvSpPr>
          <p:spPr>
            <a:xfrm>
              <a:off x="2275200" y="3962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12" name=""/>
          <p:cNvGrpSpPr/>
          <p:nvPr/>
        </p:nvGrpSpPr>
        <p:grpSpPr>
          <a:xfrm>
            <a:off x="4572000" y="4038480"/>
            <a:ext cx="479160" cy="200520"/>
            <a:chOff x="4572000" y="4038480"/>
            <a:chExt cx="479160" cy="200520"/>
          </a:xfrm>
        </p:grpSpPr>
        <p:sp>
          <p:nvSpPr>
            <p:cNvPr id="413" name=""/>
            <p:cNvSpPr/>
            <p:nvPr/>
          </p:nvSpPr>
          <p:spPr>
            <a:xfrm>
              <a:off x="4572000" y="404496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4" name=""/>
            <p:cNvSpPr/>
            <p:nvPr/>
          </p:nvSpPr>
          <p:spPr>
            <a:xfrm>
              <a:off x="4713480" y="4038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15" name=""/>
          <p:cNvGrpSpPr/>
          <p:nvPr/>
        </p:nvGrpSpPr>
        <p:grpSpPr>
          <a:xfrm>
            <a:off x="6781680" y="1447920"/>
            <a:ext cx="479160" cy="200520"/>
            <a:chOff x="6781680" y="1447920"/>
            <a:chExt cx="479160" cy="200520"/>
          </a:xfrm>
        </p:grpSpPr>
        <p:sp>
          <p:nvSpPr>
            <p:cNvPr id="416" name=""/>
            <p:cNvSpPr/>
            <p:nvPr/>
          </p:nvSpPr>
          <p:spPr>
            <a:xfrm>
              <a:off x="6781680" y="1454040"/>
              <a:ext cx="11448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7" name=""/>
            <p:cNvSpPr/>
            <p:nvPr/>
          </p:nvSpPr>
          <p:spPr>
            <a:xfrm>
              <a:off x="6923160" y="1447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18" name=""/>
          <p:cNvGrpSpPr/>
          <p:nvPr/>
        </p:nvGrpSpPr>
        <p:grpSpPr>
          <a:xfrm>
            <a:off x="5334120" y="457200"/>
            <a:ext cx="479160" cy="200520"/>
            <a:chOff x="5334120" y="457200"/>
            <a:chExt cx="479160" cy="200520"/>
          </a:xfrm>
        </p:grpSpPr>
        <p:sp>
          <p:nvSpPr>
            <p:cNvPr id="419" name=""/>
            <p:cNvSpPr/>
            <p:nvPr/>
          </p:nvSpPr>
          <p:spPr>
            <a:xfrm>
              <a:off x="5334120" y="46332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0" name=""/>
            <p:cNvSpPr/>
            <p:nvPr/>
          </p:nvSpPr>
          <p:spPr>
            <a:xfrm>
              <a:off x="5475600" y="457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21" name=""/>
          <p:cNvGrpSpPr/>
          <p:nvPr/>
        </p:nvGrpSpPr>
        <p:grpSpPr>
          <a:xfrm>
            <a:off x="7238880" y="4952880"/>
            <a:ext cx="461520" cy="200520"/>
            <a:chOff x="7238880" y="4952880"/>
            <a:chExt cx="461520" cy="200520"/>
          </a:xfrm>
        </p:grpSpPr>
        <p:sp>
          <p:nvSpPr>
            <p:cNvPr id="422" name=""/>
            <p:cNvSpPr/>
            <p:nvPr/>
          </p:nvSpPr>
          <p:spPr>
            <a:xfrm>
              <a:off x="7238880" y="4968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3" name=""/>
            <p:cNvSpPr/>
            <p:nvPr/>
          </p:nvSpPr>
          <p:spPr>
            <a:xfrm>
              <a:off x="7362720" y="4952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24" name=""/>
          <p:cNvGrpSpPr/>
          <p:nvPr/>
        </p:nvGrpSpPr>
        <p:grpSpPr>
          <a:xfrm>
            <a:off x="457200" y="3124080"/>
            <a:ext cx="461520" cy="200520"/>
            <a:chOff x="457200" y="3124080"/>
            <a:chExt cx="461520" cy="200520"/>
          </a:xfrm>
        </p:grpSpPr>
        <p:sp>
          <p:nvSpPr>
            <p:cNvPr id="425" name=""/>
            <p:cNvSpPr/>
            <p:nvPr/>
          </p:nvSpPr>
          <p:spPr>
            <a:xfrm>
              <a:off x="457200" y="31384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6" name=""/>
            <p:cNvSpPr/>
            <p:nvPr/>
          </p:nvSpPr>
          <p:spPr>
            <a:xfrm>
              <a:off x="581040" y="3124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27" name=""/>
          <p:cNvGrpSpPr/>
          <p:nvPr/>
        </p:nvGrpSpPr>
        <p:grpSpPr>
          <a:xfrm>
            <a:off x="8458200" y="3505320"/>
            <a:ext cx="461880" cy="200520"/>
            <a:chOff x="8458200" y="3505320"/>
            <a:chExt cx="461880" cy="200520"/>
          </a:xfrm>
        </p:grpSpPr>
        <p:sp>
          <p:nvSpPr>
            <p:cNvPr id="428" name=""/>
            <p:cNvSpPr/>
            <p:nvPr/>
          </p:nvSpPr>
          <p:spPr>
            <a:xfrm>
              <a:off x="8458200" y="3521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9" name=""/>
            <p:cNvSpPr/>
            <p:nvPr/>
          </p:nvSpPr>
          <p:spPr>
            <a:xfrm>
              <a:off x="8582400" y="3505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0" name=""/>
          <p:cNvGrpSpPr/>
          <p:nvPr/>
        </p:nvGrpSpPr>
        <p:grpSpPr>
          <a:xfrm>
            <a:off x="5410080" y="1600200"/>
            <a:ext cx="461880" cy="200520"/>
            <a:chOff x="5410080" y="1600200"/>
            <a:chExt cx="461880" cy="200520"/>
          </a:xfrm>
        </p:grpSpPr>
        <p:sp>
          <p:nvSpPr>
            <p:cNvPr id="431" name=""/>
            <p:cNvSpPr/>
            <p:nvPr/>
          </p:nvSpPr>
          <p:spPr>
            <a:xfrm>
              <a:off x="5410080" y="16160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2" name=""/>
            <p:cNvSpPr/>
            <p:nvPr/>
          </p:nvSpPr>
          <p:spPr>
            <a:xfrm>
              <a:off x="5534280" y="1600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3" name=""/>
          <p:cNvGrpSpPr/>
          <p:nvPr/>
        </p:nvGrpSpPr>
        <p:grpSpPr>
          <a:xfrm>
            <a:off x="2743200" y="3200400"/>
            <a:ext cx="459720" cy="200520"/>
            <a:chOff x="2743200" y="3200400"/>
            <a:chExt cx="459720" cy="200520"/>
          </a:xfrm>
        </p:grpSpPr>
        <p:sp>
          <p:nvSpPr>
            <p:cNvPr id="434" name=""/>
            <p:cNvSpPr/>
            <p:nvPr/>
          </p:nvSpPr>
          <p:spPr>
            <a:xfrm>
              <a:off x="2743200" y="321480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5" name=""/>
            <p:cNvSpPr/>
            <p:nvPr/>
          </p:nvSpPr>
          <p:spPr>
            <a:xfrm>
              <a:off x="2865240" y="3200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6" name=""/>
          <p:cNvGrpSpPr/>
          <p:nvPr/>
        </p:nvGrpSpPr>
        <p:grpSpPr>
          <a:xfrm>
            <a:off x="4500720" y="4889520"/>
            <a:ext cx="468720" cy="200520"/>
            <a:chOff x="4500720" y="4889520"/>
            <a:chExt cx="468720" cy="200520"/>
          </a:xfrm>
        </p:grpSpPr>
        <p:sp>
          <p:nvSpPr>
            <p:cNvPr id="437" name=""/>
            <p:cNvSpPr/>
            <p:nvPr/>
          </p:nvSpPr>
          <p:spPr>
            <a:xfrm>
              <a:off x="4500720" y="49039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8" name=""/>
            <p:cNvSpPr/>
            <p:nvPr/>
          </p:nvSpPr>
          <p:spPr>
            <a:xfrm>
              <a:off x="4631760" y="4889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9" name=""/>
          <p:cNvGrpSpPr/>
          <p:nvPr/>
        </p:nvGrpSpPr>
        <p:grpSpPr>
          <a:xfrm>
            <a:off x="4116240" y="1598760"/>
            <a:ext cx="467280" cy="200520"/>
            <a:chOff x="4116240" y="1598760"/>
            <a:chExt cx="467280" cy="200520"/>
          </a:xfrm>
        </p:grpSpPr>
        <p:sp>
          <p:nvSpPr>
            <p:cNvPr id="440" name=""/>
            <p:cNvSpPr/>
            <p:nvPr/>
          </p:nvSpPr>
          <p:spPr>
            <a:xfrm>
              <a:off x="4116240" y="161280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1" name=""/>
            <p:cNvSpPr/>
            <p:nvPr/>
          </p:nvSpPr>
          <p:spPr>
            <a:xfrm>
              <a:off x="4245840" y="15987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42" name=""/>
          <p:cNvGrpSpPr/>
          <p:nvPr/>
        </p:nvGrpSpPr>
        <p:grpSpPr>
          <a:xfrm>
            <a:off x="696960" y="5294160"/>
            <a:ext cx="468720" cy="200520"/>
            <a:chOff x="696960" y="5294160"/>
            <a:chExt cx="468720" cy="200520"/>
          </a:xfrm>
        </p:grpSpPr>
        <p:sp>
          <p:nvSpPr>
            <p:cNvPr id="443" name=""/>
            <p:cNvSpPr/>
            <p:nvPr/>
          </p:nvSpPr>
          <p:spPr>
            <a:xfrm>
              <a:off x="696960" y="53085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4" name=""/>
            <p:cNvSpPr/>
            <p:nvPr/>
          </p:nvSpPr>
          <p:spPr>
            <a:xfrm>
              <a:off x="828000" y="52941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45" name=""/>
          <p:cNvGrpSpPr/>
          <p:nvPr/>
        </p:nvGrpSpPr>
        <p:grpSpPr>
          <a:xfrm>
            <a:off x="5638680" y="3581280"/>
            <a:ext cx="461880" cy="200520"/>
            <a:chOff x="5638680" y="3581280"/>
            <a:chExt cx="461880" cy="200520"/>
          </a:xfrm>
        </p:grpSpPr>
        <p:sp>
          <p:nvSpPr>
            <p:cNvPr id="446" name=""/>
            <p:cNvSpPr/>
            <p:nvPr/>
          </p:nvSpPr>
          <p:spPr>
            <a:xfrm>
              <a:off x="5638680" y="35956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7" name=""/>
            <p:cNvSpPr/>
            <p:nvPr/>
          </p:nvSpPr>
          <p:spPr>
            <a:xfrm>
              <a:off x="5762880" y="3581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48" name=""/>
          <p:cNvGrpSpPr/>
          <p:nvPr/>
        </p:nvGrpSpPr>
        <p:grpSpPr>
          <a:xfrm>
            <a:off x="7543800" y="1752480"/>
            <a:ext cx="461880" cy="200520"/>
            <a:chOff x="7543800" y="1752480"/>
            <a:chExt cx="461880" cy="200520"/>
          </a:xfrm>
        </p:grpSpPr>
        <p:sp>
          <p:nvSpPr>
            <p:cNvPr id="449" name=""/>
            <p:cNvSpPr/>
            <p:nvPr/>
          </p:nvSpPr>
          <p:spPr>
            <a:xfrm>
              <a:off x="7543800" y="17668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0" name=""/>
            <p:cNvSpPr/>
            <p:nvPr/>
          </p:nvSpPr>
          <p:spPr>
            <a:xfrm>
              <a:off x="7668000" y="1752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51" name=""/>
          <p:cNvGrpSpPr/>
          <p:nvPr/>
        </p:nvGrpSpPr>
        <p:grpSpPr>
          <a:xfrm>
            <a:off x="1828800" y="1219320"/>
            <a:ext cx="461520" cy="200520"/>
            <a:chOff x="1828800" y="1219320"/>
            <a:chExt cx="461520" cy="200520"/>
          </a:xfrm>
        </p:grpSpPr>
        <p:sp>
          <p:nvSpPr>
            <p:cNvPr id="452" name=""/>
            <p:cNvSpPr/>
            <p:nvPr/>
          </p:nvSpPr>
          <p:spPr>
            <a:xfrm>
              <a:off x="1828800" y="1233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3" name=""/>
            <p:cNvSpPr/>
            <p:nvPr/>
          </p:nvSpPr>
          <p:spPr>
            <a:xfrm>
              <a:off x="1952640" y="1219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54" name=""/>
          <p:cNvGrpSpPr/>
          <p:nvPr/>
        </p:nvGrpSpPr>
        <p:grpSpPr>
          <a:xfrm>
            <a:off x="7620120" y="2514600"/>
            <a:ext cx="460080" cy="200520"/>
            <a:chOff x="7620120" y="2514600"/>
            <a:chExt cx="460080" cy="200520"/>
          </a:xfrm>
        </p:grpSpPr>
        <p:sp>
          <p:nvSpPr>
            <p:cNvPr id="455" name=""/>
            <p:cNvSpPr/>
            <p:nvPr/>
          </p:nvSpPr>
          <p:spPr>
            <a:xfrm>
              <a:off x="7620120" y="252900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6" name=""/>
            <p:cNvSpPr/>
            <p:nvPr/>
          </p:nvSpPr>
          <p:spPr>
            <a:xfrm>
              <a:off x="7742520" y="2514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57" name=""/>
          <p:cNvGrpSpPr/>
          <p:nvPr/>
        </p:nvGrpSpPr>
        <p:grpSpPr>
          <a:xfrm>
            <a:off x="2743200" y="5562720"/>
            <a:ext cx="461520" cy="200520"/>
            <a:chOff x="2743200" y="5562720"/>
            <a:chExt cx="461520" cy="200520"/>
          </a:xfrm>
        </p:grpSpPr>
        <p:sp>
          <p:nvSpPr>
            <p:cNvPr id="458" name=""/>
            <p:cNvSpPr/>
            <p:nvPr/>
          </p:nvSpPr>
          <p:spPr>
            <a:xfrm>
              <a:off x="2743200" y="5577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9" name=""/>
            <p:cNvSpPr/>
            <p:nvPr/>
          </p:nvSpPr>
          <p:spPr>
            <a:xfrm>
              <a:off x="2867040" y="5562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60" name=""/>
          <p:cNvGrpSpPr/>
          <p:nvPr/>
        </p:nvGrpSpPr>
        <p:grpSpPr>
          <a:xfrm>
            <a:off x="3648240" y="2460600"/>
            <a:ext cx="468720" cy="200520"/>
            <a:chOff x="3648240" y="2460600"/>
            <a:chExt cx="468720" cy="200520"/>
          </a:xfrm>
        </p:grpSpPr>
        <p:sp>
          <p:nvSpPr>
            <p:cNvPr id="461" name=""/>
            <p:cNvSpPr/>
            <p:nvPr/>
          </p:nvSpPr>
          <p:spPr>
            <a:xfrm>
              <a:off x="3648240" y="24750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62" name=""/>
            <p:cNvSpPr/>
            <p:nvPr/>
          </p:nvSpPr>
          <p:spPr>
            <a:xfrm>
              <a:off x="3779280" y="2460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63" name=""/>
          <p:cNvGrpSpPr/>
          <p:nvPr/>
        </p:nvGrpSpPr>
        <p:grpSpPr>
          <a:xfrm>
            <a:off x="716040" y="4035600"/>
            <a:ext cx="467280" cy="200520"/>
            <a:chOff x="716040" y="4035600"/>
            <a:chExt cx="467280" cy="200520"/>
          </a:xfrm>
        </p:grpSpPr>
        <p:sp>
          <p:nvSpPr>
            <p:cNvPr id="464" name=""/>
            <p:cNvSpPr/>
            <p:nvPr/>
          </p:nvSpPr>
          <p:spPr>
            <a:xfrm>
              <a:off x="716040" y="40514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65" name=""/>
            <p:cNvSpPr/>
            <p:nvPr/>
          </p:nvSpPr>
          <p:spPr>
            <a:xfrm>
              <a:off x="845640" y="4035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66" name=""/>
          <p:cNvGrpSpPr/>
          <p:nvPr/>
        </p:nvGrpSpPr>
        <p:grpSpPr>
          <a:xfrm>
            <a:off x="6608880" y="3218040"/>
            <a:ext cx="468720" cy="200520"/>
            <a:chOff x="6608880" y="3218040"/>
            <a:chExt cx="468720" cy="200520"/>
          </a:xfrm>
        </p:grpSpPr>
        <p:sp>
          <p:nvSpPr>
            <p:cNvPr id="467" name=""/>
            <p:cNvSpPr/>
            <p:nvPr/>
          </p:nvSpPr>
          <p:spPr>
            <a:xfrm>
              <a:off x="6608880" y="32320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68" name=""/>
            <p:cNvSpPr/>
            <p:nvPr/>
          </p:nvSpPr>
          <p:spPr>
            <a:xfrm>
              <a:off x="6739920" y="32180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69" name="Oval 468"/>
          <p:cNvSpPr/>
          <p:nvPr/>
        </p:nvSpPr>
        <p:spPr>
          <a:xfrm>
            <a:off x="5416180" y="344392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5446180" y="347392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471" name="Rounded Rectangle 470"/>
          <p:cNvSpPr/>
          <p:nvPr/>
        </p:nvSpPr>
        <p:spPr>
          <a:xfrm>
            <a:off x="5624180" y="346142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472" name="Oval 471"/>
          <p:cNvSpPr/>
          <p:nvPr/>
        </p:nvSpPr>
        <p:spPr>
          <a:xfrm>
            <a:off x="6279945" y="264070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6309945" y="267070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474" name="Rounded Rectangle 473"/>
          <p:cNvSpPr/>
          <p:nvPr/>
        </p:nvSpPr>
        <p:spPr>
          <a:xfrm>
            <a:off x="6487945" y="265820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475" name="Oval 474"/>
          <p:cNvSpPr/>
          <p:nvPr/>
        </p:nvSpPr>
        <p:spPr>
          <a:xfrm>
            <a:off x="7308842" y="211601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7338842" y="214601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477" name="Rounded Rectangle 476"/>
          <p:cNvSpPr/>
          <p:nvPr/>
        </p:nvSpPr>
        <p:spPr>
          <a:xfrm>
            <a:off x="7516842" y="213351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478" name="Oval 477"/>
          <p:cNvSpPr/>
          <p:nvPr/>
        </p:nvSpPr>
        <p:spPr>
          <a:xfrm>
            <a:off x="7269295" y="198865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7299295" y="201865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480" name="Rounded Rectangle 479"/>
          <p:cNvSpPr/>
          <p:nvPr/>
        </p:nvSpPr>
        <p:spPr>
          <a:xfrm>
            <a:off x="7477295" y="200615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481" name="Oval 480"/>
          <p:cNvSpPr/>
          <p:nvPr/>
        </p:nvSpPr>
        <p:spPr>
          <a:xfrm>
            <a:off x="7109837" y="183198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7139837" y="186198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55</a:t>
            </a:r>
          </a:p>
        </p:txBody>
      </p:sp>
      <p:sp>
        <p:nvSpPr>
          <p:cNvPr id="483" name="Rounded Rectangle 482"/>
          <p:cNvSpPr/>
          <p:nvPr/>
        </p:nvSpPr>
        <p:spPr>
          <a:xfrm>
            <a:off x="7317837" y="184948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V55</a:t>
            </a:r>
          </a:p>
        </p:txBody>
      </p:sp>
      <p:sp>
        <p:nvSpPr>
          <p:cNvPr id="484" name="Oval 483"/>
          <p:cNvSpPr/>
          <p:nvPr/>
        </p:nvSpPr>
        <p:spPr>
          <a:xfrm>
            <a:off x="5572420" y="183198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5602420" y="186198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56</a:t>
            </a:r>
          </a:p>
        </p:txBody>
      </p:sp>
      <p:sp>
        <p:nvSpPr>
          <p:cNvPr id="486" name="Rounded Rectangle 485"/>
          <p:cNvSpPr/>
          <p:nvPr/>
        </p:nvSpPr>
        <p:spPr>
          <a:xfrm>
            <a:off x="5780420" y="184948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V56</a:t>
            </a:r>
          </a:p>
        </p:txBody>
      </p:sp>
      <p:sp>
        <p:nvSpPr>
          <p:cNvPr id="487" name="Oval 486"/>
          <p:cNvSpPr/>
          <p:nvPr/>
        </p:nvSpPr>
        <p:spPr>
          <a:xfrm>
            <a:off x="526169" y="534632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556169" y="537632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489" name="Rounded Rectangle 488"/>
          <p:cNvSpPr/>
          <p:nvPr/>
        </p:nvSpPr>
        <p:spPr>
          <a:xfrm>
            <a:off x="734169" y="536382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490" name="Oval 489"/>
          <p:cNvSpPr/>
          <p:nvPr/>
        </p:nvSpPr>
        <p:spPr>
          <a:xfrm>
            <a:off x="5009703" y="615081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5039703" y="618081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492" name="Rounded Rectangle 491"/>
          <p:cNvSpPr/>
          <p:nvPr/>
        </p:nvSpPr>
        <p:spPr>
          <a:xfrm>
            <a:off x="5217703" y="616831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493" name="Oval 492"/>
          <p:cNvSpPr/>
          <p:nvPr/>
        </p:nvSpPr>
        <p:spPr>
          <a:xfrm>
            <a:off x="5839595" y="632017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5869595" y="635017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495" name="Rounded Rectangle 494"/>
          <p:cNvSpPr/>
          <p:nvPr/>
        </p:nvSpPr>
        <p:spPr>
          <a:xfrm>
            <a:off x="6047595" y="633767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</a:t>
            </a:r>
          </a:p>
        </p:txBody>
      </p:sp>
      <p:sp>
        <p:nvSpPr>
          <p:cNvPr id="496" name="Oval 495"/>
          <p:cNvSpPr/>
          <p:nvPr/>
        </p:nvSpPr>
        <p:spPr>
          <a:xfrm>
            <a:off x="6576335" y="638300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6606335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498" name="Rounded Rectangle 497"/>
          <p:cNvSpPr/>
          <p:nvPr/>
        </p:nvSpPr>
        <p:spPr>
          <a:xfrm>
            <a:off x="6784335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</a:t>
            </a:r>
          </a:p>
        </p:txBody>
      </p:sp>
      <p:sp>
        <p:nvSpPr>
          <p:cNvPr id="499" name="Oval 498"/>
          <p:cNvSpPr/>
          <p:nvPr/>
        </p:nvSpPr>
        <p:spPr>
          <a:xfrm>
            <a:off x="3413431" y="43048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3443431" y="46048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3621431" y="44798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</a:t>
            </a:r>
          </a:p>
        </p:txBody>
      </p:sp>
      <p:sp>
        <p:nvSpPr>
          <p:cNvPr id="502" name="Oval 501"/>
          <p:cNvSpPr/>
          <p:nvPr/>
        </p:nvSpPr>
        <p:spPr>
          <a:xfrm>
            <a:off x="974565" y="205085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1004565" y="208085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1182565" y="206835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</a:t>
            </a:r>
          </a:p>
        </p:txBody>
      </p:sp>
      <p:sp>
        <p:nvSpPr>
          <p:cNvPr id="505" name="Oval 504"/>
          <p:cNvSpPr/>
          <p:nvPr/>
        </p:nvSpPr>
        <p:spPr>
          <a:xfrm>
            <a:off x="648536" y="369924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678536" y="372924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507" name="Rounded Rectangle 506"/>
          <p:cNvSpPr/>
          <p:nvPr/>
        </p:nvSpPr>
        <p:spPr>
          <a:xfrm>
            <a:off x="856536" y="371674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</a:t>
            </a:r>
          </a:p>
        </p:txBody>
      </p:sp>
      <p:sp>
        <p:nvSpPr>
          <p:cNvPr id="508" name="Rounded Rectangle 507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"/>
          <p:cNvSpPr/>
          <p:nvPr/>
        </p:nvSpPr>
        <p:spPr>
          <a:xfrm>
            <a:off x="3125880" y="50760"/>
            <a:ext cx="289188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5: EHAM | RWY 06 | STAR REDF1A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"/>
          <p:cNvSpPr/>
          <p:nvPr/>
        </p:nvSpPr>
        <p:spPr>
          <a:xfrm flipV="1">
            <a:off x="1901880" y="3050640"/>
            <a:ext cx="2044800" cy="1181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"/>
          <p:cNvSpPr/>
          <p:nvPr/>
        </p:nvSpPr>
        <p:spPr>
          <a:xfrm flipV="1">
            <a:off x="3946680" y="2778120"/>
            <a:ext cx="1188720" cy="272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"/>
          <p:cNvSpPr/>
          <p:nvPr/>
        </p:nvSpPr>
        <p:spPr>
          <a:xfrm>
            <a:off x="5135400" y="2778120"/>
            <a:ext cx="878040" cy="353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6013440" y="3132000"/>
            <a:ext cx="826920" cy="333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 flipH="1">
            <a:off x="6418440" y="3465360"/>
            <a:ext cx="421920" cy="393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 flipH="1">
            <a:off x="6392520" y="3859200"/>
            <a:ext cx="25560" cy="236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 flipV="1">
            <a:off x="6392880" y="3657240"/>
            <a:ext cx="453960" cy="438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 flipV="1">
            <a:off x="6846840" y="3610080"/>
            <a:ext cx="82440" cy="47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 flipV="1">
            <a:off x="6929280" y="3544560"/>
            <a:ext cx="106560" cy="65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18360" bIns="18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 flipV="1">
            <a:off x="7035840" y="3414600"/>
            <a:ext cx="206280" cy="1303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80" name=""/>
          <p:cNvGrpSpPr/>
          <p:nvPr/>
        </p:nvGrpSpPr>
        <p:grpSpPr>
          <a:xfrm>
            <a:off x="1838160" y="4168800"/>
            <a:ext cx="597960" cy="200520"/>
            <a:chOff x="1838160" y="4168800"/>
            <a:chExt cx="597960" cy="200520"/>
          </a:xfrm>
        </p:grpSpPr>
        <p:sp>
          <p:nvSpPr>
            <p:cNvPr id="481" name=""/>
            <p:cNvSpPr/>
            <p:nvPr/>
          </p:nvSpPr>
          <p:spPr>
            <a:xfrm>
              <a:off x="1838160" y="416880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2" name=""/>
            <p:cNvSpPr/>
            <p:nvPr/>
          </p:nvSpPr>
          <p:spPr>
            <a:xfrm>
              <a:off x="1952280" y="4168800"/>
              <a:ext cx="483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REDFA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83" name=""/>
          <p:cNvGrpSpPr/>
          <p:nvPr/>
        </p:nvGrpSpPr>
        <p:grpSpPr>
          <a:xfrm>
            <a:off x="3895560" y="2987640"/>
            <a:ext cx="565560" cy="200520"/>
            <a:chOff x="3895560" y="2987640"/>
            <a:chExt cx="565560" cy="200520"/>
          </a:xfrm>
        </p:grpSpPr>
        <p:sp>
          <p:nvSpPr>
            <p:cNvPr id="484" name=""/>
            <p:cNvSpPr/>
            <p:nvPr/>
          </p:nvSpPr>
          <p:spPr>
            <a:xfrm>
              <a:off x="3895560" y="3000240"/>
              <a:ext cx="10188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5" name=""/>
            <p:cNvSpPr/>
            <p:nvPr/>
          </p:nvSpPr>
          <p:spPr>
            <a:xfrm>
              <a:off x="3990960" y="2987640"/>
              <a:ext cx="470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SULUT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86" name=""/>
          <p:cNvGrpSpPr/>
          <p:nvPr/>
        </p:nvGrpSpPr>
        <p:grpSpPr>
          <a:xfrm>
            <a:off x="5084640" y="2714760"/>
            <a:ext cx="575280" cy="200520"/>
            <a:chOff x="5084640" y="2714760"/>
            <a:chExt cx="575280" cy="200520"/>
          </a:xfrm>
        </p:grpSpPr>
        <p:sp>
          <p:nvSpPr>
            <p:cNvPr id="487" name=""/>
            <p:cNvSpPr/>
            <p:nvPr/>
          </p:nvSpPr>
          <p:spPr>
            <a:xfrm>
              <a:off x="5084640" y="272736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8" name=""/>
            <p:cNvSpPr/>
            <p:nvPr/>
          </p:nvSpPr>
          <p:spPr>
            <a:xfrm>
              <a:off x="5169960" y="271476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SUGOL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89" name=""/>
          <p:cNvGrpSpPr/>
          <p:nvPr/>
        </p:nvGrpSpPr>
        <p:grpSpPr>
          <a:xfrm>
            <a:off x="5962680" y="3068640"/>
            <a:ext cx="550440" cy="200520"/>
            <a:chOff x="5962680" y="3068640"/>
            <a:chExt cx="550440" cy="200520"/>
          </a:xfrm>
        </p:grpSpPr>
        <p:sp>
          <p:nvSpPr>
            <p:cNvPr id="490" name=""/>
            <p:cNvSpPr/>
            <p:nvPr/>
          </p:nvSpPr>
          <p:spPr>
            <a:xfrm>
              <a:off x="5962680" y="30812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91" name=""/>
            <p:cNvSpPr/>
            <p:nvPr/>
          </p:nvSpPr>
          <p:spPr>
            <a:xfrm>
              <a:off x="6073200" y="3068640"/>
              <a:ext cx="4399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D2930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2" name=""/>
          <p:cNvGrpSpPr/>
          <p:nvPr/>
        </p:nvGrpSpPr>
        <p:grpSpPr>
          <a:xfrm>
            <a:off x="6789600" y="3402000"/>
            <a:ext cx="478080" cy="200520"/>
            <a:chOff x="6789600" y="3402000"/>
            <a:chExt cx="478080" cy="200520"/>
          </a:xfrm>
        </p:grpSpPr>
        <p:sp>
          <p:nvSpPr>
            <p:cNvPr id="493" name=""/>
            <p:cNvSpPr/>
            <p:nvPr/>
          </p:nvSpPr>
          <p:spPr>
            <a:xfrm>
              <a:off x="6789600" y="3414600"/>
              <a:ext cx="10188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94" name=""/>
            <p:cNvSpPr/>
            <p:nvPr/>
          </p:nvSpPr>
          <p:spPr>
            <a:xfrm>
              <a:off x="6921000" y="3402000"/>
              <a:ext cx="346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SPL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5" name=""/>
          <p:cNvGrpSpPr/>
          <p:nvPr/>
        </p:nvGrpSpPr>
        <p:grpSpPr>
          <a:xfrm>
            <a:off x="6377040" y="3795840"/>
            <a:ext cx="501120" cy="200520"/>
            <a:chOff x="6377040" y="3795840"/>
            <a:chExt cx="501120" cy="200520"/>
          </a:xfrm>
        </p:grpSpPr>
        <p:sp>
          <p:nvSpPr>
            <p:cNvPr id="496" name=""/>
            <p:cNvSpPr/>
            <p:nvPr/>
          </p:nvSpPr>
          <p:spPr>
            <a:xfrm>
              <a:off x="6377040" y="3819600"/>
              <a:ext cx="824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97" name=""/>
            <p:cNvSpPr/>
            <p:nvPr/>
          </p:nvSpPr>
          <p:spPr>
            <a:xfrm>
              <a:off x="6447600" y="3795840"/>
              <a:ext cx="4305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CHNB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8" name=""/>
          <p:cNvGrpSpPr/>
          <p:nvPr/>
        </p:nvGrpSpPr>
        <p:grpSpPr>
          <a:xfrm>
            <a:off x="6342120" y="4032360"/>
            <a:ext cx="617760" cy="200520"/>
            <a:chOff x="6342120" y="4032360"/>
            <a:chExt cx="617760" cy="200520"/>
          </a:xfrm>
        </p:grpSpPr>
        <p:sp>
          <p:nvSpPr>
            <p:cNvPr id="499" name=""/>
            <p:cNvSpPr/>
            <p:nvPr/>
          </p:nvSpPr>
          <p:spPr>
            <a:xfrm>
              <a:off x="6342120" y="40449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0" name=""/>
            <p:cNvSpPr/>
            <p:nvPr/>
          </p:nvSpPr>
          <p:spPr>
            <a:xfrm>
              <a:off x="6451560" y="4032360"/>
              <a:ext cx="5083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CHNB-4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01" name=""/>
          <p:cNvGrpSpPr/>
          <p:nvPr/>
        </p:nvGrpSpPr>
        <p:grpSpPr>
          <a:xfrm>
            <a:off x="6807240" y="3594240"/>
            <a:ext cx="499320" cy="200520"/>
            <a:chOff x="6807240" y="3594240"/>
            <a:chExt cx="499320" cy="200520"/>
          </a:xfrm>
        </p:grpSpPr>
        <p:sp>
          <p:nvSpPr>
            <p:cNvPr id="502" name=""/>
            <p:cNvSpPr/>
            <p:nvPr/>
          </p:nvSpPr>
          <p:spPr>
            <a:xfrm>
              <a:off x="6807240" y="361800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3" name=""/>
            <p:cNvSpPr/>
            <p:nvPr/>
          </p:nvSpPr>
          <p:spPr>
            <a:xfrm>
              <a:off x="6876000" y="3594240"/>
              <a:ext cx="4305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CHNB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04" name=""/>
          <p:cNvGrpSpPr/>
          <p:nvPr/>
        </p:nvGrpSpPr>
        <p:grpSpPr>
          <a:xfrm>
            <a:off x="6888240" y="3546360"/>
            <a:ext cx="536400" cy="200520"/>
            <a:chOff x="6888240" y="3546360"/>
            <a:chExt cx="536400" cy="200520"/>
          </a:xfrm>
        </p:grpSpPr>
        <p:sp>
          <p:nvSpPr>
            <p:cNvPr id="505" name=""/>
            <p:cNvSpPr/>
            <p:nvPr/>
          </p:nvSpPr>
          <p:spPr>
            <a:xfrm>
              <a:off x="6888240" y="3570120"/>
              <a:ext cx="824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6" name=""/>
            <p:cNvSpPr/>
            <p:nvPr/>
          </p:nvSpPr>
          <p:spPr>
            <a:xfrm>
              <a:off x="6974280" y="354636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EH609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07" name=""/>
          <p:cNvGrpSpPr/>
          <p:nvPr/>
        </p:nvGrpSpPr>
        <p:grpSpPr>
          <a:xfrm>
            <a:off x="6994440" y="3481560"/>
            <a:ext cx="534960" cy="200520"/>
            <a:chOff x="6994440" y="3481560"/>
            <a:chExt cx="534960" cy="200520"/>
          </a:xfrm>
        </p:grpSpPr>
        <p:sp>
          <p:nvSpPr>
            <p:cNvPr id="508" name=""/>
            <p:cNvSpPr/>
            <p:nvPr/>
          </p:nvSpPr>
          <p:spPr>
            <a:xfrm>
              <a:off x="6994440" y="350352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9" name=""/>
            <p:cNvSpPr/>
            <p:nvPr/>
          </p:nvSpPr>
          <p:spPr>
            <a:xfrm>
              <a:off x="7079040" y="348156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EH616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10" name=""/>
          <p:cNvGrpSpPr/>
          <p:nvPr/>
        </p:nvGrpSpPr>
        <p:grpSpPr>
          <a:xfrm>
            <a:off x="7178760" y="3351240"/>
            <a:ext cx="543240" cy="200520"/>
            <a:chOff x="7178760" y="3351240"/>
            <a:chExt cx="543240" cy="200520"/>
          </a:xfrm>
        </p:grpSpPr>
        <p:sp>
          <p:nvSpPr>
            <p:cNvPr id="511" name=""/>
            <p:cNvSpPr/>
            <p:nvPr/>
          </p:nvSpPr>
          <p:spPr>
            <a:xfrm>
              <a:off x="7178760" y="335124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12" name=""/>
            <p:cNvSpPr/>
            <p:nvPr/>
          </p:nvSpPr>
          <p:spPr>
            <a:xfrm>
              <a:off x="7295760" y="335124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RW06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13" name=""/>
          <p:cNvGrpSpPr/>
          <p:nvPr/>
        </p:nvGrpSpPr>
        <p:grpSpPr>
          <a:xfrm>
            <a:off x="5105520" y="685800"/>
            <a:ext cx="479160" cy="200520"/>
            <a:chOff x="5105520" y="685800"/>
            <a:chExt cx="479160" cy="200520"/>
          </a:xfrm>
        </p:grpSpPr>
        <p:sp>
          <p:nvSpPr>
            <p:cNvPr id="514" name=""/>
            <p:cNvSpPr/>
            <p:nvPr/>
          </p:nvSpPr>
          <p:spPr>
            <a:xfrm>
              <a:off x="5105520" y="692280"/>
              <a:ext cx="11448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15" name=""/>
            <p:cNvSpPr/>
            <p:nvPr/>
          </p:nvSpPr>
          <p:spPr>
            <a:xfrm>
              <a:off x="5247000" y="685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16" name=""/>
          <p:cNvGrpSpPr/>
          <p:nvPr/>
        </p:nvGrpSpPr>
        <p:grpSpPr>
          <a:xfrm>
            <a:off x="5029200" y="4648320"/>
            <a:ext cx="461520" cy="200520"/>
            <a:chOff x="5029200" y="4648320"/>
            <a:chExt cx="461520" cy="200520"/>
          </a:xfrm>
        </p:grpSpPr>
        <p:sp>
          <p:nvSpPr>
            <p:cNvPr id="517" name=""/>
            <p:cNvSpPr/>
            <p:nvPr/>
          </p:nvSpPr>
          <p:spPr>
            <a:xfrm>
              <a:off x="5029200" y="4664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18" name=""/>
            <p:cNvSpPr/>
            <p:nvPr/>
          </p:nvSpPr>
          <p:spPr>
            <a:xfrm>
              <a:off x="5153040" y="4648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19" name=""/>
          <p:cNvGrpSpPr/>
          <p:nvPr/>
        </p:nvGrpSpPr>
        <p:grpSpPr>
          <a:xfrm>
            <a:off x="6629400" y="4267080"/>
            <a:ext cx="460080" cy="200520"/>
            <a:chOff x="6629400" y="4267080"/>
            <a:chExt cx="460080" cy="200520"/>
          </a:xfrm>
        </p:grpSpPr>
        <p:sp>
          <p:nvSpPr>
            <p:cNvPr id="520" name=""/>
            <p:cNvSpPr/>
            <p:nvPr/>
          </p:nvSpPr>
          <p:spPr>
            <a:xfrm>
              <a:off x="6629400" y="428292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21" name=""/>
            <p:cNvSpPr/>
            <p:nvPr/>
          </p:nvSpPr>
          <p:spPr>
            <a:xfrm>
              <a:off x="6751800" y="4267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22" name=""/>
          <p:cNvGrpSpPr/>
          <p:nvPr/>
        </p:nvGrpSpPr>
        <p:grpSpPr>
          <a:xfrm>
            <a:off x="2057400" y="1905120"/>
            <a:ext cx="460080" cy="200520"/>
            <a:chOff x="2057400" y="1905120"/>
            <a:chExt cx="460080" cy="200520"/>
          </a:xfrm>
        </p:grpSpPr>
        <p:sp>
          <p:nvSpPr>
            <p:cNvPr id="523" name=""/>
            <p:cNvSpPr/>
            <p:nvPr/>
          </p:nvSpPr>
          <p:spPr>
            <a:xfrm>
              <a:off x="2057400" y="19209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24" name=""/>
            <p:cNvSpPr/>
            <p:nvPr/>
          </p:nvSpPr>
          <p:spPr>
            <a:xfrm>
              <a:off x="2179800" y="1905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25" name=""/>
          <p:cNvGrpSpPr/>
          <p:nvPr/>
        </p:nvGrpSpPr>
        <p:grpSpPr>
          <a:xfrm>
            <a:off x="8229600" y="2819520"/>
            <a:ext cx="460080" cy="200520"/>
            <a:chOff x="8229600" y="2819520"/>
            <a:chExt cx="460080" cy="200520"/>
          </a:xfrm>
        </p:grpSpPr>
        <p:sp>
          <p:nvSpPr>
            <p:cNvPr id="526" name=""/>
            <p:cNvSpPr/>
            <p:nvPr/>
          </p:nvSpPr>
          <p:spPr>
            <a:xfrm>
              <a:off x="8229600" y="28353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27" name=""/>
            <p:cNvSpPr/>
            <p:nvPr/>
          </p:nvSpPr>
          <p:spPr>
            <a:xfrm>
              <a:off x="8352000" y="2819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28" name=""/>
          <p:cNvGrpSpPr/>
          <p:nvPr/>
        </p:nvGrpSpPr>
        <p:grpSpPr>
          <a:xfrm>
            <a:off x="2971800" y="4495680"/>
            <a:ext cx="460080" cy="200520"/>
            <a:chOff x="2971800" y="4495680"/>
            <a:chExt cx="460080" cy="200520"/>
          </a:xfrm>
        </p:grpSpPr>
        <p:sp>
          <p:nvSpPr>
            <p:cNvPr id="529" name=""/>
            <p:cNvSpPr/>
            <p:nvPr/>
          </p:nvSpPr>
          <p:spPr>
            <a:xfrm>
              <a:off x="2971800" y="451188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30" name=""/>
            <p:cNvSpPr/>
            <p:nvPr/>
          </p:nvSpPr>
          <p:spPr>
            <a:xfrm>
              <a:off x="3094200" y="4495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31" name=""/>
          <p:cNvGrpSpPr/>
          <p:nvPr/>
        </p:nvGrpSpPr>
        <p:grpSpPr>
          <a:xfrm>
            <a:off x="649440" y="4417920"/>
            <a:ext cx="468720" cy="200520"/>
            <a:chOff x="649440" y="4417920"/>
            <a:chExt cx="468720" cy="200520"/>
          </a:xfrm>
        </p:grpSpPr>
        <p:sp>
          <p:nvSpPr>
            <p:cNvPr id="532" name=""/>
            <p:cNvSpPr/>
            <p:nvPr/>
          </p:nvSpPr>
          <p:spPr>
            <a:xfrm>
              <a:off x="649440" y="4432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33" name=""/>
            <p:cNvSpPr/>
            <p:nvPr/>
          </p:nvSpPr>
          <p:spPr>
            <a:xfrm>
              <a:off x="780480" y="4417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34" name=""/>
          <p:cNvGrpSpPr/>
          <p:nvPr/>
        </p:nvGrpSpPr>
        <p:grpSpPr>
          <a:xfrm>
            <a:off x="1285920" y="3297240"/>
            <a:ext cx="467280" cy="200520"/>
            <a:chOff x="1285920" y="3297240"/>
            <a:chExt cx="467280" cy="200520"/>
          </a:xfrm>
        </p:grpSpPr>
        <p:sp>
          <p:nvSpPr>
            <p:cNvPr id="535" name=""/>
            <p:cNvSpPr/>
            <p:nvPr/>
          </p:nvSpPr>
          <p:spPr>
            <a:xfrm>
              <a:off x="1285920" y="33116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36" name=""/>
            <p:cNvSpPr/>
            <p:nvPr/>
          </p:nvSpPr>
          <p:spPr>
            <a:xfrm>
              <a:off x="1415520" y="32972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37" name=""/>
          <p:cNvGrpSpPr/>
          <p:nvPr/>
        </p:nvGrpSpPr>
        <p:grpSpPr>
          <a:xfrm>
            <a:off x="2286000" y="3048120"/>
            <a:ext cx="461520" cy="200520"/>
            <a:chOff x="2286000" y="3048120"/>
            <a:chExt cx="461520" cy="200520"/>
          </a:xfrm>
        </p:grpSpPr>
        <p:sp>
          <p:nvSpPr>
            <p:cNvPr id="538" name=""/>
            <p:cNvSpPr/>
            <p:nvPr/>
          </p:nvSpPr>
          <p:spPr>
            <a:xfrm>
              <a:off x="2286000" y="3062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39" name=""/>
            <p:cNvSpPr/>
            <p:nvPr/>
          </p:nvSpPr>
          <p:spPr>
            <a:xfrm>
              <a:off x="2409840" y="3048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40" name=""/>
          <p:cNvGrpSpPr/>
          <p:nvPr/>
        </p:nvGrpSpPr>
        <p:grpSpPr>
          <a:xfrm>
            <a:off x="6324480" y="5105520"/>
            <a:ext cx="461880" cy="200520"/>
            <a:chOff x="6324480" y="5105520"/>
            <a:chExt cx="461880" cy="200520"/>
          </a:xfrm>
        </p:grpSpPr>
        <p:sp>
          <p:nvSpPr>
            <p:cNvPr id="541" name=""/>
            <p:cNvSpPr/>
            <p:nvPr/>
          </p:nvSpPr>
          <p:spPr>
            <a:xfrm>
              <a:off x="6324480" y="512136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42" name=""/>
            <p:cNvSpPr/>
            <p:nvPr/>
          </p:nvSpPr>
          <p:spPr>
            <a:xfrm>
              <a:off x="6448680" y="5105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43" name=""/>
          <p:cNvGrpSpPr/>
          <p:nvPr/>
        </p:nvGrpSpPr>
        <p:grpSpPr>
          <a:xfrm>
            <a:off x="6934320" y="2590920"/>
            <a:ext cx="461160" cy="200520"/>
            <a:chOff x="6934320" y="2590920"/>
            <a:chExt cx="461160" cy="200520"/>
          </a:xfrm>
        </p:grpSpPr>
        <p:sp>
          <p:nvSpPr>
            <p:cNvPr id="544" name=""/>
            <p:cNvSpPr/>
            <p:nvPr/>
          </p:nvSpPr>
          <p:spPr>
            <a:xfrm>
              <a:off x="6934320" y="260496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45" name=""/>
            <p:cNvSpPr/>
            <p:nvPr/>
          </p:nvSpPr>
          <p:spPr>
            <a:xfrm>
              <a:off x="7057800" y="2590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46" name=""/>
          <p:cNvGrpSpPr/>
          <p:nvPr/>
        </p:nvGrpSpPr>
        <p:grpSpPr>
          <a:xfrm>
            <a:off x="2971800" y="2590920"/>
            <a:ext cx="460080" cy="200520"/>
            <a:chOff x="2971800" y="2590920"/>
            <a:chExt cx="460080" cy="200520"/>
          </a:xfrm>
        </p:grpSpPr>
        <p:sp>
          <p:nvSpPr>
            <p:cNvPr id="547" name=""/>
            <p:cNvSpPr/>
            <p:nvPr/>
          </p:nvSpPr>
          <p:spPr>
            <a:xfrm>
              <a:off x="2971800" y="260496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48" name=""/>
            <p:cNvSpPr/>
            <p:nvPr/>
          </p:nvSpPr>
          <p:spPr>
            <a:xfrm>
              <a:off x="3094200" y="2590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49" name=""/>
          <p:cNvGrpSpPr/>
          <p:nvPr/>
        </p:nvGrpSpPr>
        <p:grpSpPr>
          <a:xfrm>
            <a:off x="8381880" y="3657600"/>
            <a:ext cx="461880" cy="200520"/>
            <a:chOff x="8381880" y="3657600"/>
            <a:chExt cx="461880" cy="200520"/>
          </a:xfrm>
        </p:grpSpPr>
        <p:sp>
          <p:nvSpPr>
            <p:cNvPr id="550" name=""/>
            <p:cNvSpPr/>
            <p:nvPr/>
          </p:nvSpPr>
          <p:spPr>
            <a:xfrm>
              <a:off x="8381880" y="36734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51" name=""/>
            <p:cNvSpPr/>
            <p:nvPr/>
          </p:nvSpPr>
          <p:spPr>
            <a:xfrm>
              <a:off x="8506080" y="3657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52" name=""/>
          <p:cNvGrpSpPr/>
          <p:nvPr/>
        </p:nvGrpSpPr>
        <p:grpSpPr>
          <a:xfrm>
            <a:off x="5943600" y="3733920"/>
            <a:ext cx="461520" cy="200520"/>
            <a:chOff x="5943600" y="3733920"/>
            <a:chExt cx="461520" cy="200520"/>
          </a:xfrm>
        </p:grpSpPr>
        <p:sp>
          <p:nvSpPr>
            <p:cNvPr id="553" name=""/>
            <p:cNvSpPr/>
            <p:nvPr/>
          </p:nvSpPr>
          <p:spPr>
            <a:xfrm>
              <a:off x="5943600" y="374796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54" name=""/>
            <p:cNvSpPr/>
            <p:nvPr/>
          </p:nvSpPr>
          <p:spPr>
            <a:xfrm>
              <a:off x="6067440" y="3733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55" name=""/>
          <p:cNvGrpSpPr/>
          <p:nvPr/>
        </p:nvGrpSpPr>
        <p:grpSpPr>
          <a:xfrm>
            <a:off x="3886200" y="4343400"/>
            <a:ext cx="461520" cy="200520"/>
            <a:chOff x="3886200" y="4343400"/>
            <a:chExt cx="461520" cy="200520"/>
          </a:xfrm>
        </p:grpSpPr>
        <p:sp>
          <p:nvSpPr>
            <p:cNvPr id="556" name=""/>
            <p:cNvSpPr/>
            <p:nvPr/>
          </p:nvSpPr>
          <p:spPr>
            <a:xfrm>
              <a:off x="3886200" y="43574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57" name=""/>
            <p:cNvSpPr/>
            <p:nvPr/>
          </p:nvSpPr>
          <p:spPr>
            <a:xfrm>
              <a:off x="4010040" y="4343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58" name=""/>
          <p:cNvGrpSpPr/>
          <p:nvPr/>
        </p:nvGrpSpPr>
        <p:grpSpPr>
          <a:xfrm>
            <a:off x="5943600" y="2209680"/>
            <a:ext cx="461520" cy="200520"/>
            <a:chOff x="5943600" y="2209680"/>
            <a:chExt cx="461520" cy="200520"/>
          </a:xfrm>
        </p:grpSpPr>
        <p:sp>
          <p:nvSpPr>
            <p:cNvPr id="559" name=""/>
            <p:cNvSpPr/>
            <p:nvPr/>
          </p:nvSpPr>
          <p:spPr>
            <a:xfrm>
              <a:off x="5943600" y="2225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60" name=""/>
            <p:cNvSpPr/>
            <p:nvPr/>
          </p:nvSpPr>
          <p:spPr>
            <a:xfrm>
              <a:off x="6067440" y="2209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61" name=""/>
          <p:cNvGrpSpPr/>
          <p:nvPr/>
        </p:nvGrpSpPr>
        <p:grpSpPr>
          <a:xfrm>
            <a:off x="3733920" y="6019920"/>
            <a:ext cx="461160" cy="200520"/>
            <a:chOff x="3733920" y="6019920"/>
            <a:chExt cx="461160" cy="200520"/>
          </a:xfrm>
        </p:grpSpPr>
        <p:sp>
          <p:nvSpPr>
            <p:cNvPr id="562" name=""/>
            <p:cNvSpPr/>
            <p:nvPr/>
          </p:nvSpPr>
          <p:spPr>
            <a:xfrm>
              <a:off x="3733920" y="6035760"/>
              <a:ext cx="9648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63" name=""/>
            <p:cNvSpPr/>
            <p:nvPr/>
          </p:nvSpPr>
          <p:spPr>
            <a:xfrm>
              <a:off x="3857400" y="6019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64" name=""/>
          <p:cNvGrpSpPr/>
          <p:nvPr/>
        </p:nvGrpSpPr>
        <p:grpSpPr>
          <a:xfrm>
            <a:off x="1523880" y="5334120"/>
            <a:ext cx="461520" cy="200520"/>
            <a:chOff x="1523880" y="5334120"/>
            <a:chExt cx="461520" cy="200520"/>
          </a:xfrm>
        </p:grpSpPr>
        <p:sp>
          <p:nvSpPr>
            <p:cNvPr id="565" name=""/>
            <p:cNvSpPr/>
            <p:nvPr/>
          </p:nvSpPr>
          <p:spPr>
            <a:xfrm>
              <a:off x="1523880" y="5349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66" name=""/>
            <p:cNvSpPr/>
            <p:nvPr/>
          </p:nvSpPr>
          <p:spPr>
            <a:xfrm>
              <a:off x="1647720" y="5334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67" name=""/>
          <p:cNvGrpSpPr/>
          <p:nvPr/>
        </p:nvGrpSpPr>
        <p:grpSpPr>
          <a:xfrm>
            <a:off x="4800600" y="3429000"/>
            <a:ext cx="460080" cy="200520"/>
            <a:chOff x="4800600" y="3429000"/>
            <a:chExt cx="460080" cy="200520"/>
          </a:xfrm>
        </p:grpSpPr>
        <p:sp>
          <p:nvSpPr>
            <p:cNvPr id="568" name=""/>
            <p:cNvSpPr/>
            <p:nvPr/>
          </p:nvSpPr>
          <p:spPr>
            <a:xfrm>
              <a:off x="4800600" y="344340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69" name=""/>
            <p:cNvSpPr/>
            <p:nvPr/>
          </p:nvSpPr>
          <p:spPr>
            <a:xfrm>
              <a:off x="4923000" y="3429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70" name=""/>
          <p:cNvGrpSpPr/>
          <p:nvPr/>
        </p:nvGrpSpPr>
        <p:grpSpPr>
          <a:xfrm>
            <a:off x="4343400" y="2057400"/>
            <a:ext cx="461520" cy="200520"/>
            <a:chOff x="4343400" y="2057400"/>
            <a:chExt cx="461520" cy="200520"/>
          </a:xfrm>
        </p:grpSpPr>
        <p:sp>
          <p:nvSpPr>
            <p:cNvPr id="571" name=""/>
            <p:cNvSpPr/>
            <p:nvPr/>
          </p:nvSpPr>
          <p:spPr>
            <a:xfrm>
              <a:off x="4343400" y="207288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2" name=""/>
            <p:cNvSpPr/>
            <p:nvPr/>
          </p:nvSpPr>
          <p:spPr>
            <a:xfrm>
              <a:off x="4467240" y="2057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73" name="Oval 572"/>
          <p:cNvSpPr/>
          <p:nvPr/>
        </p:nvSpPr>
        <p:spPr>
          <a:xfrm>
            <a:off x="6473747" y="375445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6503747" y="378445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575" name="Rounded Rectangle 574"/>
          <p:cNvSpPr/>
          <p:nvPr/>
        </p:nvSpPr>
        <p:spPr>
          <a:xfrm>
            <a:off x="6681747" y="377195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576" name="Oval 575"/>
          <p:cNvSpPr/>
          <p:nvPr/>
        </p:nvSpPr>
        <p:spPr>
          <a:xfrm>
            <a:off x="6815497" y="401356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6845497" y="404356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578" name="Rounded Rectangle 577"/>
          <p:cNvSpPr/>
          <p:nvPr/>
        </p:nvSpPr>
        <p:spPr>
          <a:xfrm>
            <a:off x="7023497" y="403106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579" name="Oval 578"/>
          <p:cNvSpPr/>
          <p:nvPr/>
        </p:nvSpPr>
        <p:spPr>
          <a:xfrm>
            <a:off x="6353147" y="499704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6383147" y="502704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581" name="Rounded Rectangle 580"/>
          <p:cNvSpPr/>
          <p:nvPr/>
        </p:nvSpPr>
        <p:spPr>
          <a:xfrm>
            <a:off x="6561147" y="501454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582" name="Oval 581"/>
          <p:cNvSpPr/>
          <p:nvPr/>
        </p:nvSpPr>
        <p:spPr>
          <a:xfrm>
            <a:off x="5002744" y="591246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5032744" y="594246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584" name="Rounded Rectangle 583"/>
          <p:cNvSpPr/>
          <p:nvPr/>
        </p:nvSpPr>
        <p:spPr>
          <a:xfrm>
            <a:off x="5210744" y="592996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585" name="Oval 584"/>
          <p:cNvSpPr/>
          <p:nvPr/>
        </p:nvSpPr>
        <p:spPr>
          <a:xfrm>
            <a:off x="114118" y="383685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144118" y="386685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587" name="Rounded Rectangle 586"/>
          <p:cNvSpPr/>
          <p:nvPr/>
        </p:nvSpPr>
        <p:spPr>
          <a:xfrm>
            <a:off x="322118" y="385435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588" name="Oval 587"/>
          <p:cNvSpPr/>
          <p:nvPr/>
        </p:nvSpPr>
        <p:spPr>
          <a:xfrm>
            <a:off x="114119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144119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590" name="Rounded Rectangle 589"/>
          <p:cNvSpPr/>
          <p:nvPr/>
        </p:nvSpPr>
        <p:spPr>
          <a:xfrm>
            <a:off x="322119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591" name="Oval 590"/>
          <p:cNvSpPr/>
          <p:nvPr/>
        </p:nvSpPr>
        <p:spPr>
          <a:xfrm>
            <a:off x="2195976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2225976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593" name="Rounded Rectangle 592"/>
          <p:cNvSpPr/>
          <p:nvPr/>
        </p:nvSpPr>
        <p:spPr>
          <a:xfrm>
            <a:off x="2403976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594" name="Oval 593"/>
          <p:cNvSpPr/>
          <p:nvPr/>
        </p:nvSpPr>
        <p:spPr>
          <a:xfrm>
            <a:off x="5145418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5175418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596" name="Rounded Rectangle 595"/>
          <p:cNvSpPr/>
          <p:nvPr/>
        </p:nvSpPr>
        <p:spPr>
          <a:xfrm>
            <a:off x="5353418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597" name="Oval 596"/>
          <p:cNvSpPr/>
          <p:nvPr/>
        </p:nvSpPr>
        <p:spPr>
          <a:xfrm>
            <a:off x="7926067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7956067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599" name="Rounded Rectangle 598"/>
          <p:cNvSpPr/>
          <p:nvPr/>
        </p:nvSpPr>
        <p:spPr>
          <a:xfrm>
            <a:off x="8134067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600" name="Oval 599"/>
          <p:cNvSpPr/>
          <p:nvPr/>
        </p:nvSpPr>
        <p:spPr>
          <a:xfrm>
            <a:off x="7801124" y="78466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7831124" y="81466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602" name="Rounded Rectangle 601"/>
          <p:cNvSpPr/>
          <p:nvPr/>
        </p:nvSpPr>
        <p:spPr>
          <a:xfrm>
            <a:off x="8009124" y="80216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</a:t>
            </a:r>
          </a:p>
        </p:txBody>
      </p:sp>
      <p:sp>
        <p:nvSpPr>
          <p:cNvPr id="603" name="Oval 602"/>
          <p:cNvSpPr/>
          <p:nvPr/>
        </p:nvSpPr>
        <p:spPr>
          <a:xfrm>
            <a:off x="940531" y="146060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970531" y="149060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605" name="Rounded Rectangle 604"/>
          <p:cNvSpPr/>
          <p:nvPr/>
        </p:nvSpPr>
        <p:spPr>
          <a:xfrm>
            <a:off x="1148531" y="147810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</a:t>
            </a:r>
          </a:p>
        </p:txBody>
      </p:sp>
      <p:sp>
        <p:nvSpPr>
          <p:cNvPr id="606" name="Rounded Rectangle 605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V62, V63, V64, V65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"/>
          <p:cNvSpPr/>
          <p:nvPr/>
        </p:nvSpPr>
        <p:spPr>
          <a:xfrm>
            <a:off x="3079440" y="50760"/>
            <a:ext cx="298476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6: EHAM | RWY 18R | STAR PESE2A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"/>
          <p:cNvSpPr/>
          <p:nvPr/>
        </p:nvSpPr>
        <p:spPr>
          <a:xfrm flipH="1" flipV="1">
            <a:off x="4067280" y="4847760"/>
            <a:ext cx="720720" cy="522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"/>
          <p:cNvSpPr/>
          <p:nvPr/>
        </p:nvSpPr>
        <p:spPr>
          <a:xfrm flipH="1" flipV="1">
            <a:off x="3795840" y="4138200"/>
            <a:ext cx="271440" cy="7095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"/>
          <p:cNvSpPr/>
          <p:nvPr/>
        </p:nvSpPr>
        <p:spPr>
          <a:xfrm flipV="1">
            <a:off x="3795840" y="3176640"/>
            <a:ext cx="865080" cy="9619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"/>
          <p:cNvSpPr/>
          <p:nvPr/>
        </p:nvSpPr>
        <p:spPr>
          <a:xfrm flipV="1">
            <a:off x="4660920" y="2412720"/>
            <a:ext cx="687240" cy="7635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"/>
          <p:cNvSpPr/>
          <p:nvPr/>
        </p:nvSpPr>
        <p:spPr>
          <a:xfrm flipH="1" flipV="1">
            <a:off x="5051520" y="1639800"/>
            <a:ext cx="296640" cy="773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"/>
          <p:cNvSpPr/>
          <p:nvPr/>
        </p:nvSpPr>
        <p:spPr>
          <a:xfrm>
            <a:off x="5051520" y="1639800"/>
            <a:ext cx="166680" cy="1904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"/>
          <p:cNvSpPr/>
          <p:nvPr/>
        </p:nvSpPr>
        <p:spPr>
          <a:xfrm flipH="1">
            <a:off x="5200200" y="1830240"/>
            <a:ext cx="17640" cy="2527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"/>
          <p:cNvSpPr/>
          <p:nvPr/>
        </p:nvSpPr>
        <p:spPr>
          <a:xfrm flipH="1">
            <a:off x="5192640" y="2082960"/>
            <a:ext cx="7920" cy="150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"/>
          <p:cNvSpPr/>
          <p:nvPr/>
        </p:nvSpPr>
        <p:spPr>
          <a:xfrm flipH="1">
            <a:off x="5178240" y="2233440"/>
            <a:ext cx="14040" cy="281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83" name=""/>
          <p:cNvGrpSpPr/>
          <p:nvPr/>
        </p:nvGrpSpPr>
        <p:grpSpPr>
          <a:xfrm>
            <a:off x="4724280" y="5307120"/>
            <a:ext cx="595800" cy="200520"/>
            <a:chOff x="4724280" y="5307120"/>
            <a:chExt cx="595800" cy="200520"/>
          </a:xfrm>
        </p:grpSpPr>
        <p:sp>
          <p:nvSpPr>
            <p:cNvPr id="584" name=""/>
            <p:cNvSpPr/>
            <p:nvPr/>
          </p:nvSpPr>
          <p:spPr>
            <a:xfrm>
              <a:off x="4724280" y="5307120"/>
              <a:ext cx="127080" cy="12672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85" name=""/>
            <p:cNvSpPr/>
            <p:nvPr/>
          </p:nvSpPr>
          <p:spPr>
            <a:xfrm>
              <a:off x="4840560" y="530712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PESER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86" name=""/>
          <p:cNvGrpSpPr/>
          <p:nvPr/>
        </p:nvGrpSpPr>
        <p:grpSpPr>
          <a:xfrm>
            <a:off x="4016520" y="4784760"/>
            <a:ext cx="697680" cy="200520"/>
            <a:chOff x="4016520" y="4784760"/>
            <a:chExt cx="697680" cy="200520"/>
          </a:xfrm>
        </p:grpSpPr>
        <p:sp>
          <p:nvSpPr>
            <p:cNvPr id="587" name=""/>
            <p:cNvSpPr/>
            <p:nvPr/>
          </p:nvSpPr>
          <p:spPr>
            <a:xfrm>
              <a:off x="4016520" y="47973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88" name=""/>
            <p:cNvSpPr/>
            <p:nvPr/>
          </p:nvSpPr>
          <p:spPr>
            <a:xfrm>
              <a:off x="4176720" y="4784760"/>
              <a:ext cx="537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'STDNB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89" name=""/>
          <p:cNvGrpSpPr/>
          <p:nvPr/>
        </p:nvGrpSpPr>
        <p:grpSpPr>
          <a:xfrm>
            <a:off x="3745080" y="4075200"/>
            <a:ext cx="683280" cy="200520"/>
            <a:chOff x="3745080" y="4075200"/>
            <a:chExt cx="683280" cy="200520"/>
          </a:xfrm>
        </p:grpSpPr>
        <p:sp>
          <p:nvSpPr>
            <p:cNvPr id="590" name=""/>
            <p:cNvSpPr/>
            <p:nvPr/>
          </p:nvSpPr>
          <p:spPr>
            <a:xfrm>
              <a:off x="3745080" y="40878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91" name=""/>
            <p:cNvSpPr/>
            <p:nvPr/>
          </p:nvSpPr>
          <p:spPr>
            <a:xfrm>
              <a:off x="3920040" y="4075200"/>
              <a:ext cx="5083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'RIVER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92" name=""/>
          <p:cNvGrpSpPr/>
          <p:nvPr/>
        </p:nvGrpSpPr>
        <p:grpSpPr>
          <a:xfrm>
            <a:off x="4610160" y="3112920"/>
            <a:ext cx="678960" cy="200520"/>
            <a:chOff x="4610160" y="3112920"/>
            <a:chExt cx="678960" cy="200520"/>
          </a:xfrm>
        </p:grpSpPr>
        <p:sp>
          <p:nvSpPr>
            <p:cNvPr id="593" name=""/>
            <p:cNvSpPr/>
            <p:nvPr/>
          </p:nvSpPr>
          <p:spPr>
            <a:xfrm>
              <a:off x="4610160" y="31258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94" name=""/>
            <p:cNvSpPr/>
            <p:nvPr/>
          </p:nvSpPr>
          <p:spPr>
            <a:xfrm>
              <a:off x="4789800" y="3112920"/>
              <a:ext cx="4993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'D2230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95" name=""/>
          <p:cNvGrpSpPr/>
          <p:nvPr/>
        </p:nvGrpSpPr>
        <p:grpSpPr>
          <a:xfrm>
            <a:off x="5297400" y="2349360"/>
            <a:ext cx="565920" cy="200520"/>
            <a:chOff x="5297400" y="2349360"/>
            <a:chExt cx="565920" cy="200520"/>
          </a:xfrm>
        </p:grpSpPr>
        <p:sp>
          <p:nvSpPr>
            <p:cNvPr id="596" name=""/>
            <p:cNvSpPr/>
            <p:nvPr/>
          </p:nvSpPr>
          <p:spPr>
            <a:xfrm>
              <a:off x="5297400" y="23623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97" name=""/>
            <p:cNvSpPr/>
            <p:nvPr/>
          </p:nvSpPr>
          <p:spPr>
            <a:xfrm>
              <a:off x="5458680" y="2349360"/>
              <a:ext cx="40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'SPL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98" name=""/>
          <p:cNvGrpSpPr/>
          <p:nvPr/>
        </p:nvGrpSpPr>
        <p:grpSpPr>
          <a:xfrm>
            <a:off x="5000760" y="1576440"/>
            <a:ext cx="683280" cy="200520"/>
            <a:chOff x="5000760" y="1576440"/>
            <a:chExt cx="683280" cy="200520"/>
          </a:xfrm>
        </p:grpSpPr>
        <p:sp>
          <p:nvSpPr>
            <p:cNvPr id="599" name=""/>
            <p:cNvSpPr/>
            <p:nvPr/>
          </p:nvSpPr>
          <p:spPr>
            <a:xfrm>
              <a:off x="5000760" y="15890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00" name=""/>
            <p:cNvSpPr/>
            <p:nvPr/>
          </p:nvSpPr>
          <p:spPr>
            <a:xfrm>
              <a:off x="5175720" y="1576440"/>
              <a:ext cx="5083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'EH644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01" name=""/>
          <p:cNvGrpSpPr/>
          <p:nvPr/>
        </p:nvGrpSpPr>
        <p:grpSpPr>
          <a:xfrm>
            <a:off x="5176800" y="1766880"/>
            <a:ext cx="599040" cy="200520"/>
            <a:chOff x="5176800" y="1766880"/>
            <a:chExt cx="599040" cy="200520"/>
          </a:xfrm>
        </p:grpSpPr>
        <p:sp>
          <p:nvSpPr>
            <p:cNvPr id="602" name=""/>
            <p:cNvSpPr/>
            <p:nvPr/>
          </p:nvSpPr>
          <p:spPr>
            <a:xfrm>
              <a:off x="5176800" y="1789200"/>
              <a:ext cx="8244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03" name=""/>
            <p:cNvSpPr/>
            <p:nvPr/>
          </p:nvSpPr>
          <p:spPr>
            <a:xfrm>
              <a:off x="5331600" y="1766880"/>
              <a:ext cx="444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'INTC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04" name=""/>
          <p:cNvGrpSpPr/>
          <p:nvPr/>
        </p:nvGrpSpPr>
        <p:grpSpPr>
          <a:xfrm>
            <a:off x="5159520" y="2019240"/>
            <a:ext cx="662760" cy="200520"/>
            <a:chOff x="5159520" y="2019240"/>
            <a:chExt cx="662760" cy="200520"/>
          </a:xfrm>
        </p:grpSpPr>
        <p:sp>
          <p:nvSpPr>
            <p:cNvPr id="605" name=""/>
            <p:cNvSpPr/>
            <p:nvPr/>
          </p:nvSpPr>
          <p:spPr>
            <a:xfrm>
              <a:off x="5159520" y="2043000"/>
              <a:ext cx="806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06" name=""/>
            <p:cNvSpPr/>
            <p:nvPr/>
          </p:nvSpPr>
          <p:spPr>
            <a:xfrm>
              <a:off x="5313960" y="2019240"/>
              <a:ext cx="5083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'EH621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07" name=""/>
          <p:cNvGrpSpPr/>
          <p:nvPr/>
        </p:nvGrpSpPr>
        <p:grpSpPr>
          <a:xfrm>
            <a:off x="5151600" y="2170080"/>
            <a:ext cx="662760" cy="200520"/>
            <a:chOff x="5151600" y="2170080"/>
            <a:chExt cx="662760" cy="200520"/>
          </a:xfrm>
        </p:grpSpPr>
        <p:sp>
          <p:nvSpPr>
            <p:cNvPr id="608" name=""/>
            <p:cNvSpPr/>
            <p:nvPr/>
          </p:nvSpPr>
          <p:spPr>
            <a:xfrm>
              <a:off x="5151600" y="2192400"/>
              <a:ext cx="8064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09" name=""/>
            <p:cNvSpPr/>
            <p:nvPr/>
          </p:nvSpPr>
          <p:spPr>
            <a:xfrm>
              <a:off x="5306040" y="2170080"/>
              <a:ext cx="5083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'EH622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10" name=""/>
          <p:cNvGrpSpPr/>
          <p:nvPr/>
        </p:nvGrpSpPr>
        <p:grpSpPr>
          <a:xfrm>
            <a:off x="5114880" y="2451240"/>
            <a:ext cx="731520" cy="200520"/>
            <a:chOff x="5114880" y="2451240"/>
            <a:chExt cx="731520" cy="200520"/>
          </a:xfrm>
        </p:grpSpPr>
        <p:sp>
          <p:nvSpPr>
            <p:cNvPr id="611" name=""/>
            <p:cNvSpPr/>
            <p:nvPr/>
          </p:nvSpPr>
          <p:spPr>
            <a:xfrm>
              <a:off x="5114880" y="2451240"/>
              <a:ext cx="127080" cy="12672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12" name=""/>
            <p:cNvSpPr/>
            <p:nvPr/>
          </p:nvSpPr>
          <p:spPr>
            <a:xfrm>
              <a:off x="5290920" y="2451240"/>
              <a:ext cx="555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'RW18R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13" name=""/>
          <p:cNvGrpSpPr/>
          <p:nvPr/>
        </p:nvGrpSpPr>
        <p:grpSpPr>
          <a:xfrm>
            <a:off x="3124080" y="3124080"/>
            <a:ext cx="478800" cy="200520"/>
            <a:chOff x="3124080" y="3124080"/>
            <a:chExt cx="478800" cy="200520"/>
          </a:xfrm>
        </p:grpSpPr>
        <p:sp>
          <p:nvSpPr>
            <p:cNvPr id="614" name=""/>
            <p:cNvSpPr/>
            <p:nvPr/>
          </p:nvSpPr>
          <p:spPr>
            <a:xfrm>
              <a:off x="3124080" y="313020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15" name=""/>
            <p:cNvSpPr/>
            <p:nvPr/>
          </p:nvSpPr>
          <p:spPr>
            <a:xfrm>
              <a:off x="3265200" y="3124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16" name=""/>
          <p:cNvGrpSpPr/>
          <p:nvPr/>
        </p:nvGrpSpPr>
        <p:grpSpPr>
          <a:xfrm>
            <a:off x="1981080" y="6248520"/>
            <a:ext cx="479160" cy="200520"/>
            <a:chOff x="1981080" y="6248520"/>
            <a:chExt cx="479160" cy="200520"/>
          </a:xfrm>
        </p:grpSpPr>
        <p:sp>
          <p:nvSpPr>
            <p:cNvPr id="617" name=""/>
            <p:cNvSpPr/>
            <p:nvPr/>
          </p:nvSpPr>
          <p:spPr>
            <a:xfrm>
              <a:off x="1981080" y="625500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18" name=""/>
            <p:cNvSpPr/>
            <p:nvPr/>
          </p:nvSpPr>
          <p:spPr>
            <a:xfrm>
              <a:off x="2122560" y="6248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19" name=""/>
          <p:cNvGrpSpPr/>
          <p:nvPr/>
        </p:nvGrpSpPr>
        <p:grpSpPr>
          <a:xfrm>
            <a:off x="4191120" y="1981080"/>
            <a:ext cx="479160" cy="200520"/>
            <a:chOff x="4191120" y="1981080"/>
            <a:chExt cx="479160" cy="200520"/>
          </a:xfrm>
        </p:grpSpPr>
        <p:sp>
          <p:nvSpPr>
            <p:cNvPr id="620" name=""/>
            <p:cNvSpPr/>
            <p:nvPr/>
          </p:nvSpPr>
          <p:spPr>
            <a:xfrm>
              <a:off x="4191120" y="1987560"/>
              <a:ext cx="11448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21" name=""/>
            <p:cNvSpPr/>
            <p:nvPr/>
          </p:nvSpPr>
          <p:spPr>
            <a:xfrm>
              <a:off x="4332600" y="1981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22" name=""/>
          <p:cNvGrpSpPr/>
          <p:nvPr/>
        </p:nvGrpSpPr>
        <p:grpSpPr>
          <a:xfrm>
            <a:off x="5638680" y="3809880"/>
            <a:ext cx="461880" cy="200520"/>
            <a:chOff x="5638680" y="3809880"/>
            <a:chExt cx="461880" cy="200520"/>
          </a:xfrm>
        </p:grpSpPr>
        <p:sp>
          <p:nvSpPr>
            <p:cNvPr id="623" name=""/>
            <p:cNvSpPr/>
            <p:nvPr/>
          </p:nvSpPr>
          <p:spPr>
            <a:xfrm>
              <a:off x="5638680" y="3825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24" name=""/>
            <p:cNvSpPr/>
            <p:nvPr/>
          </p:nvSpPr>
          <p:spPr>
            <a:xfrm>
              <a:off x="5762880" y="3809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25" name=""/>
          <p:cNvGrpSpPr/>
          <p:nvPr/>
        </p:nvGrpSpPr>
        <p:grpSpPr>
          <a:xfrm>
            <a:off x="5580000" y="6095880"/>
            <a:ext cx="469080" cy="200520"/>
            <a:chOff x="5580000" y="6095880"/>
            <a:chExt cx="469080" cy="200520"/>
          </a:xfrm>
        </p:grpSpPr>
        <p:sp>
          <p:nvSpPr>
            <p:cNvPr id="626" name=""/>
            <p:cNvSpPr/>
            <p:nvPr/>
          </p:nvSpPr>
          <p:spPr>
            <a:xfrm>
              <a:off x="5580000" y="6111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27" name=""/>
            <p:cNvSpPr/>
            <p:nvPr/>
          </p:nvSpPr>
          <p:spPr>
            <a:xfrm>
              <a:off x="5711400" y="6095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28" name=""/>
          <p:cNvGrpSpPr/>
          <p:nvPr/>
        </p:nvGrpSpPr>
        <p:grpSpPr>
          <a:xfrm>
            <a:off x="5253120" y="1219320"/>
            <a:ext cx="460080" cy="200520"/>
            <a:chOff x="5253120" y="1219320"/>
            <a:chExt cx="460080" cy="200520"/>
          </a:xfrm>
        </p:grpSpPr>
        <p:sp>
          <p:nvSpPr>
            <p:cNvPr id="629" name=""/>
            <p:cNvSpPr/>
            <p:nvPr/>
          </p:nvSpPr>
          <p:spPr>
            <a:xfrm>
              <a:off x="5253120" y="12333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30" name=""/>
            <p:cNvSpPr/>
            <p:nvPr/>
          </p:nvSpPr>
          <p:spPr>
            <a:xfrm>
              <a:off x="5375520" y="1219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31" name=""/>
          <p:cNvGrpSpPr/>
          <p:nvPr/>
        </p:nvGrpSpPr>
        <p:grpSpPr>
          <a:xfrm>
            <a:off x="4495680" y="457200"/>
            <a:ext cx="461880" cy="200520"/>
            <a:chOff x="4495680" y="457200"/>
            <a:chExt cx="461880" cy="200520"/>
          </a:xfrm>
        </p:grpSpPr>
        <p:sp>
          <p:nvSpPr>
            <p:cNvPr id="632" name=""/>
            <p:cNvSpPr/>
            <p:nvPr/>
          </p:nvSpPr>
          <p:spPr>
            <a:xfrm>
              <a:off x="4495680" y="4716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33" name=""/>
            <p:cNvSpPr/>
            <p:nvPr/>
          </p:nvSpPr>
          <p:spPr>
            <a:xfrm>
              <a:off x="4619880" y="457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34" name=""/>
          <p:cNvGrpSpPr/>
          <p:nvPr/>
        </p:nvGrpSpPr>
        <p:grpSpPr>
          <a:xfrm>
            <a:off x="5570640" y="4905360"/>
            <a:ext cx="467280" cy="200520"/>
            <a:chOff x="5570640" y="4905360"/>
            <a:chExt cx="467280" cy="200520"/>
          </a:xfrm>
        </p:grpSpPr>
        <p:sp>
          <p:nvSpPr>
            <p:cNvPr id="635" name=""/>
            <p:cNvSpPr/>
            <p:nvPr/>
          </p:nvSpPr>
          <p:spPr>
            <a:xfrm>
              <a:off x="5570640" y="492120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36" name=""/>
            <p:cNvSpPr/>
            <p:nvPr/>
          </p:nvSpPr>
          <p:spPr>
            <a:xfrm>
              <a:off x="5700240" y="49053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37" name=""/>
          <p:cNvGrpSpPr/>
          <p:nvPr/>
        </p:nvGrpSpPr>
        <p:grpSpPr>
          <a:xfrm>
            <a:off x="1828800" y="3505320"/>
            <a:ext cx="461520" cy="200520"/>
            <a:chOff x="1828800" y="3505320"/>
            <a:chExt cx="461520" cy="200520"/>
          </a:xfrm>
        </p:grpSpPr>
        <p:sp>
          <p:nvSpPr>
            <p:cNvPr id="638" name=""/>
            <p:cNvSpPr/>
            <p:nvPr/>
          </p:nvSpPr>
          <p:spPr>
            <a:xfrm>
              <a:off x="1828800" y="3521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39" name=""/>
            <p:cNvSpPr/>
            <p:nvPr/>
          </p:nvSpPr>
          <p:spPr>
            <a:xfrm>
              <a:off x="1952640" y="3505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40" name=""/>
          <p:cNvGrpSpPr/>
          <p:nvPr/>
        </p:nvGrpSpPr>
        <p:grpSpPr>
          <a:xfrm>
            <a:off x="4632480" y="4027320"/>
            <a:ext cx="468720" cy="200520"/>
            <a:chOff x="4632480" y="4027320"/>
            <a:chExt cx="468720" cy="200520"/>
          </a:xfrm>
        </p:grpSpPr>
        <p:sp>
          <p:nvSpPr>
            <p:cNvPr id="641" name=""/>
            <p:cNvSpPr/>
            <p:nvPr/>
          </p:nvSpPr>
          <p:spPr>
            <a:xfrm>
              <a:off x="4632480" y="4043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42" name=""/>
            <p:cNvSpPr/>
            <p:nvPr/>
          </p:nvSpPr>
          <p:spPr>
            <a:xfrm>
              <a:off x="4763520" y="4027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43" name=""/>
          <p:cNvGrpSpPr/>
          <p:nvPr/>
        </p:nvGrpSpPr>
        <p:grpSpPr>
          <a:xfrm>
            <a:off x="2133720" y="1371600"/>
            <a:ext cx="461520" cy="200520"/>
            <a:chOff x="2133720" y="1371600"/>
            <a:chExt cx="461520" cy="200520"/>
          </a:xfrm>
        </p:grpSpPr>
        <p:sp>
          <p:nvSpPr>
            <p:cNvPr id="644" name=""/>
            <p:cNvSpPr/>
            <p:nvPr/>
          </p:nvSpPr>
          <p:spPr>
            <a:xfrm>
              <a:off x="2133720" y="138708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45" name=""/>
            <p:cNvSpPr/>
            <p:nvPr/>
          </p:nvSpPr>
          <p:spPr>
            <a:xfrm>
              <a:off x="2257560" y="1371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46" name=""/>
          <p:cNvGrpSpPr/>
          <p:nvPr/>
        </p:nvGrpSpPr>
        <p:grpSpPr>
          <a:xfrm>
            <a:off x="4405320" y="6076800"/>
            <a:ext cx="467280" cy="200520"/>
            <a:chOff x="4405320" y="6076800"/>
            <a:chExt cx="467280" cy="200520"/>
          </a:xfrm>
        </p:grpSpPr>
        <p:sp>
          <p:nvSpPr>
            <p:cNvPr id="647" name=""/>
            <p:cNvSpPr/>
            <p:nvPr/>
          </p:nvSpPr>
          <p:spPr>
            <a:xfrm>
              <a:off x="4405320" y="609300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48" name=""/>
            <p:cNvSpPr/>
            <p:nvPr/>
          </p:nvSpPr>
          <p:spPr>
            <a:xfrm>
              <a:off x="4534920" y="6076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49" name=""/>
          <p:cNvGrpSpPr/>
          <p:nvPr/>
        </p:nvGrpSpPr>
        <p:grpSpPr>
          <a:xfrm>
            <a:off x="6095880" y="2819520"/>
            <a:ext cx="461520" cy="200520"/>
            <a:chOff x="6095880" y="2819520"/>
            <a:chExt cx="461520" cy="200520"/>
          </a:xfrm>
        </p:grpSpPr>
        <p:sp>
          <p:nvSpPr>
            <p:cNvPr id="650" name=""/>
            <p:cNvSpPr/>
            <p:nvPr/>
          </p:nvSpPr>
          <p:spPr>
            <a:xfrm>
              <a:off x="6095880" y="2835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51" name=""/>
            <p:cNvSpPr/>
            <p:nvPr/>
          </p:nvSpPr>
          <p:spPr>
            <a:xfrm>
              <a:off x="6219720" y="2819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52" name=""/>
          <p:cNvGrpSpPr/>
          <p:nvPr/>
        </p:nvGrpSpPr>
        <p:grpSpPr>
          <a:xfrm>
            <a:off x="6248520" y="1752480"/>
            <a:ext cx="461160" cy="200520"/>
            <a:chOff x="6248520" y="1752480"/>
            <a:chExt cx="461160" cy="200520"/>
          </a:xfrm>
        </p:grpSpPr>
        <p:sp>
          <p:nvSpPr>
            <p:cNvPr id="653" name=""/>
            <p:cNvSpPr/>
            <p:nvPr/>
          </p:nvSpPr>
          <p:spPr>
            <a:xfrm>
              <a:off x="6248520" y="17683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54" name=""/>
            <p:cNvSpPr/>
            <p:nvPr/>
          </p:nvSpPr>
          <p:spPr>
            <a:xfrm>
              <a:off x="6372000" y="1752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55" name=""/>
          <p:cNvGrpSpPr/>
          <p:nvPr/>
        </p:nvGrpSpPr>
        <p:grpSpPr>
          <a:xfrm>
            <a:off x="3581280" y="5486400"/>
            <a:ext cx="461520" cy="200520"/>
            <a:chOff x="3581280" y="5486400"/>
            <a:chExt cx="461520" cy="200520"/>
          </a:xfrm>
        </p:grpSpPr>
        <p:sp>
          <p:nvSpPr>
            <p:cNvPr id="656" name=""/>
            <p:cNvSpPr/>
            <p:nvPr/>
          </p:nvSpPr>
          <p:spPr>
            <a:xfrm>
              <a:off x="3581280" y="5502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57" name=""/>
            <p:cNvSpPr/>
            <p:nvPr/>
          </p:nvSpPr>
          <p:spPr>
            <a:xfrm>
              <a:off x="3705120" y="5486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58" name=""/>
          <p:cNvGrpSpPr/>
          <p:nvPr/>
        </p:nvGrpSpPr>
        <p:grpSpPr>
          <a:xfrm>
            <a:off x="3809880" y="2666880"/>
            <a:ext cx="461880" cy="200520"/>
            <a:chOff x="3809880" y="2666880"/>
            <a:chExt cx="461880" cy="200520"/>
          </a:xfrm>
        </p:grpSpPr>
        <p:sp>
          <p:nvSpPr>
            <p:cNvPr id="659" name=""/>
            <p:cNvSpPr/>
            <p:nvPr/>
          </p:nvSpPr>
          <p:spPr>
            <a:xfrm>
              <a:off x="3809880" y="2682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0" name=""/>
            <p:cNvSpPr/>
            <p:nvPr/>
          </p:nvSpPr>
          <p:spPr>
            <a:xfrm>
              <a:off x="3934080" y="2666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61" name=""/>
          <p:cNvGrpSpPr/>
          <p:nvPr/>
        </p:nvGrpSpPr>
        <p:grpSpPr>
          <a:xfrm>
            <a:off x="4865760" y="4635360"/>
            <a:ext cx="468720" cy="200520"/>
            <a:chOff x="4865760" y="4635360"/>
            <a:chExt cx="468720" cy="200520"/>
          </a:xfrm>
        </p:grpSpPr>
        <p:sp>
          <p:nvSpPr>
            <p:cNvPr id="662" name=""/>
            <p:cNvSpPr/>
            <p:nvPr/>
          </p:nvSpPr>
          <p:spPr>
            <a:xfrm>
              <a:off x="4865760" y="46512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3" name=""/>
            <p:cNvSpPr/>
            <p:nvPr/>
          </p:nvSpPr>
          <p:spPr>
            <a:xfrm>
              <a:off x="4996800" y="46353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64" name=""/>
          <p:cNvGrpSpPr/>
          <p:nvPr/>
        </p:nvGrpSpPr>
        <p:grpSpPr>
          <a:xfrm>
            <a:off x="7620120" y="3124080"/>
            <a:ext cx="461160" cy="200520"/>
            <a:chOff x="7620120" y="3124080"/>
            <a:chExt cx="461160" cy="200520"/>
          </a:xfrm>
        </p:grpSpPr>
        <p:sp>
          <p:nvSpPr>
            <p:cNvPr id="665" name=""/>
            <p:cNvSpPr/>
            <p:nvPr/>
          </p:nvSpPr>
          <p:spPr>
            <a:xfrm>
              <a:off x="7620120" y="31399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6" name=""/>
            <p:cNvSpPr/>
            <p:nvPr/>
          </p:nvSpPr>
          <p:spPr>
            <a:xfrm>
              <a:off x="7743600" y="3124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67" name=""/>
          <p:cNvGrpSpPr/>
          <p:nvPr/>
        </p:nvGrpSpPr>
        <p:grpSpPr>
          <a:xfrm>
            <a:off x="4495680" y="1371600"/>
            <a:ext cx="460080" cy="200520"/>
            <a:chOff x="4495680" y="1371600"/>
            <a:chExt cx="460080" cy="200520"/>
          </a:xfrm>
        </p:grpSpPr>
        <p:sp>
          <p:nvSpPr>
            <p:cNvPr id="668" name=""/>
            <p:cNvSpPr/>
            <p:nvPr/>
          </p:nvSpPr>
          <p:spPr>
            <a:xfrm>
              <a:off x="4495680" y="13874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9" name=""/>
            <p:cNvSpPr/>
            <p:nvPr/>
          </p:nvSpPr>
          <p:spPr>
            <a:xfrm>
              <a:off x="4618080" y="1371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70" name=""/>
          <p:cNvGrpSpPr/>
          <p:nvPr/>
        </p:nvGrpSpPr>
        <p:grpSpPr>
          <a:xfrm>
            <a:off x="2971800" y="4724280"/>
            <a:ext cx="461880" cy="200520"/>
            <a:chOff x="2971800" y="4724280"/>
            <a:chExt cx="461880" cy="200520"/>
          </a:xfrm>
        </p:grpSpPr>
        <p:sp>
          <p:nvSpPr>
            <p:cNvPr id="671" name=""/>
            <p:cNvSpPr/>
            <p:nvPr/>
          </p:nvSpPr>
          <p:spPr>
            <a:xfrm>
              <a:off x="2971800" y="474012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72" name=""/>
            <p:cNvSpPr/>
            <p:nvPr/>
          </p:nvSpPr>
          <p:spPr>
            <a:xfrm>
              <a:off x="3096000" y="4724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73" name="Oval 672"/>
          <p:cNvSpPr/>
          <p:nvPr/>
        </p:nvSpPr>
        <p:spPr>
          <a:xfrm>
            <a:off x="5245817" y="179346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xfrm>
            <a:off x="5275817" y="182346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675" name="Rounded Rectangle 674"/>
          <p:cNvSpPr/>
          <p:nvPr/>
        </p:nvSpPr>
        <p:spPr>
          <a:xfrm>
            <a:off x="5453817" y="181096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676" name="Oval 675"/>
          <p:cNvSpPr/>
          <p:nvPr/>
        </p:nvSpPr>
        <p:spPr>
          <a:xfrm>
            <a:off x="4820330" y="179346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xfrm>
            <a:off x="4850330" y="182346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678" name="Rounded Rectangle 677"/>
          <p:cNvSpPr/>
          <p:nvPr/>
        </p:nvSpPr>
        <p:spPr>
          <a:xfrm>
            <a:off x="5028330" y="181096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679" name="Oval 678"/>
          <p:cNvSpPr/>
          <p:nvPr/>
        </p:nvSpPr>
        <p:spPr>
          <a:xfrm>
            <a:off x="4173265" y="258774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xfrm>
            <a:off x="4203265" y="261774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681" name="Rounded Rectangle 680"/>
          <p:cNvSpPr/>
          <p:nvPr/>
        </p:nvSpPr>
        <p:spPr>
          <a:xfrm>
            <a:off x="4381265" y="260524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682" name="Oval 681"/>
          <p:cNvSpPr/>
          <p:nvPr/>
        </p:nvSpPr>
        <p:spPr>
          <a:xfrm>
            <a:off x="6138424" y="564161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6168424" y="567161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684" name="Rounded Rectangle 683"/>
          <p:cNvSpPr/>
          <p:nvPr/>
        </p:nvSpPr>
        <p:spPr>
          <a:xfrm>
            <a:off x="6346424" y="565911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685" name="Oval 684"/>
          <p:cNvSpPr/>
          <p:nvPr/>
        </p:nvSpPr>
        <p:spPr>
          <a:xfrm>
            <a:off x="6874502" y="446389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xfrm>
            <a:off x="6904502" y="449389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687" name="Rounded Rectangle 686"/>
          <p:cNvSpPr/>
          <p:nvPr/>
        </p:nvSpPr>
        <p:spPr>
          <a:xfrm>
            <a:off x="7082502" y="448139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688" name="Oval 687"/>
          <p:cNvSpPr/>
          <p:nvPr/>
        </p:nvSpPr>
        <p:spPr>
          <a:xfrm>
            <a:off x="7035412" y="77322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xfrm>
            <a:off x="7065412" y="80322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690" name="Rounded Rectangle 689"/>
          <p:cNvSpPr/>
          <p:nvPr/>
        </p:nvSpPr>
        <p:spPr>
          <a:xfrm>
            <a:off x="7243412" y="79072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</a:t>
            </a:r>
          </a:p>
        </p:txBody>
      </p:sp>
      <p:sp>
        <p:nvSpPr>
          <p:cNvPr id="691" name="Oval 690"/>
          <p:cNvSpPr/>
          <p:nvPr/>
        </p:nvSpPr>
        <p:spPr>
          <a:xfrm>
            <a:off x="1739071" y="101726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xfrm>
            <a:off x="1769071" y="104726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693" name="Rounded Rectangle 692"/>
          <p:cNvSpPr/>
          <p:nvPr/>
        </p:nvSpPr>
        <p:spPr>
          <a:xfrm>
            <a:off x="1947071" y="103476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</a:t>
            </a:r>
          </a:p>
        </p:txBody>
      </p:sp>
      <p:sp>
        <p:nvSpPr>
          <p:cNvPr id="694" name="Oval 693"/>
          <p:cNvSpPr/>
          <p:nvPr/>
        </p:nvSpPr>
        <p:spPr>
          <a:xfrm>
            <a:off x="1790425" y="240942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xfrm>
            <a:off x="1820425" y="243942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696" name="Rounded Rectangle 695"/>
          <p:cNvSpPr/>
          <p:nvPr/>
        </p:nvSpPr>
        <p:spPr>
          <a:xfrm>
            <a:off x="1998425" y="242692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</a:t>
            </a:r>
          </a:p>
        </p:txBody>
      </p:sp>
      <p:sp>
        <p:nvSpPr>
          <p:cNvPr id="697" name="Oval 696"/>
          <p:cNvSpPr/>
          <p:nvPr/>
        </p:nvSpPr>
        <p:spPr>
          <a:xfrm>
            <a:off x="2119093" y="293695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xfrm>
            <a:off x="2149093" y="296695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699" name="Rounded Rectangle 698"/>
          <p:cNvSpPr/>
          <p:nvPr/>
        </p:nvSpPr>
        <p:spPr>
          <a:xfrm>
            <a:off x="2327093" y="295445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</a:t>
            </a:r>
          </a:p>
        </p:txBody>
      </p:sp>
      <p:sp>
        <p:nvSpPr>
          <p:cNvPr id="700" name="Oval 699"/>
          <p:cNvSpPr/>
          <p:nvPr/>
        </p:nvSpPr>
        <p:spPr>
          <a:xfrm>
            <a:off x="2016384" y="557314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xfrm>
            <a:off x="2046384" y="560314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702" name="Rounded Rectangle 701"/>
          <p:cNvSpPr/>
          <p:nvPr/>
        </p:nvSpPr>
        <p:spPr>
          <a:xfrm>
            <a:off x="2224384" y="559064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</a:t>
            </a:r>
          </a:p>
        </p:txBody>
      </p:sp>
      <p:sp>
        <p:nvSpPr>
          <p:cNvPr id="703" name="Rounded Rectangle 702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"/>
          <p:cNvSpPr/>
          <p:nvPr/>
        </p:nvSpPr>
        <p:spPr>
          <a:xfrm>
            <a:off x="3142080" y="50760"/>
            <a:ext cx="285984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7: EGLL | RWY 09L | STAR BNN1B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"/>
          <p:cNvSpPr/>
          <p:nvPr/>
        </p:nvSpPr>
        <p:spPr>
          <a:xfrm>
            <a:off x="3368520" y="1639800"/>
            <a:ext cx="1076400" cy="1941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"/>
          <p:cNvSpPr/>
          <p:nvPr/>
        </p:nvSpPr>
        <p:spPr>
          <a:xfrm>
            <a:off x="4444920" y="3581280"/>
            <a:ext cx="486000" cy="6210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"/>
          <p:cNvSpPr/>
          <p:nvPr/>
        </p:nvSpPr>
        <p:spPr>
          <a:xfrm>
            <a:off x="4930920" y="4202280"/>
            <a:ext cx="196560" cy="252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"/>
          <p:cNvSpPr/>
          <p:nvPr/>
        </p:nvSpPr>
        <p:spPr>
          <a:xfrm>
            <a:off x="5127480" y="4454640"/>
            <a:ext cx="582840" cy="3110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"/>
          <p:cNvSpPr/>
          <p:nvPr/>
        </p:nvSpPr>
        <p:spPr>
          <a:xfrm>
            <a:off x="5710320" y="4765680"/>
            <a:ext cx="4680" cy="192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"/>
          <p:cNvSpPr/>
          <p:nvPr/>
        </p:nvSpPr>
        <p:spPr>
          <a:xfrm flipH="1">
            <a:off x="5516280" y="4957920"/>
            <a:ext cx="198360" cy="536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"/>
          <p:cNvSpPr/>
          <p:nvPr/>
        </p:nvSpPr>
        <p:spPr>
          <a:xfrm flipH="1">
            <a:off x="5362560" y="5011560"/>
            <a:ext cx="154080" cy="8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8520" bIns="-385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"/>
          <p:cNvSpPr/>
          <p:nvPr/>
        </p:nvSpPr>
        <p:spPr>
          <a:xfrm>
            <a:off x="5362560" y="5019840"/>
            <a:ext cx="9720" cy="258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"/>
          <p:cNvSpPr/>
          <p:nvPr/>
        </p:nvSpPr>
        <p:spPr>
          <a:xfrm>
            <a:off x="5372280" y="5278320"/>
            <a:ext cx="12600" cy="795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"/>
          <p:cNvSpPr/>
          <p:nvPr/>
        </p:nvSpPr>
        <p:spPr>
          <a:xfrm>
            <a:off x="5384880" y="5357880"/>
            <a:ext cx="96840" cy="3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3560" bIns="-435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"/>
          <p:cNvSpPr/>
          <p:nvPr/>
        </p:nvSpPr>
        <p:spPr>
          <a:xfrm>
            <a:off x="5481720" y="5361120"/>
            <a:ext cx="135000" cy="46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2120" bIns="-421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"/>
          <p:cNvSpPr/>
          <p:nvPr/>
        </p:nvSpPr>
        <p:spPr>
          <a:xfrm>
            <a:off x="5616720" y="5365800"/>
            <a:ext cx="158760" cy="46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2120" bIns="-421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86" name=""/>
          <p:cNvGrpSpPr/>
          <p:nvPr/>
        </p:nvGrpSpPr>
        <p:grpSpPr>
          <a:xfrm>
            <a:off x="3305160" y="1576440"/>
            <a:ext cx="607320" cy="200520"/>
            <a:chOff x="3305160" y="1576440"/>
            <a:chExt cx="607320" cy="200520"/>
          </a:xfrm>
        </p:grpSpPr>
        <p:sp>
          <p:nvSpPr>
            <p:cNvPr id="687" name=""/>
            <p:cNvSpPr/>
            <p:nvPr/>
          </p:nvSpPr>
          <p:spPr>
            <a:xfrm>
              <a:off x="3305160" y="157644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8" name=""/>
            <p:cNvSpPr/>
            <p:nvPr/>
          </p:nvSpPr>
          <p:spPr>
            <a:xfrm>
              <a:off x="3408840" y="1576440"/>
              <a:ext cx="503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NUGRA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89" name=""/>
          <p:cNvGrpSpPr/>
          <p:nvPr/>
        </p:nvGrpSpPr>
        <p:grpSpPr>
          <a:xfrm>
            <a:off x="4394160" y="3517920"/>
            <a:ext cx="555480" cy="200520"/>
            <a:chOff x="4394160" y="3517920"/>
            <a:chExt cx="555480" cy="200520"/>
          </a:xfrm>
        </p:grpSpPr>
        <p:sp>
          <p:nvSpPr>
            <p:cNvPr id="690" name=""/>
            <p:cNvSpPr/>
            <p:nvPr/>
          </p:nvSpPr>
          <p:spPr>
            <a:xfrm>
              <a:off x="4394160" y="35305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1" name=""/>
            <p:cNvSpPr/>
            <p:nvPr/>
          </p:nvSpPr>
          <p:spPr>
            <a:xfrm>
              <a:off x="4499280" y="351792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TOBID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92" name=""/>
          <p:cNvGrpSpPr/>
          <p:nvPr/>
        </p:nvGrpSpPr>
        <p:grpSpPr>
          <a:xfrm>
            <a:off x="4879800" y="4138560"/>
            <a:ext cx="553320" cy="200520"/>
            <a:chOff x="4879800" y="4138560"/>
            <a:chExt cx="553320" cy="200520"/>
          </a:xfrm>
        </p:grpSpPr>
        <p:sp>
          <p:nvSpPr>
            <p:cNvPr id="693" name=""/>
            <p:cNvSpPr/>
            <p:nvPr/>
          </p:nvSpPr>
          <p:spPr>
            <a:xfrm>
              <a:off x="4879800" y="4151160"/>
              <a:ext cx="10188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4" name=""/>
            <p:cNvSpPr/>
            <p:nvPr/>
          </p:nvSpPr>
          <p:spPr>
            <a:xfrm>
              <a:off x="4987080" y="413856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SOPIT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95" name=""/>
          <p:cNvGrpSpPr/>
          <p:nvPr/>
        </p:nvGrpSpPr>
        <p:grpSpPr>
          <a:xfrm>
            <a:off x="5076720" y="4390920"/>
            <a:ext cx="717840" cy="200520"/>
            <a:chOff x="5076720" y="4390920"/>
            <a:chExt cx="717840" cy="200520"/>
          </a:xfrm>
        </p:grpSpPr>
        <p:sp>
          <p:nvSpPr>
            <p:cNvPr id="696" name=""/>
            <p:cNvSpPr/>
            <p:nvPr/>
          </p:nvSpPr>
          <p:spPr>
            <a:xfrm>
              <a:off x="5076720" y="440388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7" name=""/>
            <p:cNvSpPr/>
            <p:nvPr/>
          </p:nvSpPr>
          <p:spPr>
            <a:xfrm>
              <a:off x="5217480" y="4390920"/>
              <a:ext cx="5770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'WCONB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98" name=""/>
          <p:cNvGrpSpPr/>
          <p:nvPr/>
        </p:nvGrpSpPr>
        <p:grpSpPr>
          <a:xfrm>
            <a:off x="5659560" y="4702320"/>
            <a:ext cx="487800" cy="200520"/>
            <a:chOff x="5659560" y="4702320"/>
            <a:chExt cx="487800" cy="200520"/>
          </a:xfrm>
        </p:grpSpPr>
        <p:sp>
          <p:nvSpPr>
            <p:cNvPr id="699" name=""/>
            <p:cNvSpPr/>
            <p:nvPr/>
          </p:nvSpPr>
          <p:spPr>
            <a:xfrm>
              <a:off x="5659560" y="47149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00" name=""/>
            <p:cNvSpPr/>
            <p:nvPr/>
          </p:nvSpPr>
          <p:spPr>
            <a:xfrm>
              <a:off x="5780880" y="4702320"/>
              <a:ext cx="36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BNN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01" name=""/>
          <p:cNvGrpSpPr/>
          <p:nvPr/>
        </p:nvGrpSpPr>
        <p:grpSpPr>
          <a:xfrm>
            <a:off x="5673600" y="4894200"/>
            <a:ext cx="541800" cy="200520"/>
            <a:chOff x="5673600" y="4894200"/>
            <a:chExt cx="541800" cy="200520"/>
          </a:xfrm>
        </p:grpSpPr>
        <p:sp>
          <p:nvSpPr>
            <p:cNvPr id="702" name=""/>
            <p:cNvSpPr/>
            <p:nvPr/>
          </p:nvSpPr>
          <p:spPr>
            <a:xfrm>
              <a:off x="5673600" y="49179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03" name=""/>
            <p:cNvSpPr/>
            <p:nvPr/>
          </p:nvSpPr>
          <p:spPr>
            <a:xfrm>
              <a:off x="5751360" y="489420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BNN05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04" name=""/>
          <p:cNvGrpSpPr/>
          <p:nvPr/>
        </p:nvGrpSpPr>
        <p:grpSpPr>
          <a:xfrm>
            <a:off x="5465880" y="4948200"/>
            <a:ext cx="559800" cy="200520"/>
            <a:chOff x="5465880" y="4948200"/>
            <a:chExt cx="559800" cy="200520"/>
          </a:xfrm>
        </p:grpSpPr>
        <p:sp>
          <p:nvSpPr>
            <p:cNvPr id="705" name=""/>
            <p:cNvSpPr/>
            <p:nvPr/>
          </p:nvSpPr>
          <p:spPr>
            <a:xfrm>
              <a:off x="5465880" y="496080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06" name=""/>
            <p:cNvSpPr/>
            <p:nvPr/>
          </p:nvSpPr>
          <p:spPr>
            <a:xfrm>
              <a:off x="5565960" y="4948200"/>
              <a:ext cx="4597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LAM30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07" name=""/>
          <p:cNvGrpSpPr/>
          <p:nvPr/>
        </p:nvGrpSpPr>
        <p:grpSpPr>
          <a:xfrm>
            <a:off x="5311800" y="4956120"/>
            <a:ext cx="689040" cy="200520"/>
            <a:chOff x="5311800" y="4956120"/>
            <a:chExt cx="689040" cy="200520"/>
          </a:xfrm>
        </p:grpSpPr>
        <p:sp>
          <p:nvSpPr>
            <p:cNvPr id="708" name=""/>
            <p:cNvSpPr/>
            <p:nvPr/>
          </p:nvSpPr>
          <p:spPr>
            <a:xfrm>
              <a:off x="5311800" y="496872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09" name=""/>
            <p:cNvSpPr/>
            <p:nvPr/>
          </p:nvSpPr>
          <p:spPr>
            <a:xfrm>
              <a:off x="5481720" y="4956120"/>
              <a:ext cx="5191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'LAM34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10" name=""/>
          <p:cNvGrpSpPr/>
          <p:nvPr/>
        </p:nvGrpSpPr>
        <p:grpSpPr>
          <a:xfrm>
            <a:off x="5330880" y="5214960"/>
            <a:ext cx="684720" cy="200520"/>
            <a:chOff x="5330880" y="5214960"/>
            <a:chExt cx="684720" cy="200520"/>
          </a:xfrm>
        </p:grpSpPr>
        <p:sp>
          <p:nvSpPr>
            <p:cNvPr id="711" name=""/>
            <p:cNvSpPr/>
            <p:nvPr/>
          </p:nvSpPr>
          <p:spPr>
            <a:xfrm>
              <a:off x="5330880" y="523728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12" name=""/>
            <p:cNvSpPr/>
            <p:nvPr/>
          </p:nvSpPr>
          <p:spPr>
            <a:xfrm>
              <a:off x="5463000" y="5214960"/>
              <a:ext cx="55260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'GWC39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13" name=""/>
          <p:cNvGrpSpPr/>
          <p:nvPr/>
        </p:nvGrpSpPr>
        <p:grpSpPr>
          <a:xfrm>
            <a:off x="5334120" y="5294160"/>
            <a:ext cx="668880" cy="200520"/>
            <a:chOff x="5334120" y="5294160"/>
            <a:chExt cx="668880" cy="200520"/>
          </a:xfrm>
        </p:grpSpPr>
        <p:sp>
          <p:nvSpPr>
            <p:cNvPr id="714" name=""/>
            <p:cNvSpPr/>
            <p:nvPr/>
          </p:nvSpPr>
          <p:spPr>
            <a:xfrm>
              <a:off x="5334120" y="53071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15" name=""/>
            <p:cNvSpPr/>
            <p:nvPr/>
          </p:nvSpPr>
          <p:spPr>
            <a:xfrm>
              <a:off x="5523480" y="529416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'IAA10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16" name=""/>
          <p:cNvGrpSpPr/>
          <p:nvPr/>
        </p:nvGrpSpPr>
        <p:grpSpPr>
          <a:xfrm>
            <a:off x="5430960" y="5297400"/>
            <a:ext cx="681120" cy="200520"/>
            <a:chOff x="5430960" y="5297400"/>
            <a:chExt cx="681120" cy="200520"/>
          </a:xfrm>
        </p:grpSpPr>
        <p:sp>
          <p:nvSpPr>
            <p:cNvPr id="717" name=""/>
            <p:cNvSpPr/>
            <p:nvPr/>
          </p:nvSpPr>
          <p:spPr>
            <a:xfrm>
              <a:off x="5430960" y="53103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18" name=""/>
            <p:cNvSpPr/>
            <p:nvPr/>
          </p:nvSpPr>
          <p:spPr>
            <a:xfrm>
              <a:off x="5608440" y="5297400"/>
              <a:ext cx="503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'CF09L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19" name=""/>
          <p:cNvGrpSpPr/>
          <p:nvPr/>
        </p:nvGrpSpPr>
        <p:grpSpPr>
          <a:xfrm>
            <a:off x="5565600" y="5302080"/>
            <a:ext cx="676080" cy="200520"/>
            <a:chOff x="5565600" y="5302080"/>
            <a:chExt cx="676080" cy="200520"/>
          </a:xfrm>
        </p:grpSpPr>
        <p:sp>
          <p:nvSpPr>
            <p:cNvPr id="720" name=""/>
            <p:cNvSpPr/>
            <p:nvPr/>
          </p:nvSpPr>
          <p:spPr>
            <a:xfrm>
              <a:off x="5565600" y="531504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21" name=""/>
            <p:cNvSpPr/>
            <p:nvPr/>
          </p:nvSpPr>
          <p:spPr>
            <a:xfrm>
              <a:off x="5748480" y="5302080"/>
              <a:ext cx="49320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'FF09L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22" name=""/>
          <p:cNvGrpSpPr/>
          <p:nvPr/>
        </p:nvGrpSpPr>
        <p:grpSpPr>
          <a:xfrm>
            <a:off x="5711760" y="5307120"/>
            <a:ext cx="728280" cy="200520"/>
            <a:chOff x="5711760" y="5307120"/>
            <a:chExt cx="728280" cy="200520"/>
          </a:xfrm>
        </p:grpSpPr>
        <p:sp>
          <p:nvSpPr>
            <p:cNvPr id="723" name=""/>
            <p:cNvSpPr/>
            <p:nvPr/>
          </p:nvSpPr>
          <p:spPr>
            <a:xfrm>
              <a:off x="5711760" y="5307120"/>
              <a:ext cx="127080" cy="12672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24" name=""/>
            <p:cNvSpPr/>
            <p:nvPr/>
          </p:nvSpPr>
          <p:spPr>
            <a:xfrm>
              <a:off x="5893560" y="5307120"/>
              <a:ext cx="54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'RW09L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25" name=""/>
          <p:cNvGrpSpPr/>
          <p:nvPr/>
        </p:nvGrpSpPr>
        <p:grpSpPr>
          <a:xfrm>
            <a:off x="6400800" y="4495680"/>
            <a:ext cx="479160" cy="200520"/>
            <a:chOff x="6400800" y="4495680"/>
            <a:chExt cx="479160" cy="200520"/>
          </a:xfrm>
        </p:grpSpPr>
        <p:sp>
          <p:nvSpPr>
            <p:cNvPr id="726" name=""/>
            <p:cNvSpPr/>
            <p:nvPr/>
          </p:nvSpPr>
          <p:spPr>
            <a:xfrm>
              <a:off x="6400800" y="4501800"/>
              <a:ext cx="11448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27" name=""/>
            <p:cNvSpPr/>
            <p:nvPr/>
          </p:nvSpPr>
          <p:spPr>
            <a:xfrm>
              <a:off x="6542280" y="4495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28" name=""/>
          <p:cNvGrpSpPr/>
          <p:nvPr/>
        </p:nvGrpSpPr>
        <p:grpSpPr>
          <a:xfrm>
            <a:off x="4946760" y="5059440"/>
            <a:ext cx="461520" cy="200520"/>
            <a:chOff x="4946760" y="5059440"/>
            <a:chExt cx="461520" cy="200520"/>
          </a:xfrm>
        </p:grpSpPr>
        <p:sp>
          <p:nvSpPr>
            <p:cNvPr id="729" name=""/>
            <p:cNvSpPr/>
            <p:nvPr/>
          </p:nvSpPr>
          <p:spPr>
            <a:xfrm>
              <a:off x="4946760" y="50734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30" name=""/>
            <p:cNvSpPr/>
            <p:nvPr/>
          </p:nvSpPr>
          <p:spPr>
            <a:xfrm>
              <a:off x="5070600" y="50594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31" name=""/>
          <p:cNvGrpSpPr/>
          <p:nvPr/>
        </p:nvGrpSpPr>
        <p:grpSpPr>
          <a:xfrm>
            <a:off x="7696080" y="2895480"/>
            <a:ext cx="461880" cy="200520"/>
            <a:chOff x="7696080" y="2895480"/>
            <a:chExt cx="461880" cy="200520"/>
          </a:xfrm>
        </p:grpSpPr>
        <p:sp>
          <p:nvSpPr>
            <p:cNvPr id="732" name=""/>
            <p:cNvSpPr/>
            <p:nvPr/>
          </p:nvSpPr>
          <p:spPr>
            <a:xfrm>
              <a:off x="7696080" y="2909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33" name=""/>
            <p:cNvSpPr/>
            <p:nvPr/>
          </p:nvSpPr>
          <p:spPr>
            <a:xfrm>
              <a:off x="7820280" y="2895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34" name=""/>
          <p:cNvGrpSpPr/>
          <p:nvPr/>
        </p:nvGrpSpPr>
        <p:grpSpPr>
          <a:xfrm>
            <a:off x="3124080" y="4343400"/>
            <a:ext cx="461880" cy="200520"/>
            <a:chOff x="3124080" y="4343400"/>
            <a:chExt cx="461880" cy="200520"/>
          </a:xfrm>
        </p:grpSpPr>
        <p:sp>
          <p:nvSpPr>
            <p:cNvPr id="735" name=""/>
            <p:cNvSpPr/>
            <p:nvPr/>
          </p:nvSpPr>
          <p:spPr>
            <a:xfrm>
              <a:off x="3124080" y="4359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36" name=""/>
            <p:cNvSpPr/>
            <p:nvPr/>
          </p:nvSpPr>
          <p:spPr>
            <a:xfrm>
              <a:off x="3248280" y="4343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37" name=""/>
          <p:cNvGrpSpPr/>
          <p:nvPr/>
        </p:nvGrpSpPr>
        <p:grpSpPr>
          <a:xfrm>
            <a:off x="4495680" y="1523880"/>
            <a:ext cx="461880" cy="200520"/>
            <a:chOff x="4495680" y="1523880"/>
            <a:chExt cx="461880" cy="200520"/>
          </a:xfrm>
        </p:grpSpPr>
        <p:sp>
          <p:nvSpPr>
            <p:cNvPr id="738" name=""/>
            <p:cNvSpPr/>
            <p:nvPr/>
          </p:nvSpPr>
          <p:spPr>
            <a:xfrm>
              <a:off x="4495680" y="1539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39" name=""/>
            <p:cNvSpPr/>
            <p:nvPr/>
          </p:nvSpPr>
          <p:spPr>
            <a:xfrm>
              <a:off x="4619880" y="1523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40" name=""/>
          <p:cNvGrpSpPr/>
          <p:nvPr/>
        </p:nvGrpSpPr>
        <p:grpSpPr>
          <a:xfrm>
            <a:off x="2438280" y="2438280"/>
            <a:ext cx="460080" cy="200520"/>
            <a:chOff x="2438280" y="2438280"/>
            <a:chExt cx="460080" cy="200520"/>
          </a:xfrm>
        </p:grpSpPr>
        <p:sp>
          <p:nvSpPr>
            <p:cNvPr id="741" name=""/>
            <p:cNvSpPr/>
            <p:nvPr/>
          </p:nvSpPr>
          <p:spPr>
            <a:xfrm>
              <a:off x="2438280" y="245412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42" name=""/>
            <p:cNvSpPr/>
            <p:nvPr/>
          </p:nvSpPr>
          <p:spPr>
            <a:xfrm>
              <a:off x="2560680" y="2438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43" name=""/>
          <p:cNvGrpSpPr/>
          <p:nvPr/>
        </p:nvGrpSpPr>
        <p:grpSpPr>
          <a:xfrm>
            <a:off x="3505320" y="6095880"/>
            <a:ext cx="459720" cy="200520"/>
            <a:chOff x="3505320" y="6095880"/>
            <a:chExt cx="459720" cy="200520"/>
          </a:xfrm>
        </p:grpSpPr>
        <p:sp>
          <p:nvSpPr>
            <p:cNvPr id="744" name=""/>
            <p:cNvSpPr/>
            <p:nvPr/>
          </p:nvSpPr>
          <p:spPr>
            <a:xfrm>
              <a:off x="3505320" y="611172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45" name=""/>
            <p:cNvSpPr/>
            <p:nvPr/>
          </p:nvSpPr>
          <p:spPr>
            <a:xfrm>
              <a:off x="3627360" y="6095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46" name=""/>
          <p:cNvGrpSpPr/>
          <p:nvPr/>
        </p:nvGrpSpPr>
        <p:grpSpPr>
          <a:xfrm>
            <a:off x="5410080" y="1905120"/>
            <a:ext cx="461880" cy="200520"/>
            <a:chOff x="5410080" y="1905120"/>
            <a:chExt cx="461880" cy="200520"/>
          </a:xfrm>
        </p:grpSpPr>
        <p:sp>
          <p:nvSpPr>
            <p:cNvPr id="747" name=""/>
            <p:cNvSpPr/>
            <p:nvPr/>
          </p:nvSpPr>
          <p:spPr>
            <a:xfrm>
              <a:off x="5410080" y="1920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48" name=""/>
            <p:cNvSpPr/>
            <p:nvPr/>
          </p:nvSpPr>
          <p:spPr>
            <a:xfrm>
              <a:off x="5534280" y="1905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49" name=""/>
          <p:cNvGrpSpPr/>
          <p:nvPr/>
        </p:nvGrpSpPr>
        <p:grpSpPr>
          <a:xfrm>
            <a:off x="6629400" y="3657600"/>
            <a:ext cx="461520" cy="200520"/>
            <a:chOff x="6629400" y="3657600"/>
            <a:chExt cx="461520" cy="200520"/>
          </a:xfrm>
        </p:grpSpPr>
        <p:sp>
          <p:nvSpPr>
            <p:cNvPr id="750" name=""/>
            <p:cNvSpPr/>
            <p:nvPr/>
          </p:nvSpPr>
          <p:spPr>
            <a:xfrm>
              <a:off x="6629400" y="367344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51" name=""/>
            <p:cNvSpPr/>
            <p:nvPr/>
          </p:nvSpPr>
          <p:spPr>
            <a:xfrm>
              <a:off x="6753240" y="3657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52" name=""/>
          <p:cNvGrpSpPr/>
          <p:nvPr/>
        </p:nvGrpSpPr>
        <p:grpSpPr>
          <a:xfrm>
            <a:off x="6781680" y="5334120"/>
            <a:ext cx="461520" cy="200520"/>
            <a:chOff x="6781680" y="5334120"/>
            <a:chExt cx="461520" cy="200520"/>
          </a:xfrm>
        </p:grpSpPr>
        <p:sp>
          <p:nvSpPr>
            <p:cNvPr id="753" name=""/>
            <p:cNvSpPr/>
            <p:nvPr/>
          </p:nvSpPr>
          <p:spPr>
            <a:xfrm>
              <a:off x="6781680" y="534996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54" name=""/>
            <p:cNvSpPr/>
            <p:nvPr/>
          </p:nvSpPr>
          <p:spPr>
            <a:xfrm>
              <a:off x="6905520" y="5334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55" name=""/>
          <p:cNvGrpSpPr/>
          <p:nvPr/>
        </p:nvGrpSpPr>
        <p:grpSpPr>
          <a:xfrm>
            <a:off x="1676520" y="4876920"/>
            <a:ext cx="461160" cy="200520"/>
            <a:chOff x="1676520" y="4876920"/>
            <a:chExt cx="461160" cy="200520"/>
          </a:xfrm>
        </p:grpSpPr>
        <p:sp>
          <p:nvSpPr>
            <p:cNvPr id="756" name=""/>
            <p:cNvSpPr/>
            <p:nvPr/>
          </p:nvSpPr>
          <p:spPr>
            <a:xfrm>
              <a:off x="1676520" y="489096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57" name=""/>
            <p:cNvSpPr/>
            <p:nvPr/>
          </p:nvSpPr>
          <p:spPr>
            <a:xfrm>
              <a:off x="1800000" y="4876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58" name=""/>
          <p:cNvGrpSpPr/>
          <p:nvPr/>
        </p:nvGrpSpPr>
        <p:grpSpPr>
          <a:xfrm>
            <a:off x="5284800" y="2898720"/>
            <a:ext cx="468720" cy="200520"/>
            <a:chOff x="5284800" y="2898720"/>
            <a:chExt cx="468720" cy="200520"/>
          </a:xfrm>
        </p:grpSpPr>
        <p:sp>
          <p:nvSpPr>
            <p:cNvPr id="759" name=""/>
            <p:cNvSpPr/>
            <p:nvPr/>
          </p:nvSpPr>
          <p:spPr>
            <a:xfrm>
              <a:off x="5284800" y="2913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60" name=""/>
            <p:cNvSpPr/>
            <p:nvPr/>
          </p:nvSpPr>
          <p:spPr>
            <a:xfrm>
              <a:off x="5415840" y="2898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61" name=""/>
          <p:cNvGrpSpPr/>
          <p:nvPr/>
        </p:nvGrpSpPr>
        <p:grpSpPr>
          <a:xfrm>
            <a:off x="6629400" y="1219320"/>
            <a:ext cx="461880" cy="200520"/>
            <a:chOff x="6629400" y="1219320"/>
            <a:chExt cx="461880" cy="200520"/>
          </a:xfrm>
        </p:grpSpPr>
        <p:sp>
          <p:nvSpPr>
            <p:cNvPr id="762" name=""/>
            <p:cNvSpPr/>
            <p:nvPr/>
          </p:nvSpPr>
          <p:spPr>
            <a:xfrm>
              <a:off x="6629400" y="1235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63" name=""/>
            <p:cNvSpPr/>
            <p:nvPr/>
          </p:nvSpPr>
          <p:spPr>
            <a:xfrm>
              <a:off x="6753600" y="1219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64" name=""/>
          <p:cNvGrpSpPr/>
          <p:nvPr/>
        </p:nvGrpSpPr>
        <p:grpSpPr>
          <a:xfrm>
            <a:off x="3479760" y="3621240"/>
            <a:ext cx="468720" cy="200520"/>
            <a:chOff x="3479760" y="3621240"/>
            <a:chExt cx="468720" cy="200520"/>
          </a:xfrm>
        </p:grpSpPr>
        <p:sp>
          <p:nvSpPr>
            <p:cNvPr id="765" name=""/>
            <p:cNvSpPr/>
            <p:nvPr/>
          </p:nvSpPr>
          <p:spPr>
            <a:xfrm>
              <a:off x="3479760" y="36352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66" name=""/>
            <p:cNvSpPr/>
            <p:nvPr/>
          </p:nvSpPr>
          <p:spPr>
            <a:xfrm>
              <a:off x="3610800" y="36212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67" name=""/>
          <p:cNvGrpSpPr/>
          <p:nvPr/>
        </p:nvGrpSpPr>
        <p:grpSpPr>
          <a:xfrm>
            <a:off x="2865600" y="814320"/>
            <a:ext cx="468720" cy="200520"/>
            <a:chOff x="2865600" y="814320"/>
            <a:chExt cx="468720" cy="200520"/>
          </a:xfrm>
        </p:grpSpPr>
        <p:sp>
          <p:nvSpPr>
            <p:cNvPr id="768" name=""/>
            <p:cNvSpPr/>
            <p:nvPr/>
          </p:nvSpPr>
          <p:spPr>
            <a:xfrm>
              <a:off x="2865600" y="828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69" name=""/>
            <p:cNvSpPr/>
            <p:nvPr/>
          </p:nvSpPr>
          <p:spPr>
            <a:xfrm>
              <a:off x="2996640" y="814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70" name=""/>
          <p:cNvGrpSpPr/>
          <p:nvPr/>
        </p:nvGrpSpPr>
        <p:grpSpPr>
          <a:xfrm>
            <a:off x="5105520" y="5592600"/>
            <a:ext cx="459720" cy="200520"/>
            <a:chOff x="5105520" y="5592600"/>
            <a:chExt cx="459720" cy="200520"/>
          </a:xfrm>
        </p:grpSpPr>
        <p:sp>
          <p:nvSpPr>
            <p:cNvPr id="771" name=""/>
            <p:cNvSpPr/>
            <p:nvPr/>
          </p:nvSpPr>
          <p:spPr>
            <a:xfrm>
              <a:off x="5105520" y="56066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72" name=""/>
            <p:cNvSpPr/>
            <p:nvPr/>
          </p:nvSpPr>
          <p:spPr>
            <a:xfrm>
              <a:off x="5227560" y="5592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73" name=""/>
          <p:cNvGrpSpPr/>
          <p:nvPr/>
        </p:nvGrpSpPr>
        <p:grpSpPr>
          <a:xfrm>
            <a:off x="4114800" y="4724280"/>
            <a:ext cx="460080" cy="200520"/>
            <a:chOff x="4114800" y="4724280"/>
            <a:chExt cx="460080" cy="200520"/>
          </a:xfrm>
        </p:grpSpPr>
        <p:sp>
          <p:nvSpPr>
            <p:cNvPr id="774" name=""/>
            <p:cNvSpPr/>
            <p:nvPr/>
          </p:nvSpPr>
          <p:spPr>
            <a:xfrm>
              <a:off x="4114800" y="4740120"/>
              <a:ext cx="950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75" name=""/>
            <p:cNvSpPr/>
            <p:nvPr/>
          </p:nvSpPr>
          <p:spPr>
            <a:xfrm>
              <a:off x="4237200" y="4724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76" name=""/>
          <p:cNvGrpSpPr/>
          <p:nvPr/>
        </p:nvGrpSpPr>
        <p:grpSpPr>
          <a:xfrm>
            <a:off x="5105520" y="304920"/>
            <a:ext cx="460080" cy="200520"/>
            <a:chOff x="5105520" y="304920"/>
            <a:chExt cx="460080" cy="200520"/>
          </a:xfrm>
        </p:grpSpPr>
        <p:sp>
          <p:nvSpPr>
            <p:cNvPr id="777" name=""/>
            <p:cNvSpPr/>
            <p:nvPr/>
          </p:nvSpPr>
          <p:spPr>
            <a:xfrm>
              <a:off x="5105520" y="32076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78" name=""/>
            <p:cNvSpPr/>
            <p:nvPr/>
          </p:nvSpPr>
          <p:spPr>
            <a:xfrm>
              <a:off x="5227920" y="304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79" name=""/>
          <p:cNvGrpSpPr/>
          <p:nvPr/>
        </p:nvGrpSpPr>
        <p:grpSpPr>
          <a:xfrm>
            <a:off x="6175440" y="6046920"/>
            <a:ext cx="468720" cy="200520"/>
            <a:chOff x="6175440" y="6046920"/>
            <a:chExt cx="468720" cy="200520"/>
          </a:xfrm>
        </p:grpSpPr>
        <p:sp>
          <p:nvSpPr>
            <p:cNvPr id="780" name=""/>
            <p:cNvSpPr/>
            <p:nvPr/>
          </p:nvSpPr>
          <p:spPr>
            <a:xfrm>
              <a:off x="6175440" y="60627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1" name=""/>
            <p:cNvSpPr/>
            <p:nvPr/>
          </p:nvSpPr>
          <p:spPr>
            <a:xfrm>
              <a:off x="6306480" y="6046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82" name=""/>
          <p:cNvGrpSpPr/>
          <p:nvPr/>
        </p:nvGrpSpPr>
        <p:grpSpPr>
          <a:xfrm>
            <a:off x="838080" y="2057400"/>
            <a:ext cx="460080" cy="200520"/>
            <a:chOff x="838080" y="2057400"/>
            <a:chExt cx="460080" cy="200520"/>
          </a:xfrm>
        </p:grpSpPr>
        <p:sp>
          <p:nvSpPr>
            <p:cNvPr id="783" name=""/>
            <p:cNvSpPr/>
            <p:nvPr/>
          </p:nvSpPr>
          <p:spPr>
            <a:xfrm>
              <a:off x="838080" y="207180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4" name=""/>
            <p:cNvSpPr/>
            <p:nvPr/>
          </p:nvSpPr>
          <p:spPr>
            <a:xfrm>
              <a:off x="960480" y="2057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85" name="Oval 784"/>
          <p:cNvSpPr/>
          <p:nvPr/>
        </p:nvSpPr>
        <p:spPr>
          <a:xfrm>
            <a:off x="5022657" y="505126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Oval 785"/>
          <p:cNvSpPr/>
          <p:nvPr/>
        </p:nvSpPr>
        <p:spPr>
          <a:xfrm>
            <a:off x="5052657" y="508126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787" name="Rounded Rectangle 786"/>
          <p:cNvSpPr/>
          <p:nvPr/>
        </p:nvSpPr>
        <p:spPr>
          <a:xfrm>
            <a:off x="5230657" y="506876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788" name="Oval 787"/>
          <p:cNvSpPr/>
          <p:nvPr/>
        </p:nvSpPr>
        <p:spPr>
          <a:xfrm>
            <a:off x="2483462" y="137485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Oval 788"/>
          <p:cNvSpPr/>
          <p:nvPr/>
        </p:nvSpPr>
        <p:spPr>
          <a:xfrm>
            <a:off x="2513462" y="140485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790" name="Rounded Rectangle 789"/>
          <p:cNvSpPr/>
          <p:nvPr/>
        </p:nvSpPr>
        <p:spPr>
          <a:xfrm>
            <a:off x="2691462" y="139235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791" name="Oval 790"/>
          <p:cNvSpPr/>
          <p:nvPr/>
        </p:nvSpPr>
        <p:spPr>
          <a:xfrm>
            <a:off x="2440983" y="347674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Oval 791"/>
          <p:cNvSpPr/>
          <p:nvPr/>
        </p:nvSpPr>
        <p:spPr>
          <a:xfrm>
            <a:off x="2470983" y="350674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793" name="Rounded Rectangle 792"/>
          <p:cNvSpPr/>
          <p:nvPr/>
        </p:nvSpPr>
        <p:spPr>
          <a:xfrm>
            <a:off x="2648983" y="349424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794" name="Oval 793"/>
          <p:cNvSpPr/>
          <p:nvPr/>
        </p:nvSpPr>
        <p:spPr>
          <a:xfrm>
            <a:off x="2440983" y="347674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Oval 794"/>
          <p:cNvSpPr/>
          <p:nvPr/>
        </p:nvSpPr>
        <p:spPr>
          <a:xfrm>
            <a:off x="2470983" y="350674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796" name="Rounded Rectangle 795"/>
          <p:cNvSpPr/>
          <p:nvPr/>
        </p:nvSpPr>
        <p:spPr>
          <a:xfrm>
            <a:off x="2648983" y="349424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</a:t>
            </a:r>
          </a:p>
        </p:txBody>
      </p:sp>
      <p:sp>
        <p:nvSpPr>
          <p:cNvPr id="797" name="Oval 796"/>
          <p:cNvSpPr/>
          <p:nvPr/>
        </p:nvSpPr>
        <p:spPr>
          <a:xfrm>
            <a:off x="2016187" y="538337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Oval 797"/>
          <p:cNvSpPr/>
          <p:nvPr/>
        </p:nvSpPr>
        <p:spPr>
          <a:xfrm>
            <a:off x="2046187" y="541337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799" name="Rounded Rectangle 798"/>
          <p:cNvSpPr/>
          <p:nvPr/>
        </p:nvSpPr>
        <p:spPr>
          <a:xfrm>
            <a:off x="2224187" y="540087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</a:t>
            </a:r>
          </a:p>
        </p:txBody>
      </p:sp>
      <p:sp>
        <p:nvSpPr>
          <p:cNvPr id="800" name="Oval 799"/>
          <p:cNvSpPr/>
          <p:nvPr/>
        </p:nvSpPr>
        <p:spPr>
          <a:xfrm>
            <a:off x="7322268" y="319158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Oval 800"/>
          <p:cNvSpPr/>
          <p:nvPr/>
        </p:nvSpPr>
        <p:spPr>
          <a:xfrm>
            <a:off x="7352268" y="322158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802" name="Rounded Rectangle 801"/>
          <p:cNvSpPr/>
          <p:nvPr/>
        </p:nvSpPr>
        <p:spPr>
          <a:xfrm>
            <a:off x="7530268" y="320908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</a:t>
            </a:r>
          </a:p>
        </p:txBody>
      </p:sp>
      <p:sp>
        <p:nvSpPr>
          <p:cNvPr id="803" name="Oval 802"/>
          <p:cNvSpPr/>
          <p:nvPr/>
        </p:nvSpPr>
        <p:spPr>
          <a:xfrm>
            <a:off x="8164135" y="293902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Oval 803"/>
          <p:cNvSpPr/>
          <p:nvPr/>
        </p:nvSpPr>
        <p:spPr>
          <a:xfrm>
            <a:off x="8194135" y="296902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805" name="Rounded Rectangle 804"/>
          <p:cNvSpPr/>
          <p:nvPr/>
        </p:nvSpPr>
        <p:spPr>
          <a:xfrm>
            <a:off x="8372135" y="295652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</a:t>
            </a:r>
          </a:p>
        </p:txBody>
      </p:sp>
      <p:sp>
        <p:nvSpPr>
          <p:cNvPr id="806" name="Oval 805"/>
          <p:cNvSpPr/>
          <p:nvPr/>
        </p:nvSpPr>
        <p:spPr>
          <a:xfrm>
            <a:off x="8844000" y="232091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Oval 806"/>
          <p:cNvSpPr/>
          <p:nvPr/>
        </p:nvSpPr>
        <p:spPr>
          <a:xfrm>
            <a:off x="8874000" y="235091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808" name="Rounded Rectangle 807"/>
          <p:cNvSpPr/>
          <p:nvPr/>
        </p:nvSpPr>
        <p:spPr>
          <a:xfrm>
            <a:off x="8326000" y="233841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 ↓</a:t>
            </a:r>
          </a:p>
        </p:txBody>
      </p:sp>
      <p:sp>
        <p:nvSpPr>
          <p:cNvPr id="809" name="Rounded Rectangle 808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V67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"/>
          <p:cNvSpPr/>
          <p:nvPr/>
        </p:nvSpPr>
        <p:spPr>
          <a:xfrm>
            <a:off x="3138120" y="50760"/>
            <a:ext cx="286740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8: EGLL | RWY 27L | STAR OCK1A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"/>
          <p:cNvSpPr/>
          <p:nvPr/>
        </p:nvSpPr>
        <p:spPr>
          <a:xfrm>
            <a:off x="1901880" y="2724120"/>
            <a:ext cx="2855880" cy="1095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"/>
          <p:cNvSpPr/>
          <p:nvPr/>
        </p:nvSpPr>
        <p:spPr>
          <a:xfrm>
            <a:off x="4757760" y="3819600"/>
            <a:ext cx="1212840" cy="4665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"/>
          <p:cNvSpPr/>
          <p:nvPr/>
        </p:nvSpPr>
        <p:spPr>
          <a:xfrm flipV="1">
            <a:off x="5970600" y="4100400"/>
            <a:ext cx="741240" cy="185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"/>
          <p:cNvSpPr/>
          <p:nvPr/>
        </p:nvSpPr>
        <p:spPr>
          <a:xfrm flipV="1">
            <a:off x="6711840" y="3995280"/>
            <a:ext cx="424080" cy="104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"/>
          <p:cNvSpPr/>
          <p:nvPr/>
        </p:nvSpPr>
        <p:spPr>
          <a:xfrm flipV="1">
            <a:off x="7135920" y="3968280"/>
            <a:ext cx="106200" cy="270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19800" bIns="-19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"/>
          <p:cNvSpPr/>
          <p:nvPr/>
        </p:nvSpPr>
        <p:spPr>
          <a:xfrm flipV="1">
            <a:off x="7242120" y="3607920"/>
            <a:ext cx="0" cy="360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"/>
          <p:cNvSpPr/>
          <p:nvPr/>
        </p:nvSpPr>
        <p:spPr>
          <a:xfrm flipH="1" flipV="1">
            <a:off x="7029000" y="3239640"/>
            <a:ext cx="212760" cy="368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"/>
          <p:cNvSpPr/>
          <p:nvPr/>
        </p:nvSpPr>
        <p:spPr>
          <a:xfrm flipH="1">
            <a:off x="6756480" y="3240000"/>
            <a:ext cx="272880" cy="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0" bIns="-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"/>
          <p:cNvSpPr/>
          <p:nvPr/>
        </p:nvSpPr>
        <p:spPr>
          <a:xfrm flipH="1">
            <a:off x="6373440" y="3240000"/>
            <a:ext cx="382680" cy="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0" bIns="-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"/>
          <p:cNvSpPr/>
          <p:nvPr/>
        </p:nvSpPr>
        <p:spPr>
          <a:xfrm flipH="1" flipV="1">
            <a:off x="5773320" y="3219120"/>
            <a:ext cx="600120" cy="20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26280" bIns="-262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96" name=""/>
          <p:cNvGrpSpPr/>
          <p:nvPr/>
        </p:nvGrpSpPr>
        <p:grpSpPr>
          <a:xfrm>
            <a:off x="1838160" y="2660760"/>
            <a:ext cx="595800" cy="200520"/>
            <a:chOff x="1838160" y="2660760"/>
            <a:chExt cx="595800" cy="200520"/>
          </a:xfrm>
        </p:grpSpPr>
        <p:sp>
          <p:nvSpPr>
            <p:cNvPr id="797" name=""/>
            <p:cNvSpPr/>
            <p:nvPr/>
          </p:nvSpPr>
          <p:spPr>
            <a:xfrm>
              <a:off x="1838160" y="2660760"/>
              <a:ext cx="127080" cy="12672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98" name=""/>
            <p:cNvSpPr/>
            <p:nvPr/>
          </p:nvSpPr>
          <p:spPr>
            <a:xfrm>
              <a:off x="1954440" y="266076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KENET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99" name=""/>
          <p:cNvGrpSpPr/>
          <p:nvPr/>
        </p:nvGrpSpPr>
        <p:grpSpPr>
          <a:xfrm>
            <a:off x="4707000" y="3755880"/>
            <a:ext cx="550080" cy="200520"/>
            <a:chOff x="4707000" y="3755880"/>
            <a:chExt cx="550080" cy="200520"/>
          </a:xfrm>
        </p:grpSpPr>
        <p:sp>
          <p:nvSpPr>
            <p:cNvPr id="800" name=""/>
            <p:cNvSpPr/>
            <p:nvPr/>
          </p:nvSpPr>
          <p:spPr>
            <a:xfrm>
              <a:off x="4707000" y="37688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1" name=""/>
            <p:cNvSpPr/>
            <p:nvPr/>
          </p:nvSpPr>
          <p:spPr>
            <a:xfrm>
              <a:off x="4817160" y="3755880"/>
              <a:ext cx="4399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D291L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02" name=""/>
          <p:cNvGrpSpPr/>
          <p:nvPr/>
        </p:nvGrpSpPr>
        <p:grpSpPr>
          <a:xfrm>
            <a:off x="5919840" y="4222800"/>
            <a:ext cx="490320" cy="200520"/>
            <a:chOff x="5919840" y="4222800"/>
            <a:chExt cx="490320" cy="200520"/>
          </a:xfrm>
        </p:grpSpPr>
        <p:sp>
          <p:nvSpPr>
            <p:cNvPr id="803" name=""/>
            <p:cNvSpPr/>
            <p:nvPr/>
          </p:nvSpPr>
          <p:spPr>
            <a:xfrm>
              <a:off x="5919840" y="42354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4" name=""/>
            <p:cNvSpPr/>
            <p:nvPr/>
          </p:nvSpPr>
          <p:spPr>
            <a:xfrm>
              <a:off x="6039000" y="4222800"/>
              <a:ext cx="371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OCK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05" name=""/>
          <p:cNvGrpSpPr/>
          <p:nvPr/>
        </p:nvGrpSpPr>
        <p:grpSpPr>
          <a:xfrm>
            <a:off x="6661080" y="4037040"/>
            <a:ext cx="565560" cy="200520"/>
            <a:chOff x="6661080" y="4037040"/>
            <a:chExt cx="565560" cy="200520"/>
          </a:xfrm>
        </p:grpSpPr>
        <p:sp>
          <p:nvSpPr>
            <p:cNvPr id="806" name=""/>
            <p:cNvSpPr/>
            <p:nvPr/>
          </p:nvSpPr>
          <p:spPr>
            <a:xfrm>
              <a:off x="6661080" y="40496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7" name=""/>
            <p:cNvSpPr/>
            <p:nvPr/>
          </p:nvSpPr>
          <p:spPr>
            <a:xfrm>
              <a:off x="6756480" y="4037040"/>
              <a:ext cx="470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OCK07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08" name=""/>
          <p:cNvGrpSpPr/>
          <p:nvPr/>
        </p:nvGrpSpPr>
        <p:grpSpPr>
          <a:xfrm>
            <a:off x="7085160" y="3932280"/>
            <a:ext cx="565200" cy="200520"/>
            <a:chOff x="7085160" y="3932280"/>
            <a:chExt cx="565200" cy="200520"/>
          </a:xfrm>
        </p:grpSpPr>
        <p:sp>
          <p:nvSpPr>
            <p:cNvPr id="809" name=""/>
            <p:cNvSpPr/>
            <p:nvPr/>
          </p:nvSpPr>
          <p:spPr>
            <a:xfrm>
              <a:off x="7085160" y="39448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10" name=""/>
            <p:cNvSpPr/>
            <p:nvPr/>
          </p:nvSpPr>
          <p:spPr>
            <a:xfrm>
              <a:off x="7180200" y="3932280"/>
              <a:ext cx="470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OC11A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11" name=""/>
          <p:cNvGrpSpPr/>
          <p:nvPr/>
        </p:nvGrpSpPr>
        <p:grpSpPr>
          <a:xfrm>
            <a:off x="7202520" y="3905280"/>
            <a:ext cx="544680" cy="200520"/>
            <a:chOff x="7202520" y="3905280"/>
            <a:chExt cx="544680" cy="200520"/>
          </a:xfrm>
        </p:grpSpPr>
        <p:sp>
          <p:nvSpPr>
            <p:cNvPr id="812" name=""/>
            <p:cNvSpPr/>
            <p:nvPr/>
          </p:nvSpPr>
          <p:spPr>
            <a:xfrm>
              <a:off x="7202520" y="392904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13" name=""/>
            <p:cNvSpPr/>
            <p:nvPr/>
          </p:nvSpPr>
          <p:spPr>
            <a:xfrm>
              <a:off x="7277040" y="3905280"/>
              <a:ext cx="470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OC12B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14" name=""/>
          <p:cNvGrpSpPr/>
          <p:nvPr/>
        </p:nvGrpSpPr>
        <p:grpSpPr>
          <a:xfrm>
            <a:off x="7191360" y="3544920"/>
            <a:ext cx="498240" cy="200520"/>
            <a:chOff x="7191360" y="3544920"/>
            <a:chExt cx="498240" cy="200520"/>
          </a:xfrm>
        </p:grpSpPr>
        <p:sp>
          <p:nvSpPr>
            <p:cNvPr id="815" name=""/>
            <p:cNvSpPr/>
            <p:nvPr/>
          </p:nvSpPr>
          <p:spPr>
            <a:xfrm>
              <a:off x="7191360" y="35575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16" name=""/>
            <p:cNvSpPr/>
            <p:nvPr/>
          </p:nvSpPr>
          <p:spPr>
            <a:xfrm>
              <a:off x="7302960" y="3544920"/>
              <a:ext cx="386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INTC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17" name=""/>
          <p:cNvGrpSpPr/>
          <p:nvPr/>
        </p:nvGrpSpPr>
        <p:grpSpPr>
          <a:xfrm>
            <a:off x="6978600" y="3176640"/>
            <a:ext cx="531000" cy="200520"/>
            <a:chOff x="6978600" y="3176640"/>
            <a:chExt cx="531000" cy="200520"/>
          </a:xfrm>
        </p:grpSpPr>
        <p:sp>
          <p:nvSpPr>
            <p:cNvPr id="818" name=""/>
            <p:cNvSpPr/>
            <p:nvPr/>
          </p:nvSpPr>
          <p:spPr>
            <a:xfrm>
              <a:off x="6978600" y="31892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19" name=""/>
            <p:cNvSpPr/>
            <p:nvPr/>
          </p:nvSpPr>
          <p:spPr>
            <a:xfrm>
              <a:off x="7107840" y="3176640"/>
              <a:ext cx="4017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ILL10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20" name=""/>
          <p:cNvGrpSpPr/>
          <p:nvPr/>
        </p:nvGrpSpPr>
        <p:grpSpPr>
          <a:xfrm>
            <a:off x="6715080" y="3176640"/>
            <a:ext cx="534240" cy="200520"/>
            <a:chOff x="6715080" y="3176640"/>
            <a:chExt cx="534240" cy="200520"/>
          </a:xfrm>
        </p:grpSpPr>
        <p:sp>
          <p:nvSpPr>
            <p:cNvPr id="821" name=""/>
            <p:cNvSpPr/>
            <p:nvPr/>
          </p:nvSpPr>
          <p:spPr>
            <a:xfrm>
              <a:off x="6715080" y="3198960"/>
              <a:ext cx="82440" cy="806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800" bIns="108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22" name=""/>
            <p:cNvSpPr/>
            <p:nvPr/>
          </p:nvSpPr>
          <p:spPr>
            <a:xfrm>
              <a:off x="6803280" y="317664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CF27L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23" name=""/>
          <p:cNvGrpSpPr/>
          <p:nvPr/>
        </p:nvGrpSpPr>
        <p:grpSpPr>
          <a:xfrm>
            <a:off x="6323040" y="3176640"/>
            <a:ext cx="547920" cy="200520"/>
            <a:chOff x="6323040" y="3176640"/>
            <a:chExt cx="547920" cy="200520"/>
          </a:xfrm>
        </p:grpSpPr>
        <p:sp>
          <p:nvSpPr>
            <p:cNvPr id="824" name=""/>
            <p:cNvSpPr/>
            <p:nvPr/>
          </p:nvSpPr>
          <p:spPr>
            <a:xfrm>
              <a:off x="6323040" y="31892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25" name=""/>
            <p:cNvSpPr/>
            <p:nvPr/>
          </p:nvSpPr>
          <p:spPr>
            <a:xfrm>
              <a:off x="6435720" y="3176640"/>
              <a:ext cx="435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FF27L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26" name=""/>
          <p:cNvGrpSpPr/>
          <p:nvPr/>
        </p:nvGrpSpPr>
        <p:grpSpPr>
          <a:xfrm>
            <a:off x="5710320" y="3156120"/>
            <a:ext cx="595440" cy="200520"/>
            <a:chOff x="5710320" y="3156120"/>
            <a:chExt cx="595440" cy="200520"/>
          </a:xfrm>
        </p:grpSpPr>
        <p:sp>
          <p:nvSpPr>
            <p:cNvPr id="827" name=""/>
            <p:cNvSpPr/>
            <p:nvPr/>
          </p:nvSpPr>
          <p:spPr>
            <a:xfrm>
              <a:off x="5710320" y="3156120"/>
              <a:ext cx="127080" cy="12672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28" name=""/>
            <p:cNvSpPr/>
            <p:nvPr/>
          </p:nvSpPr>
          <p:spPr>
            <a:xfrm>
              <a:off x="5826240" y="315612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RW27L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29" name=""/>
          <p:cNvGrpSpPr/>
          <p:nvPr/>
        </p:nvGrpSpPr>
        <p:grpSpPr>
          <a:xfrm>
            <a:off x="228600" y="2590920"/>
            <a:ext cx="479160" cy="200520"/>
            <a:chOff x="228600" y="2590920"/>
            <a:chExt cx="479160" cy="200520"/>
          </a:xfrm>
        </p:grpSpPr>
        <p:sp>
          <p:nvSpPr>
            <p:cNvPr id="830" name=""/>
            <p:cNvSpPr/>
            <p:nvPr/>
          </p:nvSpPr>
          <p:spPr>
            <a:xfrm>
              <a:off x="228600" y="259704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31" name=""/>
            <p:cNvSpPr/>
            <p:nvPr/>
          </p:nvSpPr>
          <p:spPr>
            <a:xfrm>
              <a:off x="370080" y="2590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32" name=""/>
          <p:cNvGrpSpPr/>
          <p:nvPr/>
        </p:nvGrpSpPr>
        <p:grpSpPr>
          <a:xfrm>
            <a:off x="2819520" y="4572000"/>
            <a:ext cx="461520" cy="200520"/>
            <a:chOff x="2819520" y="4572000"/>
            <a:chExt cx="461520" cy="200520"/>
          </a:xfrm>
        </p:grpSpPr>
        <p:sp>
          <p:nvSpPr>
            <p:cNvPr id="833" name=""/>
            <p:cNvSpPr/>
            <p:nvPr/>
          </p:nvSpPr>
          <p:spPr>
            <a:xfrm>
              <a:off x="2819520" y="45860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34" name=""/>
            <p:cNvSpPr/>
            <p:nvPr/>
          </p:nvSpPr>
          <p:spPr>
            <a:xfrm>
              <a:off x="2943360" y="4572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35" name=""/>
          <p:cNvGrpSpPr/>
          <p:nvPr/>
        </p:nvGrpSpPr>
        <p:grpSpPr>
          <a:xfrm>
            <a:off x="3573360" y="2419200"/>
            <a:ext cx="467280" cy="200520"/>
            <a:chOff x="3573360" y="2419200"/>
            <a:chExt cx="467280" cy="200520"/>
          </a:xfrm>
        </p:grpSpPr>
        <p:sp>
          <p:nvSpPr>
            <p:cNvPr id="836" name=""/>
            <p:cNvSpPr/>
            <p:nvPr/>
          </p:nvSpPr>
          <p:spPr>
            <a:xfrm>
              <a:off x="3573360" y="243540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37" name=""/>
            <p:cNvSpPr/>
            <p:nvPr/>
          </p:nvSpPr>
          <p:spPr>
            <a:xfrm>
              <a:off x="3702960" y="2419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38" name=""/>
          <p:cNvGrpSpPr/>
          <p:nvPr/>
        </p:nvGrpSpPr>
        <p:grpSpPr>
          <a:xfrm>
            <a:off x="8153280" y="3124080"/>
            <a:ext cx="461520" cy="200520"/>
            <a:chOff x="8153280" y="3124080"/>
            <a:chExt cx="461520" cy="200520"/>
          </a:xfrm>
        </p:grpSpPr>
        <p:sp>
          <p:nvSpPr>
            <p:cNvPr id="839" name=""/>
            <p:cNvSpPr/>
            <p:nvPr/>
          </p:nvSpPr>
          <p:spPr>
            <a:xfrm>
              <a:off x="8153280" y="31399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0" name=""/>
            <p:cNvSpPr/>
            <p:nvPr/>
          </p:nvSpPr>
          <p:spPr>
            <a:xfrm>
              <a:off x="8277120" y="3124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41" name=""/>
          <p:cNvGrpSpPr/>
          <p:nvPr/>
        </p:nvGrpSpPr>
        <p:grpSpPr>
          <a:xfrm>
            <a:off x="7162920" y="5105520"/>
            <a:ext cx="461160" cy="200520"/>
            <a:chOff x="7162920" y="5105520"/>
            <a:chExt cx="461160" cy="200520"/>
          </a:xfrm>
        </p:grpSpPr>
        <p:sp>
          <p:nvSpPr>
            <p:cNvPr id="842" name=""/>
            <p:cNvSpPr/>
            <p:nvPr/>
          </p:nvSpPr>
          <p:spPr>
            <a:xfrm>
              <a:off x="7162920" y="51199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3" name=""/>
            <p:cNvSpPr/>
            <p:nvPr/>
          </p:nvSpPr>
          <p:spPr>
            <a:xfrm>
              <a:off x="7286400" y="5105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44" name=""/>
          <p:cNvGrpSpPr/>
          <p:nvPr/>
        </p:nvGrpSpPr>
        <p:grpSpPr>
          <a:xfrm>
            <a:off x="5867280" y="533520"/>
            <a:ext cx="461880" cy="200520"/>
            <a:chOff x="5867280" y="533520"/>
            <a:chExt cx="461880" cy="200520"/>
          </a:xfrm>
        </p:grpSpPr>
        <p:sp>
          <p:nvSpPr>
            <p:cNvPr id="845" name=""/>
            <p:cNvSpPr/>
            <p:nvPr/>
          </p:nvSpPr>
          <p:spPr>
            <a:xfrm>
              <a:off x="5867280" y="549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6" name=""/>
            <p:cNvSpPr/>
            <p:nvPr/>
          </p:nvSpPr>
          <p:spPr>
            <a:xfrm>
              <a:off x="5991480" y="533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47" name=""/>
          <p:cNvGrpSpPr/>
          <p:nvPr/>
        </p:nvGrpSpPr>
        <p:grpSpPr>
          <a:xfrm>
            <a:off x="7010280" y="2819520"/>
            <a:ext cx="461880" cy="200520"/>
            <a:chOff x="7010280" y="2819520"/>
            <a:chExt cx="461880" cy="200520"/>
          </a:xfrm>
        </p:grpSpPr>
        <p:sp>
          <p:nvSpPr>
            <p:cNvPr id="848" name=""/>
            <p:cNvSpPr/>
            <p:nvPr/>
          </p:nvSpPr>
          <p:spPr>
            <a:xfrm>
              <a:off x="7010280" y="28339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9" name=""/>
            <p:cNvSpPr/>
            <p:nvPr/>
          </p:nvSpPr>
          <p:spPr>
            <a:xfrm>
              <a:off x="7134480" y="2819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50" name=""/>
          <p:cNvGrpSpPr/>
          <p:nvPr/>
        </p:nvGrpSpPr>
        <p:grpSpPr>
          <a:xfrm>
            <a:off x="4952880" y="2133720"/>
            <a:ext cx="460080" cy="200520"/>
            <a:chOff x="4952880" y="2133720"/>
            <a:chExt cx="460080" cy="200520"/>
          </a:xfrm>
        </p:grpSpPr>
        <p:sp>
          <p:nvSpPr>
            <p:cNvPr id="851" name=""/>
            <p:cNvSpPr/>
            <p:nvPr/>
          </p:nvSpPr>
          <p:spPr>
            <a:xfrm>
              <a:off x="4952880" y="214956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52" name=""/>
            <p:cNvSpPr/>
            <p:nvPr/>
          </p:nvSpPr>
          <p:spPr>
            <a:xfrm>
              <a:off x="5075280" y="2133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53" name=""/>
          <p:cNvGrpSpPr/>
          <p:nvPr/>
        </p:nvGrpSpPr>
        <p:grpSpPr>
          <a:xfrm>
            <a:off x="3733920" y="3962520"/>
            <a:ext cx="460080" cy="200520"/>
            <a:chOff x="3733920" y="3962520"/>
            <a:chExt cx="460080" cy="200520"/>
          </a:xfrm>
        </p:grpSpPr>
        <p:sp>
          <p:nvSpPr>
            <p:cNvPr id="854" name=""/>
            <p:cNvSpPr/>
            <p:nvPr/>
          </p:nvSpPr>
          <p:spPr>
            <a:xfrm>
              <a:off x="3733920" y="39783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55" name=""/>
            <p:cNvSpPr/>
            <p:nvPr/>
          </p:nvSpPr>
          <p:spPr>
            <a:xfrm>
              <a:off x="3856320" y="3962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56" name=""/>
          <p:cNvGrpSpPr/>
          <p:nvPr/>
        </p:nvGrpSpPr>
        <p:grpSpPr>
          <a:xfrm>
            <a:off x="7308720" y="3459240"/>
            <a:ext cx="461880" cy="200520"/>
            <a:chOff x="7308720" y="3459240"/>
            <a:chExt cx="461880" cy="200520"/>
          </a:xfrm>
        </p:grpSpPr>
        <p:sp>
          <p:nvSpPr>
            <p:cNvPr id="857" name=""/>
            <p:cNvSpPr/>
            <p:nvPr/>
          </p:nvSpPr>
          <p:spPr>
            <a:xfrm>
              <a:off x="7308720" y="34736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58" name=""/>
            <p:cNvSpPr/>
            <p:nvPr/>
          </p:nvSpPr>
          <p:spPr>
            <a:xfrm>
              <a:off x="7432920" y="34592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59" name=""/>
          <p:cNvGrpSpPr/>
          <p:nvPr/>
        </p:nvGrpSpPr>
        <p:grpSpPr>
          <a:xfrm>
            <a:off x="8153280" y="3962520"/>
            <a:ext cx="461520" cy="200520"/>
            <a:chOff x="8153280" y="3962520"/>
            <a:chExt cx="461520" cy="200520"/>
          </a:xfrm>
        </p:grpSpPr>
        <p:sp>
          <p:nvSpPr>
            <p:cNvPr id="860" name=""/>
            <p:cNvSpPr/>
            <p:nvPr/>
          </p:nvSpPr>
          <p:spPr>
            <a:xfrm>
              <a:off x="8153280" y="3978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61" name=""/>
            <p:cNvSpPr/>
            <p:nvPr/>
          </p:nvSpPr>
          <p:spPr>
            <a:xfrm>
              <a:off x="8277120" y="3962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62" name=""/>
          <p:cNvGrpSpPr/>
          <p:nvPr/>
        </p:nvGrpSpPr>
        <p:grpSpPr>
          <a:xfrm>
            <a:off x="6095880" y="2590920"/>
            <a:ext cx="461880" cy="200520"/>
            <a:chOff x="6095880" y="2590920"/>
            <a:chExt cx="461880" cy="200520"/>
          </a:xfrm>
        </p:grpSpPr>
        <p:sp>
          <p:nvSpPr>
            <p:cNvPr id="863" name=""/>
            <p:cNvSpPr/>
            <p:nvPr/>
          </p:nvSpPr>
          <p:spPr>
            <a:xfrm>
              <a:off x="6095880" y="26067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64" name=""/>
            <p:cNvSpPr/>
            <p:nvPr/>
          </p:nvSpPr>
          <p:spPr>
            <a:xfrm>
              <a:off x="6220080" y="2590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65" name=""/>
          <p:cNvGrpSpPr/>
          <p:nvPr/>
        </p:nvGrpSpPr>
        <p:grpSpPr>
          <a:xfrm>
            <a:off x="2286000" y="3809880"/>
            <a:ext cx="461520" cy="200520"/>
            <a:chOff x="2286000" y="3809880"/>
            <a:chExt cx="461520" cy="200520"/>
          </a:xfrm>
        </p:grpSpPr>
        <p:sp>
          <p:nvSpPr>
            <p:cNvPr id="866" name=""/>
            <p:cNvSpPr/>
            <p:nvPr/>
          </p:nvSpPr>
          <p:spPr>
            <a:xfrm>
              <a:off x="2286000" y="3825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67" name=""/>
            <p:cNvSpPr/>
            <p:nvPr/>
          </p:nvSpPr>
          <p:spPr>
            <a:xfrm>
              <a:off x="2409840" y="3809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68" name=""/>
          <p:cNvGrpSpPr/>
          <p:nvPr/>
        </p:nvGrpSpPr>
        <p:grpSpPr>
          <a:xfrm>
            <a:off x="2895480" y="1447920"/>
            <a:ext cx="460080" cy="200520"/>
            <a:chOff x="2895480" y="1447920"/>
            <a:chExt cx="460080" cy="200520"/>
          </a:xfrm>
        </p:grpSpPr>
        <p:sp>
          <p:nvSpPr>
            <p:cNvPr id="869" name=""/>
            <p:cNvSpPr/>
            <p:nvPr/>
          </p:nvSpPr>
          <p:spPr>
            <a:xfrm>
              <a:off x="2895480" y="146376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70" name=""/>
            <p:cNvSpPr/>
            <p:nvPr/>
          </p:nvSpPr>
          <p:spPr>
            <a:xfrm>
              <a:off x="3017880" y="1447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71" name=""/>
          <p:cNvGrpSpPr/>
          <p:nvPr/>
        </p:nvGrpSpPr>
        <p:grpSpPr>
          <a:xfrm>
            <a:off x="7383600" y="2438280"/>
            <a:ext cx="468720" cy="200520"/>
            <a:chOff x="7383600" y="2438280"/>
            <a:chExt cx="468720" cy="200520"/>
          </a:xfrm>
        </p:grpSpPr>
        <p:sp>
          <p:nvSpPr>
            <p:cNvPr id="872" name=""/>
            <p:cNvSpPr/>
            <p:nvPr/>
          </p:nvSpPr>
          <p:spPr>
            <a:xfrm>
              <a:off x="7383600" y="2454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73" name=""/>
            <p:cNvSpPr/>
            <p:nvPr/>
          </p:nvSpPr>
          <p:spPr>
            <a:xfrm>
              <a:off x="7514640" y="2438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74" name=""/>
          <p:cNvGrpSpPr/>
          <p:nvPr/>
        </p:nvGrpSpPr>
        <p:grpSpPr>
          <a:xfrm>
            <a:off x="1981080" y="6400800"/>
            <a:ext cx="460080" cy="200520"/>
            <a:chOff x="1981080" y="6400800"/>
            <a:chExt cx="460080" cy="200520"/>
          </a:xfrm>
        </p:grpSpPr>
        <p:sp>
          <p:nvSpPr>
            <p:cNvPr id="875" name=""/>
            <p:cNvSpPr/>
            <p:nvPr/>
          </p:nvSpPr>
          <p:spPr>
            <a:xfrm>
              <a:off x="1981080" y="641484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76" name=""/>
            <p:cNvSpPr/>
            <p:nvPr/>
          </p:nvSpPr>
          <p:spPr>
            <a:xfrm>
              <a:off x="2103480" y="6400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77" name=""/>
          <p:cNvGrpSpPr/>
          <p:nvPr/>
        </p:nvGrpSpPr>
        <p:grpSpPr>
          <a:xfrm>
            <a:off x="4206960" y="2992320"/>
            <a:ext cx="468720" cy="200520"/>
            <a:chOff x="4206960" y="2992320"/>
            <a:chExt cx="468720" cy="200520"/>
          </a:xfrm>
        </p:grpSpPr>
        <p:sp>
          <p:nvSpPr>
            <p:cNvPr id="878" name=""/>
            <p:cNvSpPr/>
            <p:nvPr/>
          </p:nvSpPr>
          <p:spPr>
            <a:xfrm>
              <a:off x="4206960" y="3008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79" name=""/>
            <p:cNvSpPr/>
            <p:nvPr/>
          </p:nvSpPr>
          <p:spPr>
            <a:xfrm>
              <a:off x="4338000" y="2992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80" name=""/>
          <p:cNvGrpSpPr/>
          <p:nvPr/>
        </p:nvGrpSpPr>
        <p:grpSpPr>
          <a:xfrm>
            <a:off x="5334120" y="4648320"/>
            <a:ext cx="461520" cy="200520"/>
            <a:chOff x="5334120" y="4648320"/>
            <a:chExt cx="461520" cy="200520"/>
          </a:xfrm>
        </p:grpSpPr>
        <p:sp>
          <p:nvSpPr>
            <p:cNvPr id="881" name=""/>
            <p:cNvSpPr/>
            <p:nvPr/>
          </p:nvSpPr>
          <p:spPr>
            <a:xfrm>
              <a:off x="5334120" y="4662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82" name=""/>
            <p:cNvSpPr/>
            <p:nvPr/>
          </p:nvSpPr>
          <p:spPr>
            <a:xfrm>
              <a:off x="5457960" y="4648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83" name=""/>
          <p:cNvGrpSpPr/>
          <p:nvPr/>
        </p:nvGrpSpPr>
        <p:grpSpPr>
          <a:xfrm>
            <a:off x="990720" y="3276720"/>
            <a:ext cx="461160" cy="200520"/>
            <a:chOff x="990720" y="3276720"/>
            <a:chExt cx="461160" cy="200520"/>
          </a:xfrm>
        </p:grpSpPr>
        <p:sp>
          <p:nvSpPr>
            <p:cNvPr id="884" name=""/>
            <p:cNvSpPr/>
            <p:nvPr/>
          </p:nvSpPr>
          <p:spPr>
            <a:xfrm>
              <a:off x="990720" y="329256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85" name=""/>
            <p:cNvSpPr/>
            <p:nvPr/>
          </p:nvSpPr>
          <p:spPr>
            <a:xfrm>
              <a:off x="1114200" y="3276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86" name=""/>
          <p:cNvGrpSpPr/>
          <p:nvPr/>
        </p:nvGrpSpPr>
        <p:grpSpPr>
          <a:xfrm>
            <a:off x="1447920" y="1676520"/>
            <a:ext cx="460080" cy="200520"/>
            <a:chOff x="1447920" y="1676520"/>
            <a:chExt cx="460080" cy="200520"/>
          </a:xfrm>
        </p:grpSpPr>
        <p:sp>
          <p:nvSpPr>
            <p:cNvPr id="887" name=""/>
            <p:cNvSpPr/>
            <p:nvPr/>
          </p:nvSpPr>
          <p:spPr>
            <a:xfrm>
              <a:off x="1447920" y="16909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88" name=""/>
            <p:cNvSpPr/>
            <p:nvPr/>
          </p:nvSpPr>
          <p:spPr>
            <a:xfrm>
              <a:off x="1570320" y="1676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889" name="Oval 888"/>
          <p:cNvSpPr/>
          <p:nvPr/>
        </p:nvSpPr>
        <p:spPr>
          <a:xfrm>
            <a:off x="8111704" y="246750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Oval 889"/>
          <p:cNvSpPr/>
          <p:nvPr/>
        </p:nvSpPr>
        <p:spPr>
          <a:xfrm>
            <a:off x="8141704" y="249750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891" name="Rounded Rectangle 890"/>
          <p:cNvSpPr/>
          <p:nvPr/>
        </p:nvSpPr>
        <p:spPr>
          <a:xfrm>
            <a:off x="8319704" y="248500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892" name="Oval 891"/>
          <p:cNvSpPr/>
          <p:nvPr/>
        </p:nvSpPr>
        <p:spPr>
          <a:xfrm>
            <a:off x="7336217" y="246750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Oval 892"/>
          <p:cNvSpPr/>
          <p:nvPr/>
        </p:nvSpPr>
        <p:spPr>
          <a:xfrm>
            <a:off x="7366217" y="249750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894" name="Rounded Rectangle 893"/>
          <p:cNvSpPr/>
          <p:nvPr/>
        </p:nvSpPr>
        <p:spPr>
          <a:xfrm>
            <a:off x="7544217" y="248500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895" name="Oval 894"/>
          <p:cNvSpPr/>
          <p:nvPr/>
        </p:nvSpPr>
        <p:spPr>
          <a:xfrm>
            <a:off x="8111704" y="338498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Oval 895"/>
          <p:cNvSpPr/>
          <p:nvPr/>
        </p:nvSpPr>
        <p:spPr>
          <a:xfrm>
            <a:off x="8141704" y="341498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897" name="Rounded Rectangle 896"/>
          <p:cNvSpPr/>
          <p:nvPr/>
        </p:nvSpPr>
        <p:spPr>
          <a:xfrm>
            <a:off x="8319704" y="340248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898" name="Oval 897"/>
          <p:cNvSpPr/>
          <p:nvPr/>
        </p:nvSpPr>
        <p:spPr>
          <a:xfrm>
            <a:off x="7860490" y="296993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Oval 898"/>
          <p:cNvSpPr/>
          <p:nvPr/>
        </p:nvSpPr>
        <p:spPr>
          <a:xfrm>
            <a:off x="7890490" y="299993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900" name="Rounded Rectangle 899"/>
          <p:cNvSpPr/>
          <p:nvPr/>
        </p:nvSpPr>
        <p:spPr>
          <a:xfrm>
            <a:off x="8068490" y="298743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901" name="Oval 900"/>
          <p:cNvSpPr/>
          <p:nvPr/>
        </p:nvSpPr>
        <p:spPr>
          <a:xfrm>
            <a:off x="269458" y="90440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Oval 901"/>
          <p:cNvSpPr/>
          <p:nvPr/>
        </p:nvSpPr>
        <p:spPr>
          <a:xfrm>
            <a:off x="299458" y="93440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903" name="Rounded Rectangle 902"/>
          <p:cNvSpPr/>
          <p:nvPr/>
        </p:nvSpPr>
        <p:spPr>
          <a:xfrm>
            <a:off x="477458" y="92190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904" name="Oval 903"/>
          <p:cNvSpPr/>
          <p:nvPr/>
        </p:nvSpPr>
        <p:spPr>
          <a:xfrm>
            <a:off x="269458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Oval 904"/>
          <p:cNvSpPr/>
          <p:nvPr/>
        </p:nvSpPr>
        <p:spPr>
          <a:xfrm>
            <a:off x="299458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906" name="Rounded Rectangle 905"/>
          <p:cNvSpPr/>
          <p:nvPr/>
        </p:nvSpPr>
        <p:spPr>
          <a:xfrm>
            <a:off x="477458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907" name="Oval 906"/>
          <p:cNvSpPr/>
          <p:nvPr/>
        </p:nvSpPr>
        <p:spPr>
          <a:xfrm>
            <a:off x="6484274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Oval 907"/>
          <p:cNvSpPr/>
          <p:nvPr/>
        </p:nvSpPr>
        <p:spPr>
          <a:xfrm>
            <a:off x="6514274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909" name="Rounded Rectangle 908"/>
          <p:cNvSpPr/>
          <p:nvPr/>
        </p:nvSpPr>
        <p:spPr>
          <a:xfrm>
            <a:off x="6692274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910" name="Oval 909"/>
          <p:cNvSpPr/>
          <p:nvPr/>
        </p:nvSpPr>
        <p:spPr>
          <a:xfrm>
            <a:off x="8844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Oval 910"/>
          <p:cNvSpPr/>
          <p:nvPr/>
        </p:nvSpPr>
        <p:spPr>
          <a:xfrm>
            <a:off x="8874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8326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913" name="Oval 912"/>
          <p:cNvSpPr/>
          <p:nvPr/>
        </p:nvSpPr>
        <p:spPr>
          <a:xfrm>
            <a:off x="8844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Oval 913"/>
          <p:cNvSpPr/>
          <p:nvPr/>
        </p:nvSpPr>
        <p:spPr>
          <a:xfrm>
            <a:off x="8874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8326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V62, V63, V64, V65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"/>
          <p:cNvSpPr/>
          <p:nvPr/>
        </p:nvSpPr>
        <p:spPr>
          <a:xfrm>
            <a:off x="3122280" y="50760"/>
            <a:ext cx="289944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9: EKCH | RWY 04L | STAR ALM3M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"/>
          <p:cNvSpPr/>
          <p:nvPr/>
        </p:nvSpPr>
        <p:spPr>
          <a:xfrm flipH="1">
            <a:off x="5262120" y="3745080"/>
            <a:ext cx="1979640" cy="314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"/>
          <p:cNvSpPr/>
          <p:nvPr/>
        </p:nvSpPr>
        <p:spPr>
          <a:xfrm flipH="1">
            <a:off x="4610160" y="4059360"/>
            <a:ext cx="652320" cy="1029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"/>
          <p:cNvSpPr/>
          <p:nvPr/>
        </p:nvSpPr>
        <p:spPr>
          <a:xfrm flipH="1">
            <a:off x="2604960" y="4162320"/>
            <a:ext cx="2005200" cy="317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"/>
          <p:cNvSpPr/>
          <p:nvPr/>
        </p:nvSpPr>
        <p:spPr>
          <a:xfrm flipH="1" flipV="1">
            <a:off x="1901520" y="3909600"/>
            <a:ext cx="703080" cy="569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"/>
          <p:cNvSpPr/>
          <p:nvPr/>
        </p:nvSpPr>
        <p:spPr>
          <a:xfrm flipV="1">
            <a:off x="1901880" y="3468600"/>
            <a:ext cx="357120" cy="441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"/>
          <p:cNvSpPr/>
          <p:nvPr/>
        </p:nvSpPr>
        <p:spPr>
          <a:xfrm flipV="1">
            <a:off x="2259000" y="3028680"/>
            <a:ext cx="343080" cy="4395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"/>
          <p:cNvSpPr/>
          <p:nvPr/>
        </p:nvSpPr>
        <p:spPr>
          <a:xfrm flipV="1">
            <a:off x="2602080" y="2530080"/>
            <a:ext cx="390240" cy="498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97" name=""/>
          <p:cNvGrpSpPr/>
          <p:nvPr/>
        </p:nvGrpSpPr>
        <p:grpSpPr>
          <a:xfrm>
            <a:off x="7178760" y="3681360"/>
            <a:ext cx="515880" cy="200520"/>
            <a:chOff x="7178760" y="3681360"/>
            <a:chExt cx="515880" cy="200520"/>
          </a:xfrm>
        </p:grpSpPr>
        <p:sp>
          <p:nvSpPr>
            <p:cNvPr id="898" name=""/>
            <p:cNvSpPr/>
            <p:nvPr/>
          </p:nvSpPr>
          <p:spPr>
            <a:xfrm>
              <a:off x="7178760" y="368136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99" name=""/>
            <p:cNvSpPr/>
            <p:nvPr/>
          </p:nvSpPr>
          <p:spPr>
            <a:xfrm>
              <a:off x="7323480" y="3681360"/>
              <a:ext cx="371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ALM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00" name=""/>
          <p:cNvGrpSpPr/>
          <p:nvPr/>
        </p:nvGrpSpPr>
        <p:grpSpPr>
          <a:xfrm>
            <a:off x="5211720" y="3995640"/>
            <a:ext cx="577800" cy="200520"/>
            <a:chOff x="5211720" y="3995640"/>
            <a:chExt cx="577800" cy="200520"/>
          </a:xfrm>
        </p:grpSpPr>
        <p:sp>
          <p:nvSpPr>
            <p:cNvPr id="901" name=""/>
            <p:cNvSpPr/>
            <p:nvPr/>
          </p:nvSpPr>
          <p:spPr>
            <a:xfrm>
              <a:off x="5211720" y="40086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02" name=""/>
            <p:cNvSpPr/>
            <p:nvPr/>
          </p:nvSpPr>
          <p:spPr>
            <a:xfrm>
              <a:off x="5294880" y="399564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REPRO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03" name=""/>
          <p:cNvGrpSpPr/>
          <p:nvPr/>
        </p:nvGrpSpPr>
        <p:grpSpPr>
          <a:xfrm>
            <a:off x="4559400" y="4098960"/>
            <a:ext cx="557640" cy="200520"/>
            <a:chOff x="4559400" y="4098960"/>
            <a:chExt cx="557640" cy="200520"/>
          </a:xfrm>
        </p:grpSpPr>
        <p:sp>
          <p:nvSpPr>
            <p:cNvPr id="904" name=""/>
            <p:cNvSpPr/>
            <p:nvPr/>
          </p:nvSpPr>
          <p:spPr>
            <a:xfrm>
              <a:off x="4559400" y="41115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05" name=""/>
            <p:cNvSpPr/>
            <p:nvPr/>
          </p:nvSpPr>
          <p:spPr>
            <a:xfrm>
              <a:off x="4662000" y="409896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CH552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06" name=""/>
          <p:cNvGrpSpPr/>
          <p:nvPr/>
        </p:nvGrpSpPr>
        <p:grpSpPr>
          <a:xfrm>
            <a:off x="2554200" y="4416480"/>
            <a:ext cx="558000" cy="200520"/>
            <a:chOff x="2554200" y="4416480"/>
            <a:chExt cx="558000" cy="200520"/>
          </a:xfrm>
        </p:grpSpPr>
        <p:sp>
          <p:nvSpPr>
            <p:cNvPr id="907" name=""/>
            <p:cNvSpPr/>
            <p:nvPr/>
          </p:nvSpPr>
          <p:spPr>
            <a:xfrm>
              <a:off x="2554200" y="44290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08" name=""/>
            <p:cNvSpPr/>
            <p:nvPr/>
          </p:nvSpPr>
          <p:spPr>
            <a:xfrm>
              <a:off x="2657160" y="441648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CH551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09" name=""/>
          <p:cNvGrpSpPr/>
          <p:nvPr/>
        </p:nvGrpSpPr>
        <p:grpSpPr>
          <a:xfrm>
            <a:off x="1851120" y="3846600"/>
            <a:ext cx="557640" cy="200520"/>
            <a:chOff x="1851120" y="3846600"/>
            <a:chExt cx="557640" cy="200520"/>
          </a:xfrm>
        </p:grpSpPr>
        <p:sp>
          <p:nvSpPr>
            <p:cNvPr id="910" name=""/>
            <p:cNvSpPr/>
            <p:nvPr/>
          </p:nvSpPr>
          <p:spPr>
            <a:xfrm>
              <a:off x="1851120" y="38592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11" name=""/>
            <p:cNvSpPr/>
            <p:nvPr/>
          </p:nvSpPr>
          <p:spPr>
            <a:xfrm>
              <a:off x="1953720" y="384660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CH441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12" name=""/>
          <p:cNvGrpSpPr/>
          <p:nvPr/>
        </p:nvGrpSpPr>
        <p:grpSpPr>
          <a:xfrm>
            <a:off x="2208240" y="3405240"/>
            <a:ext cx="538200" cy="200520"/>
            <a:chOff x="2208240" y="3405240"/>
            <a:chExt cx="538200" cy="200520"/>
          </a:xfrm>
        </p:grpSpPr>
        <p:sp>
          <p:nvSpPr>
            <p:cNvPr id="913" name=""/>
            <p:cNvSpPr/>
            <p:nvPr/>
          </p:nvSpPr>
          <p:spPr>
            <a:xfrm>
              <a:off x="2208240" y="34178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14" name=""/>
            <p:cNvSpPr/>
            <p:nvPr/>
          </p:nvSpPr>
          <p:spPr>
            <a:xfrm>
              <a:off x="2331000" y="3405240"/>
              <a:ext cx="4154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CI04L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15" name=""/>
          <p:cNvGrpSpPr/>
          <p:nvPr/>
        </p:nvGrpSpPr>
        <p:grpSpPr>
          <a:xfrm>
            <a:off x="2562120" y="2965320"/>
            <a:ext cx="513000" cy="200520"/>
            <a:chOff x="2562120" y="2965320"/>
            <a:chExt cx="513000" cy="200520"/>
          </a:xfrm>
        </p:grpSpPr>
        <p:sp>
          <p:nvSpPr>
            <p:cNvPr id="916" name=""/>
            <p:cNvSpPr/>
            <p:nvPr/>
          </p:nvSpPr>
          <p:spPr>
            <a:xfrm>
              <a:off x="2562120" y="2989440"/>
              <a:ext cx="81000" cy="806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800" bIns="108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17" name=""/>
            <p:cNvSpPr/>
            <p:nvPr/>
          </p:nvSpPr>
          <p:spPr>
            <a:xfrm>
              <a:off x="2668680" y="2965320"/>
              <a:ext cx="4064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FI04L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18" name=""/>
          <p:cNvGrpSpPr/>
          <p:nvPr/>
        </p:nvGrpSpPr>
        <p:grpSpPr>
          <a:xfrm>
            <a:off x="2928960" y="2467080"/>
            <a:ext cx="595440" cy="200520"/>
            <a:chOff x="2928960" y="2467080"/>
            <a:chExt cx="595440" cy="200520"/>
          </a:xfrm>
        </p:grpSpPr>
        <p:sp>
          <p:nvSpPr>
            <p:cNvPr id="919" name=""/>
            <p:cNvSpPr/>
            <p:nvPr/>
          </p:nvSpPr>
          <p:spPr>
            <a:xfrm>
              <a:off x="2928960" y="2467080"/>
              <a:ext cx="127080" cy="12672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20" name=""/>
            <p:cNvSpPr/>
            <p:nvPr/>
          </p:nvSpPr>
          <p:spPr>
            <a:xfrm>
              <a:off x="3044880" y="246708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RW04L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21" name=""/>
          <p:cNvGrpSpPr/>
          <p:nvPr/>
        </p:nvGrpSpPr>
        <p:grpSpPr>
          <a:xfrm>
            <a:off x="5105520" y="5486400"/>
            <a:ext cx="478800" cy="200520"/>
            <a:chOff x="5105520" y="5486400"/>
            <a:chExt cx="478800" cy="200520"/>
          </a:xfrm>
        </p:grpSpPr>
        <p:sp>
          <p:nvSpPr>
            <p:cNvPr id="922" name=""/>
            <p:cNvSpPr/>
            <p:nvPr/>
          </p:nvSpPr>
          <p:spPr>
            <a:xfrm>
              <a:off x="5105520" y="549288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23" name=""/>
            <p:cNvSpPr/>
            <p:nvPr/>
          </p:nvSpPr>
          <p:spPr>
            <a:xfrm>
              <a:off x="5246640" y="5486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24" name=""/>
          <p:cNvGrpSpPr/>
          <p:nvPr/>
        </p:nvGrpSpPr>
        <p:grpSpPr>
          <a:xfrm>
            <a:off x="8334360" y="2138400"/>
            <a:ext cx="486360" cy="200520"/>
            <a:chOff x="8334360" y="2138400"/>
            <a:chExt cx="486360" cy="200520"/>
          </a:xfrm>
        </p:grpSpPr>
        <p:sp>
          <p:nvSpPr>
            <p:cNvPr id="925" name=""/>
            <p:cNvSpPr/>
            <p:nvPr/>
          </p:nvSpPr>
          <p:spPr>
            <a:xfrm>
              <a:off x="8334360" y="2144880"/>
              <a:ext cx="11448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26" name=""/>
            <p:cNvSpPr/>
            <p:nvPr/>
          </p:nvSpPr>
          <p:spPr>
            <a:xfrm>
              <a:off x="8483040" y="2138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27" name=""/>
          <p:cNvGrpSpPr/>
          <p:nvPr/>
        </p:nvGrpSpPr>
        <p:grpSpPr>
          <a:xfrm>
            <a:off x="7238880" y="685800"/>
            <a:ext cx="461880" cy="200520"/>
            <a:chOff x="7238880" y="685800"/>
            <a:chExt cx="461880" cy="200520"/>
          </a:xfrm>
        </p:grpSpPr>
        <p:sp>
          <p:nvSpPr>
            <p:cNvPr id="928" name=""/>
            <p:cNvSpPr/>
            <p:nvPr/>
          </p:nvSpPr>
          <p:spPr>
            <a:xfrm>
              <a:off x="7238880" y="70164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29" name=""/>
            <p:cNvSpPr/>
            <p:nvPr/>
          </p:nvSpPr>
          <p:spPr>
            <a:xfrm>
              <a:off x="7363080" y="685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30" name=""/>
          <p:cNvGrpSpPr/>
          <p:nvPr/>
        </p:nvGrpSpPr>
        <p:grpSpPr>
          <a:xfrm>
            <a:off x="8319960" y="4765680"/>
            <a:ext cx="469080" cy="200520"/>
            <a:chOff x="8319960" y="4765680"/>
            <a:chExt cx="469080" cy="200520"/>
          </a:xfrm>
        </p:grpSpPr>
        <p:sp>
          <p:nvSpPr>
            <p:cNvPr id="931" name=""/>
            <p:cNvSpPr/>
            <p:nvPr/>
          </p:nvSpPr>
          <p:spPr>
            <a:xfrm>
              <a:off x="8319960" y="4781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32" name=""/>
            <p:cNvSpPr/>
            <p:nvPr/>
          </p:nvSpPr>
          <p:spPr>
            <a:xfrm>
              <a:off x="8451360" y="4765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33" name=""/>
          <p:cNvGrpSpPr/>
          <p:nvPr/>
        </p:nvGrpSpPr>
        <p:grpSpPr>
          <a:xfrm>
            <a:off x="990720" y="4724280"/>
            <a:ext cx="461520" cy="200520"/>
            <a:chOff x="990720" y="4724280"/>
            <a:chExt cx="461520" cy="200520"/>
          </a:xfrm>
        </p:grpSpPr>
        <p:sp>
          <p:nvSpPr>
            <p:cNvPr id="934" name=""/>
            <p:cNvSpPr/>
            <p:nvPr/>
          </p:nvSpPr>
          <p:spPr>
            <a:xfrm>
              <a:off x="990720" y="4740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35" name=""/>
            <p:cNvSpPr/>
            <p:nvPr/>
          </p:nvSpPr>
          <p:spPr>
            <a:xfrm>
              <a:off x="1114560" y="4724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36" name=""/>
          <p:cNvGrpSpPr/>
          <p:nvPr/>
        </p:nvGrpSpPr>
        <p:grpSpPr>
          <a:xfrm>
            <a:off x="4314960" y="2131920"/>
            <a:ext cx="467280" cy="200520"/>
            <a:chOff x="4314960" y="2131920"/>
            <a:chExt cx="467280" cy="200520"/>
          </a:xfrm>
        </p:grpSpPr>
        <p:sp>
          <p:nvSpPr>
            <p:cNvPr id="937" name=""/>
            <p:cNvSpPr/>
            <p:nvPr/>
          </p:nvSpPr>
          <p:spPr>
            <a:xfrm>
              <a:off x="4314960" y="214632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38" name=""/>
            <p:cNvSpPr/>
            <p:nvPr/>
          </p:nvSpPr>
          <p:spPr>
            <a:xfrm>
              <a:off x="4444560" y="2131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39" name=""/>
          <p:cNvGrpSpPr/>
          <p:nvPr/>
        </p:nvGrpSpPr>
        <p:grpSpPr>
          <a:xfrm>
            <a:off x="6446880" y="4848120"/>
            <a:ext cx="468720" cy="200520"/>
            <a:chOff x="6446880" y="4848120"/>
            <a:chExt cx="468720" cy="200520"/>
          </a:xfrm>
        </p:grpSpPr>
        <p:sp>
          <p:nvSpPr>
            <p:cNvPr id="940" name=""/>
            <p:cNvSpPr/>
            <p:nvPr/>
          </p:nvSpPr>
          <p:spPr>
            <a:xfrm>
              <a:off x="6446880" y="4862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41" name=""/>
            <p:cNvSpPr/>
            <p:nvPr/>
          </p:nvSpPr>
          <p:spPr>
            <a:xfrm>
              <a:off x="6577920" y="4848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42" name=""/>
          <p:cNvGrpSpPr/>
          <p:nvPr/>
        </p:nvGrpSpPr>
        <p:grpSpPr>
          <a:xfrm>
            <a:off x="1219320" y="3581280"/>
            <a:ext cx="461520" cy="200520"/>
            <a:chOff x="1219320" y="3581280"/>
            <a:chExt cx="461520" cy="200520"/>
          </a:xfrm>
        </p:grpSpPr>
        <p:sp>
          <p:nvSpPr>
            <p:cNvPr id="943" name=""/>
            <p:cNvSpPr/>
            <p:nvPr/>
          </p:nvSpPr>
          <p:spPr>
            <a:xfrm>
              <a:off x="1219320" y="35956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44" name=""/>
            <p:cNvSpPr/>
            <p:nvPr/>
          </p:nvSpPr>
          <p:spPr>
            <a:xfrm>
              <a:off x="1343160" y="3581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45" name=""/>
          <p:cNvGrpSpPr/>
          <p:nvPr/>
        </p:nvGrpSpPr>
        <p:grpSpPr>
          <a:xfrm>
            <a:off x="8359920" y="3452760"/>
            <a:ext cx="467280" cy="200520"/>
            <a:chOff x="8359920" y="3452760"/>
            <a:chExt cx="467280" cy="200520"/>
          </a:xfrm>
        </p:grpSpPr>
        <p:sp>
          <p:nvSpPr>
            <p:cNvPr id="946" name=""/>
            <p:cNvSpPr/>
            <p:nvPr/>
          </p:nvSpPr>
          <p:spPr>
            <a:xfrm>
              <a:off x="8359920" y="34671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47" name=""/>
            <p:cNvSpPr/>
            <p:nvPr/>
          </p:nvSpPr>
          <p:spPr>
            <a:xfrm>
              <a:off x="8489520" y="34527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48" name=""/>
          <p:cNvGrpSpPr/>
          <p:nvPr/>
        </p:nvGrpSpPr>
        <p:grpSpPr>
          <a:xfrm>
            <a:off x="2362320" y="4068720"/>
            <a:ext cx="461160" cy="200520"/>
            <a:chOff x="2362320" y="4068720"/>
            <a:chExt cx="461160" cy="200520"/>
          </a:xfrm>
        </p:grpSpPr>
        <p:sp>
          <p:nvSpPr>
            <p:cNvPr id="949" name=""/>
            <p:cNvSpPr/>
            <p:nvPr/>
          </p:nvSpPr>
          <p:spPr>
            <a:xfrm>
              <a:off x="2362320" y="40831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50" name=""/>
            <p:cNvSpPr/>
            <p:nvPr/>
          </p:nvSpPr>
          <p:spPr>
            <a:xfrm>
              <a:off x="2485800" y="4068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51" name=""/>
          <p:cNvGrpSpPr/>
          <p:nvPr/>
        </p:nvGrpSpPr>
        <p:grpSpPr>
          <a:xfrm>
            <a:off x="3618000" y="3465360"/>
            <a:ext cx="467280" cy="200520"/>
            <a:chOff x="3618000" y="3465360"/>
            <a:chExt cx="467280" cy="200520"/>
          </a:xfrm>
        </p:grpSpPr>
        <p:sp>
          <p:nvSpPr>
            <p:cNvPr id="952" name=""/>
            <p:cNvSpPr/>
            <p:nvPr/>
          </p:nvSpPr>
          <p:spPr>
            <a:xfrm>
              <a:off x="3618000" y="34815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53" name=""/>
            <p:cNvSpPr/>
            <p:nvPr/>
          </p:nvSpPr>
          <p:spPr>
            <a:xfrm>
              <a:off x="3747600" y="34653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54" name=""/>
          <p:cNvGrpSpPr/>
          <p:nvPr/>
        </p:nvGrpSpPr>
        <p:grpSpPr>
          <a:xfrm>
            <a:off x="2590920" y="1295280"/>
            <a:ext cx="461520" cy="200520"/>
            <a:chOff x="2590920" y="1295280"/>
            <a:chExt cx="461520" cy="200520"/>
          </a:xfrm>
        </p:grpSpPr>
        <p:sp>
          <p:nvSpPr>
            <p:cNvPr id="955" name=""/>
            <p:cNvSpPr/>
            <p:nvPr/>
          </p:nvSpPr>
          <p:spPr>
            <a:xfrm>
              <a:off x="2590920" y="13096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56" name=""/>
            <p:cNvSpPr/>
            <p:nvPr/>
          </p:nvSpPr>
          <p:spPr>
            <a:xfrm>
              <a:off x="2714760" y="1295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57" name=""/>
          <p:cNvGrpSpPr/>
          <p:nvPr/>
        </p:nvGrpSpPr>
        <p:grpSpPr>
          <a:xfrm>
            <a:off x="4911840" y="2995560"/>
            <a:ext cx="468720" cy="200520"/>
            <a:chOff x="4911840" y="2995560"/>
            <a:chExt cx="468720" cy="200520"/>
          </a:xfrm>
        </p:grpSpPr>
        <p:sp>
          <p:nvSpPr>
            <p:cNvPr id="958" name=""/>
            <p:cNvSpPr/>
            <p:nvPr/>
          </p:nvSpPr>
          <p:spPr>
            <a:xfrm>
              <a:off x="4911840" y="30114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59" name=""/>
            <p:cNvSpPr/>
            <p:nvPr/>
          </p:nvSpPr>
          <p:spPr>
            <a:xfrm>
              <a:off x="5042880" y="29955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60" name=""/>
          <p:cNvGrpSpPr/>
          <p:nvPr/>
        </p:nvGrpSpPr>
        <p:grpSpPr>
          <a:xfrm>
            <a:off x="3632040" y="4730760"/>
            <a:ext cx="469080" cy="200520"/>
            <a:chOff x="3632040" y="4730760"/>
            <a:chExt cx="469080" cy="200520"/>
          </a:xfrm>
        </p:grpSpPr>
        <p:sp>
          <p:nvSpPr>
            <p:cNvPr id="961" name=""/>
            <p:cNvSpPr/>
            <p:nvPr/>
          </p:nvSpPr>
          <p:spPr>
            <a:xfrm>
              <a:off x="3632040" y="47466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62" name=""/>
            <p:cNvSpPr/>
            <p:nvPr/>
          </p:nvSpPr>
          <p:spPr>
            <a:xfrm>
              <a:off x="3763440" y="47307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63" name=""/>
          <p:cNvGrpSpPr/>
          <p:nvPr/>
        </p:nvGrpSpPr>
        <p:grpSpPr>
          <a:xfrm>
            <a:off x="6165720" y="3465360"/>
            <a:ext cx="469080" cy="200520"/>
            <a:chOff x="6165720" y="3465360"/>
            <a:chExt cx="469080" cy="200520"/>
          </a:xfrm>
        </p:grpSpPr>
        <p:sp>
          <p:nvSpPr>
            <p:cNvPr id="964" name=""/>
            <p:cNvSpPr/>
            <p:nvPr/>
          </p:nvSpPr>
          <p:spPr>
            <a:xfrm>
              <a:off x="6165720" y="34815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65" name=""/>
            <p:cNvSpPr/>
            <p:nvPr/>
          </p:nvSpPr>
          <p:spPr>
            <a:xfrm>
              <a:off x="6297120" y="34653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66" name=""/>
          <p:cNvGrpSpPr/>
          <p:nvPr/>
        </p:nvGrpSpPr>
        <p:grpSpPr>
          <a:xfrm>
            <a:off x="7391520" y="5715000"/>
            <a:ext cx="460080" cy="200520"/>
            <a:chOff x="7391520" y="5715000"/>
            <a:chExt cx="460080" cy="200520"/>
          </a:xfrm>
        </p:grpSpPr>
        <p:sp>
          <p:nvSpPr>
            <p:cNvPr id="967" name=""/>
            <p:cNvSpPr/>
            <p:nvPr/>
          </p:nvSpPr>
          <p:spPr>
            <a:xfrm>
              <a:off x="7391520" y="57308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68" name=""/>
            <p:cNvSpPr/>
            <p:nvPr/>
          </p:nvSpPr>
          <p:spPr>
            <a:xfrm>
              <a:off x="7513920" y="5715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69" name=""/>
          <p:cNvGrpSpPr/>
          <p:nvPr/>
        </p:nvGrpSpPr>
        <p:grpSpPr>
          <a:xfrm>
            <a:off x="1981080" y="5486400"/>
            <a:ext cx="461880" cy="200520"/>
            <a:chOff x="1981080" y="5486400"/>
            <a:chExt cx="461880" cy="200520"/>
          </a:xfrm>
        </p:grpSpPr>
        <p:sp>
          <p:nvSpPr>
            <p:cNvPr id="970" name=""/>
            <p:cNvSpPr/>
            <p:nvPr/>
          </p:nvSpPr>
          <p:spPr>
            <a:xfrm>
              <a:off x="1981080" y="5502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71" name=""/>
            <p:cNvSpPr/>
            <p:nvPr/>
          </p:nvSpPr>
          <p:spPr>
            <a:xfrm>
              <a:off x="2105280" y="5486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72" name=""/>
          <p:cNvGrpSpPr/>
          <p:nvPr/>
        </p:nvGrpSpPr>
        <p:grpSpPr>
          <a:xfrm>
            <a:off x="5105520" y="838080"/>
            <a:ext cx="461520" cy="200520"/>
            <a:chOff x="5105520" y="838080"/>
            <a:chExt cx="461520" cy="200520"/>
          </a:xfrm>
        </p:grpSpPr>
        <p:sp>
          <p:nvSpPr>
            <p:cNvPr id="973" name=""/>
            <p:cNvSpPr/>
            <p:nvPr/>
          </p:nvSpPr>
          <p:spPr>
            <a:xfrm>
              <a:off x="5105520" y="8539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74" name=""/>
            <p:cNvSpPr/>
            <p:nvPr/>
          </p:nvSpPr>
          <p:spPr>
            <a:xfrm>
              <a:off x="5229360" y="838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75" name=""/>
          <p:cNvGrpSpPr/>
          <p:nvPr/>
        </p:nvGrpSpPr>
        <p:grpSpPr>
          <a:xfrm>
            <a:off x="3505320" y="6324480"/>
            <a:ext cx="460080" cy="200520"/>
            <a:chOff x="3505320" y="6324480"/>
            <a:chExt cx="460080" cy="200520"/>
          </a:xfrm>
        </p:grpSpPr>
        <p:sp>
          <p:nvSpPr>
            <p:cNvPr id="976" name=""/>
            <p:cNvSpPr/>
            <p:nvPr/>
          </p:nvSpPr>
          <p:spPr>
            <a:xfrm>
              <a:off x="3505320" y="634032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77" name=""/>
            <p:cNvSpPr/>
            <p:nvPr/>
          </p:nvSpPr>
          <p:spPr>
            <a:xfrm>
              <a:off x="3627720" y="6324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78" name=""/>
          <p:cNvGrpSpPr/>
          <p:nvPr/>
        </p:nvGrpSpPr>
        <p:grpSpPr>
          <a:xfrm>
            <a:off x="1523880" y="2209680"/>
            <a:ext cx="461520" cy="200520"/>
            <a:chOff x="1523880" y="2209680"/>
            <a:chExt cx="461520" cy="200520"/>
          </a:xfrm>
        </p:grpSpPr>
        <p:sp>
          <p:nvSpPr>
            <p:cNvPr id="979" name=""/>
            <p:cNvSpPr/>
            <p:nvPr/>
          </p:nvSpPr>
          <p:spPr>
            <a:xfrm>
              <a:off x="1523880" y="22240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80" name=""/>
            <p:cNvSpPr/>
            <p:nvPr/>
          </p:nvSpPr>
          <p:spPr>
            <a:xfrm>
              <a:off x="1647720" y="2209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981" name="Oval 980"/>
          <p:cNvSpPr/>
          <p:nvPr/>
        </p:nvSpPr>
        <p:spPr>
          <a:xfrm>
            <a:off x="2110149" y="574558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Oval 981"/>
          <p:cNvSpPr/>
          <p:nvPr/>
        </p:nvSpPr>
        <p:spPr>
          <a:xfrm>
            <a:off x="2140149" y="577558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318149" y="576308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984" name="Oval 983"/>
          <p:cNvSpPr/>
          <p:nvPr/>
        </p:nvSpPr>
        <p:spPr>
          <a:xfrm>
            <a:off x="1592814" y="495147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Oval 984"/>
          <p:cNvSpPr/>
          <p:nvPr/>
        </p:nvSpPr>
        <p:spPr>
          <a:xfrm>
            <a:off x="1622814" y="498147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1800814" y="496897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987" name="Oval 986"/>
          <p:cNvSpPr/>
          <p:nvPr/>
        </p:nvSpPr>
        <p:spPr>
          <a:xfrm>
            <a:off x="451353" y="364054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Oval 987"/>
          <p:cNvSpPr/>
          <p:nvPr/>
        </p:nvSpPr>
        <p:spPr>
          <a:xfrm>
            <a:off x="481353" y="367054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989" name="Rounded Rectangle 988"/>
          <p:cNvSpPr/>
          <p:nvPr/>
        </p:nvSpPr>
        <p:spPr>
          <a:xfrm>
            <a:off x="659353" y="365804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990" name="Oval 989"/>
          <p:cNvSpPr/>
          <p:nvPr/>
        </p:nvSpPr>
        <p:spPr>
          <a:xfrm>
            <a:off x="90000" y="2571734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Oval 990"/>
          <p:cNvSpPr/>
          <p:nvPr/>
        </p:nvSpPr>
        <p:spPr>
          <a:xfrm>
            <a:off x="120000" y="260173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298000" y="258923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 ↓</a:t>
            </a:r>
          </a:p>
        </p:txBody>
      </p:sp>
      <p:sp>
        <p:nvSpPr>
          <p:cNvPr id="993" name="Oval 992"/>
          <p:cNvSpPr/>
          <p:nvPr/>
        </p:nvSpPr>
        <p:spPr>
          <a:xfrm>
            <a:off x="8844000" y="4374905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Oval 993"/>
          <p:cNvSpPr/>
          <p:nvPr/>
        </p:nvSpPr>
        <p:spPr>
          <a:xfrm>
            <a:off x="8874000" y="440490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995" name="Rounded Rectangle 994"/>
          <p:cNvSpPr/>
          <p:nvPr/>
        </p:nvSpPr>
        <p:spPr>
          <a:xfrm>
            <a:off x="8326000" y="439240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 ↓</a:t>
            </a:r>
          </a:p>
        </p:txBody>
      </p:sp>
      <p:sp>
        <p:nvSpPr>
          <p:cNvPr id="996" name="Oval 995"/>
          <p:cNvSpPr/>
          <p:nvPr/>
        </p:nvSpPr>
        <p:spPr>
          <a:xfrm>
            <a:off x="8385681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Oval 996"/>
          <p:cNvSpPr/>
          <p:nvPr/>
        </p:nvSpPr>
        <p:spPr>
          <a:xfrm>
            <a:off x="8415681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7867681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999" name="Oval 998"/>
          <p:cNvSpPr/>
          <p:nvPr/>
        </p:nvSpPr>
        <p:spPr>
          <a:xfrm>
            <a:off x="1796644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Oval 999"/>
          <p:cNvSpPr/>
          <p:nvPr/>
        </p:nvSpPr>
        <p:spPr>
          <a:xfrm>
            <a:off x="1826644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1001" name="Rounded Rectangle 1000"/>
          <p:cNvSpPr/>
          <p:nvPr/>
        </p:nvSpPr>
        <p:spPr>
          <a:xfrm>
            <a:off x="2004644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1002" name="Oval 1001"/>
          <p:cNvSpPr/>
          <p:nvPr/>
        </p:nvSpPr>
        <p:spPr>
          <a:xfrm>
            <a:off x="4038386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Oval 1002"/>
          <p:cNvSpPr/>
          <p:nvPr/>
        </p:nvSpPr>
        <p:spPr>
          <a:xfrm>
            <a:off x="4068386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1004" name="Rounded Rectangle 1003"/>
          <p:cNvSpPr/>
          <p:nvPr/>
        </p:nvSpPr>
        <p:spPr>
          <a:xfrm>
            <a:off x="4246386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1005" name="Oval 1004"/>
          <p:cNvSpPr/>
          <p:nvPr/>
        </p:nvSpPr>
        <p:spPr>
          <a:xfrm>
            <a:off x="674961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Oval 1005"/>
          <p:cNvSpPr/>
          <p:nvPr/>
        </p:nvSpPr>
        <p:spPr>
          <a:xfrm>
            <a:off x="677961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1007" name="Rounded Rectangle 1006"/>
          <p:cNvSpPr/>
          <p:nvPr/>
        </p:nvSpPr>
        <p:spPr>
          <a:xfrm>
            <a:off x="695761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1008" name="Oval 1007"/>
          <p:cNvSpPr/>
          <p:nvPr/>
        </p:nvSpPr>
        <p:spPr>
          <a:xfrm>
            <a:off x="8681467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Oval 1008"/>
          <p:cNvSpPr/>
          <p:nvPr/>
        </p:nvSpPr>
        <p:spPr>
          <a:xfrm>
            <a:off x="8711467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1010" name="Rounded Rectangle 1009"/>
          <p:cNvSpPr/>
          <p:nvPr/>
        </p:nvSpPr>
        <p:spPr>
          <a:xfrm>
            <a:off x="8163467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1011" name="Rounded Rectangle 1010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V54, V61, V62, V63, V64, V65,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"/>
          <p:cNvSpPr/>
          <p:nvPr/>
        </p:nvSpPr>
        <p:spPr>
          <a:xfrm>
            <a:off x="3090960" y="50760"/>
            <a:ext cx="296208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10: EKCH | RWY 22L | STAR CDA3N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"/>
          <p:cNvSpPr/>
          <p:nvPr/>
        </p:nvSpPr>
        <p:spPr>
          <a:xfrm flipV="1">
            <a:off x="3817800" y="4324320"/>
            <a:ext cx="362160" cy="1046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"/>
          <p:cNvSpPr/>
          <p:nvPr/>
        </p:nvSpPr>
        <p:spPr>
          <a:xfrm flipV="1">
            <a:off x="4179960" y="3188880"/>
            <a:ext cx="390600" cy="1135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"/>
          <p:cNvSpPr/>
          <p:nvPr/>
        </p:nvSpPr>
        <p:spPr>
          <a:xfrm flipV="1">
            <a:off x="4570560" y="2712600"/>
            <a:ext cx="163440" cy="476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"/>
          <p:cNvSpPr/>
          <p:nvPr/>
        </p:nvSpPr>
        <p:spPr>
          <a:xfrm flipV="1">
            <a:off x="4734000" y="1982880"/>
            <a:ext cx="592200" cy="730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"/>
          <p:cNvSpPr/>
          <p:nvPr/>
        </p:nvSpPr>
        <p:spPr>
          <a:xfrm flipH="1" flipV="1">
            <a:off x="5110200" y="1639440"/>
            <a:ext cx="216000" cy="343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"/>
          <p:cNvSpPr/>
          <p:nvPr/>
        </p:nvSpPr>
        <p:spPr>
          <a:xfrm flipH="1">
            <a:off x="4927320" y="1639800"/>
            <a:ext cx="182520" cy="225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"/>
          <p:cNvSpPr/>
          <p:nvPr/>
        </p:nvSpPr>
        <p:spPr>
          <a:xfrm flipH="1">
            <a:off x="4884480" y="1865160"/>
            <a:ext cx="42840" cy="525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5760" bIns="57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"/>
          <p:cNvSpPr/>
          <p:nvPr/>
        </p:nvSpPr>
        <p:spPr>
          <a:xfrm flipH="1">
            <a:off x="4663800" y="1917720"/>
            <a:ext cx="220680" cy="272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"/>
          <p:cNvSpPr/>
          <p:nvPr/>
        </p:nvSpPr>
        <p:spPr>
          <a:xfrm flipH="1">
            <a:off x="4427280" y="2190600"/>
            <a:ext cx="236520" cy="2923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91" name=""/>
          <p:cNvGrpSpPr/>
          <p:nvPr/>
        </p:nvGrpSpPr>
        <p:grpSpPr>
          <a:xfrm>
            <a:off x="3754440" y="5307120"/>
            <a:ext cx="515880" cy="200520"/>
            <a:chOff x="3754440" y="5307120"/>
            <a:chExt cx="515880" cy="200520"/>
          </a:xfrm>
        </p:grpSpPr>
        <p:sp>
          <p:nvSpPr>
            <p:cNvPr id="992" name=""/>
            <p:cNvSpPr/>
            <p:nvPr/>
          </p:nvSpPr>
          <p:spPr>
            <a:xfrm>
              <a:off x="3754440" y="5307120"/>
              <a:ext cx="127080" cy="12672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93" name=""/>
            <p:cNvSpPr/>
            <p:nvPr/>
          </p:nvSpPr>
          <p:spPr>
            <a:xfrm>
              <a:off x="3899160" y="5307120"/>
              <a:ext cx="371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CDA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94" name=""/>
          <p:cNvGrpSpPr/>
          <p:nvPr/>
        </p:nvGrpSpPr>
        <p:grpSpPr>
          <a:xfrm>
            <a:off x="4129200" y="4260960"/>
            <a:ext cx="567360" cy="200520"/>
            <a:chOff x="4129200" y="4260960"/>
            <a:chExt cx="567360" cy="200520"/>
          </a:xfrm>
        </p:grpSpPr>
        <p:sp>
          <p:nvSpPr>
            <p:cNvPr id="995" name=""/>
            <p:cNvSpPr/>
            <p:nvPr/>
          </p:nvSpPr>
          <p:spPr>
            <a:xfrm>
              <a:off x="4129200" y="42735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96" name=""/>
            <p:cNvSpPr/>
            <p:nvPr/>
          </p:nvSpPr>
          <p:spPr>
            <a:xfrm>
              <a:off x="4221720" y="426096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KUTAX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97" name=""/>
          <p:cNvGrpSpPr/>
          <p:nvPr/>
        </p:nvGrpSpPr>
        <p:grpSpPr>
          <a:xfrm>
            <a:off x="4519440" y="3125880"/>
            <a:ext cx="558000" cy="200520"/>
            <a:chOff x="4519440" y="3125880"/>
            <a:chExt cx="558000" cy="200520"/>
          </a:xfrm>
        </p:grpSpPr>
        <p:sp>
          <p:nvSpPr>
            <p:cNvPr id="998" name=""/>
            <p:cNvSpPr/>
            <p:nvPr/>
          </p:nvSpPr>
          <p:spPr>
            <a:xfrm>
              <a:off x="4519440" y="313848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99" name=""/>
            <p:cNvSpPr/>
            <p:nvPr/>
          </p:nvSpPr>
          <p:spPr>
            <a:xfrm>
              <a:off x="4622400" y="312588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CH993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00" name=""/>
          <p:cNvGrpSpPr/>
          <p:nvPr/>
        </p:nvGrpSpPr>
        <p:grpSpPr>
          <a:xfrm>
            <a:off x="4683240" y="2649600"/>
            <a:ext cx="557640" cy="200520"/>
            <a:chOff x="4683240" y="2649600"/>
            <a:chExt cx="557640" cy="200520"/>
          </a:xfrm>
        </p:grpSpPr>
        <p:sp>
          <p:nvSpPr>
            <p:cNvPr id="1001" name=""/>
            <p:cNvSpPr/>
            <p:nvPr/>
          </p:nvSpPr>
          <p:spPr>
            <a:xfrm>
              <a:off x="4683240" y="26622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02" name=""/>
            <p:cNvSpPr/>
            <p:nvPr/>
          </p:nvSpPr>
          <p:spPr>
            <a:xfrm>
              <a:off x="4785840" y="264960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CH992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03" name=""/>
          <p:cNvGrpSpPr/>
          <p:nvPr/>
        </p:nvGrpSpPr>
        <p:grpSpPr>
          <a:xfrm>
            <a:off x="5275440" y="1919160"/>
            <a:ext cx="557640" cy="200520"/>
            <a:chOff x="5275440" y="1919160"/>
            <a:chExt cx="557640" cy="200520"/>
          </a:xfrm>
        </p:grpSpPr>
        <p:sp>
          <p:nvSpPr>
            <p:cNvPr id="1004" name=""/>
            <p:cNvSpPr/>
            <p:nvPr/>
          </p:nvSpPr>
          <p:spPr>
            <a:xfrm>
              <a:off x="5275440" y="19321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05" name=""/>
            <p:cNvSpPr/>
            <p:nvPr/>
          </p:nvSpPr>
          <p:spPr>
            <a:xfrm>
              <a:off x="5378040" y="191916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CH991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06" name=""/>
          <p:cNvGrpSpPr/>
          <p:nvPr/>
        </p:nvGrpSpPr>
        <p:grpSpPr>
          <a:xfrm>
            <a:off x="5070600" y="1576440"/>
            <a:ext cx="537120" cy="200520"/>
            <a:chOff x="5070600" y="1576440"/>
            <a:chExt cx="537120" cy="200520"/>
          </a:xfrm>
        </p:grpSpPr>
        <p:sp>
          <p:nvSpPr>
            <p:cNvPr id="1007" name=""/>
            <p:cNvSpPr/>
            <p:nvPr/>
          </p:nvSpPr>
          <p:spPr>
            <a:xfrm>
              <a:off x="5070600" y="1598760"/>
              <a:ext cx="81000" cy="806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800" bIns="108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08" name=""/>
            <p:cNvSpPr/>
            <p:nvPr/>
          </p:nvSpPr>
          <p:spPr>
            <a:xfrm>
              <a:off x="5152680" y="157644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CH881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09" name=""/>
          <p:cNvGrpSpPr/>
          <p:nvPr/>
        </p:nvGrpSpPr>
        <p:grpSpPr>
          <a:xfrm>
            <a:off x="4888080" y="1801800"/>
            <a:ext cx="554400" cy="200520"/>
            <a:chOff x="4888080" y="1801800"/>
            <a:chExt cx="554400" cy="200520"/>
          </a:xfrm>
        </p:grpSpPr>
        <p:sp>
          <p:nvSpPr>
            <p:cNvPr id="1010" name=""/>
            <p:cNvSpPr/>
            <p:nvPr/>
          </p:nvSpPr>
          <p:spPr>
            <a:xfrm>
              <a:off x="4888080" y="1824120"/>
              <a:ext cx="806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11" name=""/>
            <p:cNvSpPr/>
            <p:nvPr/>
          </p:nvSpPr>
          <p:spPr>
            <a:xfrm>
              <a:off x="4952520" y="180180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LAMOX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12" name=""/>
          <p:cNvGrpSpPr/>
          <p:nvPr/>
        </p:nvGrpSpPr>
        <p:grpSpPr>
          <a:xfrm>
            <a:off x="4843440" y="1854360"/>
            <a:ext cx="548640" cy="200520"/>
            <a:chOff x="4843440" y="1854360"/>
            <a:chExt cx="548640" cy="200520"/>
          </a:xfrm>
        </p:grpSpPr>
        <p:sp>
          <p:nvSpPr>
            <p:cNvPr id="1013" name=""/>
            <p:cNvSpPr/>
            <p:nvPr/>
          </p:nvSpPr>
          <p:spPr>
            <a:xfrm>
              <a:off x="4843440" y="1878120"/>
              <a:ext cx="824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14" name=""/>
            <p:cNvSpPr/>
            <p:nvPr/>
          </p:nvSpPr>
          <p:spPr>
            <a:xfrm>
              <a:off x="4917240" y="185436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93DME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15" name=""/>
          <p:cNvGrpSpPr/>
          <p:nvPr/>
        </p:nvGrpSpPr>
        <p:grpSpPr>
          <a:xfrm>
            <a:off x="4622760" y="2127240"/>
            <a:ext cx="640800" cy="200520"/>
            <a:chOff x="4622760" y="2127240"/>
            <a:chExt cx="640800" cy="200520"/>
          </a:xfrm>
        </p:grpSpPr>
        <p:sp>
          <p:nvSpPr>
            <p:cNvPr id="1016" name=""/>
            <p:cNvSpPr/>
            <p:nvPr/>
          </p:nvSpPr>
          <p:spPr>
            <a:xfrm>
              <a:off x="4622760" y="215100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17" name=""/>
            <p:cNvSpPr/>
            <p:nvPr/>
          </p:nvSpPr>
          <p:spPr>
            <a:xfrm>
              <a:off x="4799520" y="212724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'FI22L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18" name=""/>
          <p:cNvGrpSpPr/>
          <p:nvPr/>
        </p:nvGrpSpPr>
        <p:grpSpPr>
          <a:xfrm>
            <a:off x="4363920" y="2419200"/>
            <a:ext cx="728280" cy="200520"/>
            <a:chOff x="4363920" y="2419200"/>
            <a:chExt cx="728280" cy="200520"/>
          </a:xfrm>
        </p:grpSpPr>
        <p:sp>
          <p:nvSpPr>
            <p:cNvPr id="1019" name=""/>
            <p:cNvSpPr/>
            <p:nvPr/>
          </p:nvSpPr>
          <p:spPr>
            <a:xfrm>
              <a:off x="4363920" y="241920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20" name=""/>
            <p:cNvSpPr/>
            <p:nvPr/>
          </p:nvSpPr>
          <p:spPr>
            <a:xfrm>
              <a:off x="4545720" y="2419200"/>
              <a:ext cx="54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'RW22L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21" name=""/>
          <p:cNvGrpSpPr/>
          <p:nvPr/>
        </p:nvGrpSpPr>
        <p:grpSpPr>
          <a:xfrm>
            <a:off x="1371600" y="6019920"/>
            <a:ext cx="479160" cy="200520"/>
            <a:chOff x="1371600" y="6019920"/>
            <a:chExt cx="479160" cy="200520"/>
          </a:xfrm>
        </p:grpSpPr>
        <p:sp>
          <p:nvSpPr>
            <p:cNvPr id="1022" name=""/>
            <p:cNvSpPr/>
            <p:nvPr/>
          </p:nvSpPr>
          <p:spPr>
            <a:xfrm>
              <a:off x="1371600" y="6026040"/>
              <a:ext cx="114120" cy="11376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3840" bIns="338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23" name=""/>
            <p:cNvSpPr/>
            <p:nvPr/>
          </p:nvSpPr>
          <p:spPr>
            <a:xfrm>
              <a:off x="1513080" y="6019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24" name=""/>
          <p:cNvGrpSpPr/>
          <p:nvPr/>
        </p:nvGrpSpPr>
        <p:grpSpPr>
          <a:xfrm>
            <a:off x="3505320" y="800280"/>
            <a:ext cx="486360" cy="200520"/>
            <a:chOff x="3505320" y="800280"/>
            <a:chExt cx="486360" cy="200520"/>
          </a:xfrm>
        </p:grpSpPr>
        <p:sp>
          <p:nvSpPr>
            <p:cNvPr id="1025" name=""/>
            <p:cNvSpPr/>
            <p:nvPr/>
          </p:nvSpPr>
          <p:spPr>
            <a:xfrm>
              <a:off x="3505320" y="80640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26" name=""/>
            <p:cNvSpPr/>
            <p:nvPr/>
          </p:nvSpPr>
          <p:spPr>
            <a:xfrm>
              <a:off x="3654000" y="800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27" name=""/>
          <p:cNvGrpSpPr/>
          <p:nvPr/>
        </p:nvGrpSpPr>
        <p:grpSpPr>
          <a:xfrm>
            <a:off x="7772400" y="2895480"/>
            <a:ext cx="461880" cy="200520"/>
            <a:chOff x="7772400" y="2895480"/>
            <a:chExt cx="461880" cy="200520"/>
          </a:xfrm>
        </p:grpSpPr>
        <p:sp>
          <p:nvSpPr>
            <p:cNvPr id="1028" name=""/>
            <p:cNvSpPr/>
            <p:nvPr/>
          </p:nvSpPr>
          <p:spPr>
            <a:xfrm>
              <a:off x="7772400" y="2911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29" name=""/>
            <p:cNvSpPr/>
            <p:nvPr/>
          </p:nvSpPr>
          <p:spPr>
            <a:xfrm>
              <a:off x="7896600" y="2895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30" name=""/>
          <p:cNvGrpSpPr/>
          <p:nvPr/>
        </p:nvGrpSpPr>
        <p:grpSpPr>
          <a:xfrm>
            <a:off x="5791320" y="3429000"/>
            <a:ext cx="461520" cy="200520"/>
            <a:chOff x="5791320" y="3429000"/>
            <a:chExt cx="461520" cy="200520"/>
          </a:xfrm>
        </p:grpSpPr>
        <p:sp>
          <p:nvSpPr>
            <p:cNvPr id="1031" name=""/>
            <p:cNvSpPr/>
            <p:nvPr/>
          </p:nvSpPr>
          <p:spPr>
            <a:xfrm>
              <a:off x="5791320" y="3444840"/>
              <a:ext cx="96840" cy="946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520" bIns="2052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32" name=""/>
            <p:cNvSpPr/>
            <p:nvPr/>
          </p:nvSpPr>
          <p:spPr>
            <a:xfrm>
              <a:off x="5915160" y="3429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33" name=""/>
          <p:cNvGrpSpPr/>
          <p:nvPr/>
        </p:nvGrpSpPr>
        <p:grpSpPr>
          <a:xfrm>
            <a:off x="2743200" y="3200400"/>
            <a:ext cx="461880" cy="200520"/>
            <a:chOff x="2743200" y="3200400"/>
            <a:chExt cx="461880" cy="200520"/>
          </a:xfrm>
        </p:grpSpPr>
        <p:sp>
          <p:nvSpPr>
            <p:cNvPr id="1034" name=""/>
            <p:cNvSpPr/>
            <p:nvPr/>
          </p:nvSpPr>
          <p:spPr>
            <a:xfrm>
              <a:off x="2743200" y="3216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35" name=""/>
            <p:cNvSpPr/>
            <p:nvPr/>
          </p:nvSpPr>
          <p:spPr>
            <a:xfrm>
              <a:off x="2867400" y="3200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36" name=""/>
          <p:cNvGrpSpPr/>
          <p:nvPr/>
        </p:nvGrpSpPr>
        <p:grpSpPr>
          <a:xfrm>
            <a:off x="4572000" y="6324480"/>
            <a:ext cx="461520" cy="200520"/>
            <a:chOff x="4572000" y="6324480"/>
            <a:chExt cx="461520" cy="200520"/>
          </a:xfrm>
        </p:grpSpPr>
        <p:sp>
          <p:nvSpPr>
            <p:cNvPr id="1037" name=""/>
            <p:cNvSpPr/>
            <p:nvPr/>
          </p:nvSpPr>
          <p:spPr>
            <a:xfrm>
              <a:off x="4572000" y="63406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38" name=""/>
            <p:cNvSpPr/>
            <p:nvPr/>
          </p:nvSpPr>
          <p:spPr>
            <a:xfrm>
              <a:off x="4695840" y="6324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39" name=""/>
          <p:cNvGrpSpPr/>
          <p:nvPr/>
        </p:nvGrpSpPr>
        <p:grpSpPr>
          <a:xfrm>
            <a:off x="2895480" y="1752480"/>
            <a:ext cx="461520" cy="200520"/>
            <a:chOff x="2895480" y="1752480"/>
            <a:chExt cx="461520" cy="200520"/>
          </a:xfrm>
        </p:grpSpPr>
        <p:sp>
          <p:nvSpPr>
            <p:cNvPr id="1040" name=""/>
            <p:cNvSpPr/>
            <p:nvPr/>
          </p:nvSpPr>
          <p:spPr>
            <a:xfrm>
              <a:off x="2895480" y="176832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41" name=""/>
            <p:cNvSpPr/>
            <p:nvPr/>
          </p:nvSpPr>
          <p:spPr>
            <a:xfrm>
              <a:off x="3019320" y="1752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42" name=""/>
          <p:cNvGrpSpPr/>
          <p:nvPr/>
        </p:nvGrpSpPr>
        <p:grpSpPr>
          <a:xfrm>
            <a:off x="4861080" y="5232240"/>
            <a:ext cx="466920" cy="200520"/>
            <a:chOff x="4861080" y="5232240"/>
            <a:chExt cx="466920" cy="200520"/>
          </a:xfrm>
        </p:grpSpPr>
        <p:sp>
          <p:nvSpPr>
            <p:cNvPr id="1043" name=""/>
            <p:cNvSpPr/>
            <p:nvPr/>
          </p:nvSpPr>
          <p:spPr>
            <a:xfrm>
              <a:off x="4861080" y="52466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44" name=""/>
            <p:cNvSpPr/>
            <p:nvPr/>
          </p:nvSpPr>
          <p:spPr>
            <a:xfrm>
              <a:off x="4990320" y="52322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45" name=""/>
          <p:cNvGrpSpPr/>
          <p:nvPr/>
        </p:nvGrpSpPr>
        <p:grpSpPr>
          <a:xfrm>
            <a:off x="5638680" y="1219320"/>
            <a:ext cx="461520" cy="200520"/>
            <a:chOff x="5638680" y="1219320"/>
            <a:chExt cx="461520" cy="200520"/>
          </a:xfrm>
        </p:grpSpPr>
        <p:sp>
          <p:nvSpPr>
            <p:cNvPr id="1046" name=""/>
            <p:cNvSpPr/>
            <p:nvPr/>
          </p:nvSpPr>
          <p:spPr>
            <a:xfrm>
              <a:off x="5638680" y="1233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47" name=""/>
            <p:cNvSpPr/>
            <p:nvPr/>
          </p:nvSpPr>
          <p:spPr>
            <a:xfrm>
              <a:off x="5762520" y="1219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48" name=""/>
          <p:cNvGrpSpPr/>
          <p:nvPr/>
        </p:nvGrpSpPr>
        <p:grpSpPr>
          <a:xfrm>
            <a:off x="4724280" y="1295280"/>
            <a:ext cx="461880" cy="200520"/>
            <a:chOff x="4724280" y="1295280"/>
            <a:chExt cx="461880" cy="200520"/>
          </a:xfrm>
        </p:grpSpPr>
        <p:sp>
          <p:nvSpPr>
            <p:cNvPr id="1049" name=""/>
            <p:cNvSpPr/>
            <p:nvPr/>
          </p:nvSpPr>
          <p:spPr>
            <a:xfrm>
              <a:off x="4724280" y="13096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50" name=""/>
            <p:cNvSpPr/>
            <p:nvPr/>
          </p:nvSpPr>
          <p:spPr>
            <a:xfrm>
              <a:off x="4848480" y="1295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51" name=""/>
          <p:cNvGrpSpPr/>
          <p:nvPr/>
        </p:nvGrpSpPr>
        <p:grpSpPr>
          <a:xfrm>
            <a:off x="3489480" y="6114960"/>
            <a:ext cx="468720" cy="200520"/>
            <a:chOff x="3489480" y="6114960"/>
            <a:chExt cx="468720" cy="200520"/>
          </a:xfrm>
        </p:grpSpPr>
        <p:sp>
          <p:nvSpPr>
            <p:cNvPr id="1052" name=""/>
            <p:cNvSpPr/>
            <p:nvPr/>
          </p:nvSpPr>
          <p:spPr>
            <a:xfrm>
              <a:off x="3489480" y="61308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53" name=""/>
            <p:cNvSpPr/>
            <p:nvPr/>
          </p:nvSpPr>
          <p:spPr>
            <a:xfrm>
              <a:off x="3620520" y="61149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54" name=""/>
          <p:cNvGrpSpPr/>
          <p:nvPr/>
        </p:nvGrpSpPr>
        <p:grpSpPr>
          <a:xfrm>
            <a:off x="3960720" y="1376280"/>
            <a:ext cx="469080" cy="200520"/>
            <a:chOff x="3960720" y="1376280"/>
            <a:chExt cx="469080" cy="200520"/>
          </a:xfrm>
        </p:grpSpPr>
        <p:sp>
          <p:nvSpPr>
            <p:cNvPr id="1055" name=""/>
            <p:cNvSpPr/>
            <p:nvPr/>
          </p:nvSpPr>
          <p:spPr>
            <a:xfrm>
              <a:off x="3960720" y="13906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56" name=""/>
            <p:cNvSpPr/>
            <p:nvPr/>
          </p:nvSpPr>
          <p:spPr>
            <a:xfrm>
              <a:off x="4092120" y="1376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57" name=""/>
          <p:cNvGrpSpPr/>
          <p:nvPr/>
        </p:nvGrpSpPr>
        <p:grpSpPr>
          <a:xfrm>
            <a:off x="5072040" y="4052880"/>
            <a:ext cx="468720" cy="200520"/>
            <a:chOff x="5072040" y="4052880"/>
            <a:chExt cx="468720" cy="200520"/>
          </a:xfrm>
        </p:grpSpPr>
        <p:sp>
          <p:nvSpPr>
            <p:cNvPr id="1058" name=""/>
            <p:cNvSpPr/>
            <p:nvPr/>
          </p:nvSpPr>
          <p:spPr>
            <a:xfrm>
              <a:off x="5072040" y="4068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59" name=""/>
            <p:cNvSpPr/>
            <p:nvPr/>
          </p:nvSpPr>
          <p:spPr>
            <a:xfrm>
              <a:off x="5203080" y="4052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60" name=""/>
          <p:cNvGrpSpPr/>
          <p:nvPr/>
        </p:nvGrpSpPr>
        <p:grpSpPr>
          <a:xfrm>
            <a:off x="5867280" y="2590920"/>
            <a:ext cx="461880" cy="200520"/>
            <a:chOff x="5867280" y="2590920"/>
            <a:chExt cx="461880" cy="200520"/>
          </a:xfrm>
        </p:grpSpPr>
        <p:sp>
          <p:nvSpPr>
            <p:cNvPr id="1061" name=""/>
            <p:cNvSpPr/>
            <p:nvPr/>
          </p:nvSpPr>
          <p:spPr>
            <a:xfrm>
              <a:off x="5867280" y="260676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62" name=""/>
            <p:cNvSpPr/>
            <p:nvPr/>
          </p:nvSpPr>
          <p:spPr>
            <a:xfrm>
              <a:off x="5991480" y="2590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63" name=""/>
          <p:cNvGrpSpPr/>
          <p:nvPr/>
        </p:nvGrpSpPr>
        <p:grpSpPr>
          <a:xfrm>
            <a:off x="457200" y="2743200"/>
            <a:ext cx="461520" cy="200520"/>
            <a:chOff x="457200" y="2743200"/>
            <a:chExt cx="461520" cy="200520"/>
          </a:xfrm>
        </p:grpSpPr>
        <p:sp>
          <p:nvSpPr>
            <p:cNvPr id="1064" name=""/>
            <p:cNvSpPr/>
            <p:nvPr/>
          </p:nvSpPr>
          <p:spPr>
            <a:xfrm>
              <a:off x="457200" y="27590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65" name=""/>
            <p:cNvSpPr/>
            <p:nvPr/>
          </p:nvSpPr>
          <p:spPr>
            <a:xfrm>
              <a:off x="581040" y="2743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66" name=""/>
          <p:cNvGrpSpPr/>
          <p:nvPr/>
        </p:nvGrpSpPr>
        <p:grpSpPr>
          <a:xfrm>
            <a:off x="2971800" y="4800600"/>
            <a:ext cx="461520" cy="200520"/>
            <a:chOff x="2971800" y="4800600"/>
            <a:chExt cx="461520" cy="200520"/>
          </a:xfrm>
        </p:grpSpPr>
        <p:sp>
          <p:nvSpPr>
            <p:cNvPr id="1067" name=""/>
            <p:cNvSpPr/>
            <p:nvPr/>
          </p:nvSpPr>
          <p:spPr>
            <a:xfrm>
              <a:off x="2971800" y="481644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68" name=""/>
            <p:cNvSpPr/>
            <p:nvPr/>
          </p:nvSpPr>
          <p:spPr>
            <a:xfrm>
              <a:off x="3095640" y="4800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69" name=""/>
          <p:cNvGrpSpPr/>
          <p:nvPr/>
        </p:nvGrpSpPr>
        <p:grpSpPr>
          <a:xfrm>
            <a:off x="5086440" y="5796000"/>
            <a:ext cx="468720" cy="200520"/>
            <a:chOff x="5086440" y="5796000"/>
            <a:chExt cx="468720" cy="200520"/>
          </a:xfrm>
        </p:grpSpPr>
        <p:sp>
          <p:nvSpPr>
            <p:cNvPr id="1070" name=""/>
            <p:cNvSpPr/>
            <p:nvPr/>
          </p:nvSpPr>
          <p:spPr>
            <a:xfrm>
              <a:off x="5086440" y="58104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71" name=""/>
            <p:cNvSpPr/>
            <p:nvPr/>
          </p:nvSpPr>
          <p:spPr>
            <a:xfrm>
              <a:off x="5217480" y="5796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72" name=""/>
          <p:cNvGrpSpPr/>
          <p:nvPr/>
        </p:nvGrpSpPr>
        <p:grpSpPr>
          <a:xfrm>
            <a:off x="3619440" y="3870360"/>
            <a:ext cx="467280" cy="200520"/>
            <a:chOff x="3619440" y="3870360"/>
            <a:chExt cx="467280" cy="200520"/>
          </a:xfrm>
        </p:grpSpPr>
        <p:sp>
          <p:nvSpPr>
            <p:cNvPr id="1073" name=""/>
            <p:cNvSpPr/>
            <p:nvPr/>
          </p:nvSpPr>
          <p:spPr>
            <a:xfrm>
              <a:off x="3619440" y="388476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74" name=""/>
            <p:cNvSpPr/>
            <p:nvPr/>
          </p:nvSpPr>
          <p:spPr>
            <a:xfrm>
              <a:off x="3749040" y="38703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75" name=""/>
          <p:cNvGrpSpPr/>
          <p:nvPr/>
        </p:nvGrpSpPr>
        <p:grpSpPr>
          <a:xfrm>
            <a:off x="5405400" y="1752480"/>
            <a:ext cx="459720" cy="200520"/>
            <a:chOff x="5405400" y="1752480"/>
            <a:chExt cx="459720" cy="200520"/>
          </a:xfrm>
        </p:grpSpPr>
        <p:sp>
          <p:nvSpPr>
            <p:cNvPr id="1076" name=""/>
            <p:cNvSpPr/>
            <p:nvPr/>
          </p:nvSpPr>
          <p:spPr>
            <a:xfrm>
              <a:off x="5405400" y="176832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77" name=""/>
            <p:cNvSpPr/>
            <p:nvPr/>
          </p:nvSpPr>
          <p:spPr>
            <a:xfrm>
              <a:off x="5527440" y="1752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78" name=""/>
          <p:cNvGrpSpPr/>
          <p:nvPr/>
        </p:nvGrpSpPr>
        <p:grpSpPr>
          <a:xfrm>
            <a:off x="3716280" y="2554200"/>
            <a:ext cx="467280" cy="200520"/>
            <a:chOff x="3716280" y="2554200"/>
            <a:chExt cx="467280" cy="200520"/>
          </a:xfrm>
        </p:grpSpPr>
        <p:sp>
          <p:nvSpPr>
            <p:cNvPr id="1079" name=""/>
            <p:cNvSpPr/>
            <p:nvPr/>
          </p:nvSpPr>
          <p:spPr>
            <a:xfrm>
              <a:off x="3716280" y="257004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80" name=""/>
            <p:cNvSpPr/>
            <p:nvPr/>
          </p:nvSpPr>
          <p:spPr>
            <a:xfrm>
              <a:off x="3845880" y="2554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081" name="Oval 1080"/>
          <p:cNvSpPr/>
          <p:nvPr/>
        </p:nvSpPr>
        <p:spPr>
          <a:xfrm>
            <a:off x="6102642" y="108647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Oval 1081"/>
          <p:cNvSpPr/>
          <p:nvPr/>
        </p:nvSpPr>
        <p:spPr>
          <a:xfrm>
            <a:off x="6132642" y="111647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1083" name="Rounded Rectangle 1082"/>
          <p:cNvSpPr/>
          <p:nvPr/>
        </p:nvSpPr>
        <p:spPr>
          <a:xfrm>
            <a:off x="6310642" y="110397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1084" name="Oval 1083"/>
          <p:cNvSpPr/>
          <p:nvPr/>
        </p:nvSpPr>
        <p:spPr>
          <a:xfrm>
            <a:off x="5162964" y="108647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Oval 1084"/>
          <p:cNvSpPr/>
          <p:nvPr/>
        </p:nvSpPr>
        <p:spPr>
          <a:xfrm>
            <a:off x="5192964" y="111647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1086" name="Rounded Rectangle 1085"/>
          <p:cNvSpPr/>
          <p:nvPr/>
        </p:nvSpPr>
        <p:spPr>
          <a:xfrm>
            <a:off x="5370964" y="110397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1087" name="Oval 1086"/>
          <p:cNvSpPr/>
          <p:nvPr/>
        </p:nvSpPr>
        <p:spPr>
          <a:xfrm>
            <a:off x="4223285" y="72741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Oval 1087"/>
          <p:cNvSpPr/>
          <p:nvPr/>
        </p:nvSpPr>
        <p:spPr>
          <a:xfrm>
            <a:off x="4253285" y="75741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1089" name="Rounded Rectangle 1088"/>
          <p:cNvSpPr/>
          <p:nvPr/>
        </p:nvSpPr>
        <p:spPr>
          <a:xfrm>
            <a:off x="4431285" y="74491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1090" name="Oval 1089"/>
          <p:cNvSpPr/>
          <p:nvPr/>
        </p:nvSpPr>
        <p:spPr>
          <a:xfrm>
            <a:off x="3275967" y="193448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Oval 1090"/>
          <p:cNvSpPr/>
          <p:nvPr/>
        </p:nvSpPr>
        <p:spPr>
          <a:xfrm>
            <a:off x="3305967" y="196448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1092" name="Rounded Rectangle 1091"/>
          <p:cNvSpPr/>
          <p:nvPr/>
        </p:nvSpPr>
        <p:spPr>
          <a:xfrm>
            <a:off x="3483967" y="195198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1093" name="Oval 1092"/>
          <p:cNvSpPr/>
          <p:nvPr/>
        </p:nvSpPr>
        <p:spPr>
          <a:xfrm>
            <a:off x="1691960" y="638300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Oval 1093"/>
          <p:cNvSpPr/>
          <p:nvPr/>
        </p:nvSpPr>
        <p:spPr>
          <a:xfrm>
            <a:off x="172196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189996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1096" name="Oval 1095"/>
          <p:cNvSpPr/>
          <p:nvPr/>
        </p:nvSpPr>
        <p:spPr>
          <a:xfrm>
            <a:off x="5636623" y="638300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Oval 1096"/>
          <p:cNvSpPr/>
          <p:nvPr/>
        </p:nvSpPr>
        <p:spPr>
          <a:xfrm>
            <a:off x="5666623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1098" name="Rounded Rectangle 1097"/>
          <p:cNvSpPr/>
          <p:nvPr/>
        </p:nvSpPr>
        <p:spPr>
          <a:xfrm>
            <a:off x="5844623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1099" name="Oval 1098"/>
          <p:cNvSpPr/>
          <p:nvPr/>
        </p:nvSpPr>
        <p:spPr>
          <a:xfrm>
            <a:off x="6996482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Oval 1099"/>
          <p:cNvSpPr/>
          <p:nvPr/>
        </p:nvSpPr>
        <p:spPr>
          <a:xfrm>
            <a:off x="7026482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7204482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1102" name="Oval 1101"/>
          <p:cNvSpPr/>
          <p:nvPr/>
        </p:nvSpPr>
        <p:spPr>
          <a:xfrm>
            <a:off x="2488008" y="450904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Oval 1102"/>
          <p:cNvSpPr/>
          <p:nvPr/>
        </p:nvSpPr>
        <p:spPr>
          <a:xfrm>
            <a:off x="2518008" y="453904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2696008" y="452654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</a:t>
            </a:r>
          </a:p>
        </p:txBody>
      </p:sp>
      <p:sp>
        <p:nvSpPr>
          <p:cNvPr id="1105" name="Oval 1104"/>
          <p:cNvSpPr/>
          <p:nvPr/>
        </p:nvSpPr>
        <p:spPr>
          <a:xfrm>
            <a:off x="1579962" y="552512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Oval 1105"/>
          <p:cNvSpPr/>
          <p:nvPr/>
        </p:nvSpPr>
        <p:spPr>
          <a:xfrm>
            <a:off x="1609962" y="555512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1787962" y="554262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</a:t>
            </a:r>
          </a:p>
        </p:txBody>
      </p:sp>
      <p:sp>
        <p:nvSpPr>
          <p:cNvPr id="1108" name="Oval 1107"/>
          <p:cNvSpPr/>
          <p:nvPr/>
        </p:nvSpPr>
        <p:spPr>
          <a:xfrm>
            <a:off x="685434" y="638300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Oval 1108"/>
          <p:cNvSpPr/>
          <p:nvPr/>
        </p:nvSpPr>
        <p:spPr>
          <a:xfrm>
            <a:off x="715434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1110" name="Rounded Rectangle 1109"/>
          <p:cNvSpPr/>
          <p:nvPr/>
        </p:nvSpPr>
        <p:spPr>
          <a:xfrm>
            <a:off x="893434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V63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"/>
          <p:cNvSpPr/>
          <p:nvPr/>
        </p:nvSpPr>
        <p:spPr>
          <a:xfrm>
            <a:off x="3142080" y="50760"/>
            <a:ext cx="285984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11: LIRF | RWY 16C | STAR LAT3A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"/>
          <p:cNvSpPr/>
          <p:nvPr/>
        </p:nvSpPr>
        <p:spPr>
          <a:xfrm flipH="1" flipV="1">
            <a:off x="4765680" y="3419280"/>
            <a:ext cx="1952640" cy="1950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"/>
          <p:cNvSpPr/>
          <p:nvPr/>
        </p:nvSpPr>
        <p:spPr>
          <a:xfrm flipH="1" flipV="1">
            <a:off x="2985840" y="1639800"/>
            <a:ext cx="1779480" cy="1779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"/>
          <p:cNvSpPr/>
          <p:nvPr/>
        </p:nvSpPr>
        <p:spPr>
          <a:xfrm flipH="1">
            <a:off x="2425320" y="1639800"/>
            <a:ext cx="560520" cy="181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"/>
          <p:cNvSpPr/>
          <p:nvPr/>
        </p:nvSpPr>
        <p:spPr>
          <a:xfrm>
            <a:off x="2425680" y="1820880"/>
            <a:ext cx="131760" cy="401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"/>
          <p:cNvSpPr/>
          <p:nvPr/>
        </p:nvSpPr>
        <p:spPr>
          <a:xfrm>
            <a:off x="2557440" y="2222640"/>
            <a:ext cx="165240" cy="4824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"/>
          <p:cNvSpPr/>
          <p:nvPr/>
        </p:nvSpPr>
        <p:spPr>
          <a:xfrm>
            <a:off x="2722680" y="2705040"/>
            <a:ext cx="187200" cy="5446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88" name=""/>
          <p:cNvGrpSpPr/>
          <p:nvPr/>
        </p:nvGrpSpPr>
        <p:grpSpPr>
          <a:xfrm>
            <a:off x="6654960" y="5307120"/>
            <a:ext cx="505800" cy="200520"/>
            <a:chOff x="6654960" y="5307120"/>
            <a:chExt cx="505800" cy="200520"/>
          </a:xfrm>
        </p:grpSpPr>
        <p:sp>
          <p:nvSpPr>
            <p:cNvPr id="1089" name=""/>
            <p:cNvSpPr/>
            <p:nvPr/>
          </p:nvSpPr>
          <p:spPr>
            <a:xfrm>
              <a:off x="6654960" y="5307120"/>
              <a:ext cx="126720" cy="12672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90" name=""/>
            <p:cNvSpPr/>
            <p:nvPr/>
          </p:nvSpPr>
          <p:spPr>
            <a:xfrm>
              <a:off x="6809400" y="5307120"/>
              <a:ext cx="351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LAT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91" name=""/>
          <p:cNvGrpSpPr/>
          <p:nvPr/>
        </p:nvGrpSpPr>
        <p:grpSpPr>
          <a:xfrm>
            <a:off x="4714920" y="3355920"/>
            <a:ext cx="498240" cy="200520"/>
            <a:chOff x="4714920" y="3355920"/>
            <a:chExt cx="498240" cy="200520"/>
          </a:xfrm>
        </p:grpSpPr>
        <p:sp>
          <p:nvSpPr>
            <p:cNvPr id="1092" name=""/>
            <p:cNvSpPr/>
            <p:nvPr/>
          </p:nvSpPr>
          <p:spPr>
            <a:xfrm>
              <a:off x="4714920" y="336852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93" name=""/>
            <p:cNvSpPr/>
            <p:nvPr/>
          </p:nvSpPr>
          <p:spPr>
            <a:xfrm>
              <a:off x="4826520" y="3355920"/>
              <a:ext cx="386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ROM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94" name=""/>
          <p:cNvGrpSpPr/>
          <p:nvPr/>
        </p:nvGrpSpPr>
        <p:grpSpPr>
          <a:xfrm>
            <a:off x="2935440" y="1576440"/>
            <a:ext cx="497880" cy="200520"/>
            <a:chOff x="2935440" y="1576440"/>
            <a:chExt cx="497880" cy="200520"/>
          </a:xfrm>
        </p:grpSpPr>
        <p:sp>
          <p:nvSpPr>
            <p:cNvPr id="1095" name=""/>
            <p:cNvSpPr/>
            <p:nvPr/>
          </p:nvSpPr>
          <p:spPr>
            <a:xfrm>
              <a:off x="2935440" y="15890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96" name=""/>
            <p:cNvSpPr/>
            <p:nvPr/>
          </p:nvSpPr>
          <p:spPr>
            <a:xfrm>
              <a:off x="3046680" y="1576440"/>
              <a:ext cx="386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INTC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97" name=""/>
          <p:cNvGrpSpPr/>
          <p:nvPr/>
        </p:nvGrpSpPr>
        <p:grpSpPr>
          <a:xfrm>
            <a:off x="2374920" y="1757520"/>
            <a:ext cx="562320" cy="200520"/>
            <a:chOff x="2374920" y="1757520"/>
            <a:chExt cx="562320" cy="200520"/>
          </a:xfrm>
        </p:grpSpPr>
        <p:sp>
          <p:nvSpPr>
            <p:cNvPr id="1098" name=""/>
            <p:cNvSpPr/>
            <p:nvPr/>
          </p:nvSpPr>
          <p:spPr>
            <a:xfrm>
              <a:off x="2374920" y="17701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99" name=""/>
            <p:cNvSpPr/>
            <p:nvPr/>
          </p:nvSpPr>
          <p:spPr>
            <a:xfrm>
              <a:off x="2473200" y="175752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MIKSO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00" name=""/>
          <p:cNvGrpSpPr/>
          <p:nvPr/>
        </p:nvGrpSpPr>
        <p:grpSpPr>
          <a:xfrm>
            <a:off x="2506680" y="2158920"/>
            <a:ext cx="545760" cy="200520"/>
            <a:chOff x="2506680" y="2158920"/>
            <a:chExt cx="545760" cy="200520"/>
          </a:xfrm>
        </p:grpSpPr>
        <p:sp>
          <p:nvSpPr>
            <p:cNvPr id="1101" name=""/>
            <p:cNvSpPr/>
            <p:nvPr/>
          </p:nvSpPr>
          <p:spPr>
            <a:xfrm>
              <a:off x="2506680" y="21718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02" name=""/>
            <p:cNvSpPr/>
            <p:nvPr/>
          </p:nvSpPr>
          <p:spPr>
            <a:xfrm>
              <a:off x="2621880" y="2158920"/>
              <a:ext cx="4305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CI16C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03" name=""/>
          <p:cNvGrpSpPr/>
          <p:nvPr/>
        </p:nvGrpSpPr>
        <p:grpSpPr>
          <a:xfrm>
            <a:off x="2682720" y="2641680"/>
            <a:ext cx="519840" cy="200520"/>
            <a:chOff x="2682720" y="2641680"/>
            <a:chExt cx="519840" cy="200520"/>
          </a:xfrm>
        </p:grpSpPr>
        <p:sp>
          <p:nvSpPr>
            <p:cNvPr id="1104" name=""/>
            <p:cNvSpPr/>
            <p:nvPr/>
          </p:nvSpPr>
          <p:spPr>
            <a:xfrm>
              <a:off x="2682720" y="266400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05" name=""/>
            <p:cNvSpPr/>
            <p:nvPr/>
          </p:nvSpPr>
          <p:spPr>
            <a:xfrm>
              <a:off x="2782440" y="2641680"/>
              <a:ext cx="4201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FI16C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06" name=""/>
          <p:cNvGrpSpPr/>
          <p:nvPr/>
        </p:nvGrpSpPr>
        <p:grpSpPr>
          <a:xfrm>
            <a:off x="2846520" y="3186000"/>
            <a:ext cx="600480" cy="200520"/>
            <a:chOff x="2846520" y="3186000"/>
            <a:chExt cx="600480" cy="200520"/>
          </a:xfrm>
        </p:grpSpPr>
        <p:sp>
          <p:nvSpPr>
            <p:cNvPr id="1107" name=""/>
            <p:cNvSpPr/>
            <p:nvPr/>
          </p:nvSpPr>
          <p:spPr>
            <a:xfrm>
              <a:off x="2846520" y="3186000"/>
              <a:ext cx="12672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08" name=""/>
            <p:cNvSpPr/>
            <p:nvPr/>
          </p:nvSpPr>
          <p:spPr>
            <a:xfrm>
              <a:off x="2957040" y="318600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RW16C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09" name=""/>
          <p:cNvGrpSpPr/>
          <p:nvPr/>
        </p:nvGrpSpPr>
        <p:grpSpPr>
          <a:xfrm>
            <a:off x="6553080" y="6400800"/>
            <a:ext cx="479160" cy="200520"/>
            <a:chOff x="6553080" y="6400800"/>
            <a:chExt cx="479160" cy="200520"/>
          </a:xfrm>
        </p:grpSpPr>
        <p:sp>
          <p:nvSpPr>
            <p:cNvPr id="1110" name=""/>
            <p:cNvSpPr/>
            <p:nvPr/>
          </p:nvSpPr>
          <p:spPr>
            <a:xfrm>
              <a:off x="6553080" y="640692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11" name=""/>
            <p:cNvSpPr/>
            <p:nvPr/>
          </p:nvSpPr>
          <p:spPr>
            <a:xfrm>
              <a:off x="6694560" y="6400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12" name=""/>
          <p:cNvGrpSpPr/>
          <p:nvPr/>
        </p:nvGrpSpPr>
        <p:grpSpPr>
          <a:xfrm>
            <a:off x="3809880" y="3657600"/>
            <a:ext cx="479160" cy="200520"/>
            <a:chOff x="3809880" y="3657600"/>
            <a:chExt cx="479160" cy="200520"/>
          </a:xfrm>
        </p:grpSpPr>
        <p:sp>
          <p:nvSpPr>
            <p:cNvPr id="1113" name=""/>
            <p:cNvSpPr/>
            <p:nvPr/>
          </p:nvSpPr>
          <p:spPr>
            <a:xfrm>
              <a:off x="3809880" y="366372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14" name=""/>
            <p:cNvSpPr/>
            <p:nvPr/>
          </p:nvSpPr>
          <p:spPr>
            <a:xfrm>
              <a:off x="3951360" y="3657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15" name=""/>
          <p:cNvGrpSpPr/>
          <p:nvPr/>
        </p:nvGrpSpPr>
        <p:grpSpPr>
          <a:xfrm>
            <a:off x="1981080" y="1676520"/>
            <a:ext cx="461520" cy="200520"/>
            <a:chOff x="1981080" y="1676520"/>
            <a:chExt cx="461520" cy="200520"/>
          </a:xfrm>
        </p:grpSpPr>
        <p:sp>
          <p:nvSpPr>
            <p:cNvPr id="1116" name=""/>
            <p:cNvSpPr/>
            <p:nvPr/>
          </p:nvSpPr>
          <p:spPr>
            <a:xfrm>
              <a:off x="1981080" y="1692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17" name=""/>
            <p:cNvSpPr/>
            <p:nvPr/>
          </p:nvSpPr>
          <p:spPr>
            <a:xfrm>
              <a:off x="2104920" y="1676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18" name=""/>
          <p:cNvGrpSpPr/>
          <p:nvPr/>
        </p:nvGrpSpPr>
        <p:grpSpPr>
          <a:xfrm>
            <a:off x="8229600" y="3200400"/>
            <a:ext cx="460080" cy="200520"/>
            <a:chOff x="8229600" y="3200400"/>
            <a:chExt cx="460080" cy="200520"/>
          </a:xfrm>
        </p:grpSpPr>
        <p:sp>
          <p:nvSpPr>
            <p:cNvPr id="1119" name=""/>
            <p:cNvSpPr/>
            <p:nvPr/>
          </p:nvSpPr>
          <p:spPr>
            <a:xfrm>
              <a:off x="8229600" y="3216240"/>
              <a:ext cx="950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20" name=""/>
            <p:cNvSpPr/>
            <p:nvPr/>
          </p:nvSpPr>
          <p:spPr>
            <a:xfrm>
              <a:off x="8352000" y="3200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21" name=""/>
          <p:cNvGrpSpPr/>
          <p:nvPr/>
        </p:nvGrpSpPr>
        <p:grpSpPr>
          <a:xfrm>
            <a:off x="457200" y="5562720"/>
            <a:ext cx="461520" cy="200520"/>
            <a:chOff x="457200" y="5562720"/>
            <a:chExt cx="461520" cy="200520"/>
          </a:xfrm>
        </p:grpSpPr>
        <p:sp>
          <p:nvSpPr>
            <p:cNvPr id="1122" name=""/>
            <p:cNvSpPr/>
            <p:nvPr/>
          </p:nvSpPr>
          <p:spPr>
            <a:xfrm>
              <a:off x="457200" y="557856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23" name=""/>
            <p:cNvSpPr/>
            <p:nvPr/>
          </p:nvSpPr>
          <p:spPr>
            <a:xfrm>
              <a:off x="581040" y="5562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24" name=""/>
          <p:cNvGrpSpPr/>
          <p:nvPr/>
        </p:nvGrpSpPr>
        <p:grpSpPr>
          <a:xfrm>
            <a:off x="2209680" y="4038480"/>
            <a:ext cx="461520" cy="200520"/>
            <a:chOff x="2209680" y="4038480"/>
            <a:chExt cx="461520" cy="200520"/>
          </a:xfrm>
        </p:grpSpPr>
        <p:sp>
          <p:nvSpPr>
            <p:cNvPr id="1125" name=""/>
            <p:cNvSpPr/>
            <p:nvPr/>
          </p:nvSpPr>
          <p:spPr>
            <a:xfrm>
              <a:off x="2209680" y="4054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26" name=""/>
            <p:cNvSpPr/>
            <p:nvPr/>
          </p:nvSpPr>
          <p:spPr>
            <a:xfrm>
              <a:off x="2333520" y="4038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27" name=""/>
          <p:cNvGrpSpPr/>
          <p:nvPr/>
        </p:nvGrpSpPr>
        <p:grpSpPr>
          <a:xfrm>
            <a:off x="2801880" y="5178600"/>
            <a:ext cx="468720" cy="200520"/>
            <a:chOff x="2801880" y="5178600"/>
            <a:chExt cx="468720" cy="200520"/>
          </a:xfrm>
        </p:grpSpPr>
        <p:sp>
          <p:nvSpPr>
            <p:cNvPr id="1128" name=""/>
            <p:cNvSpPr/>
            <p:nvPr/>
          </p:nvSpPr>
          <p:spPr>
            <a:xfrm>
              <a:off x="2801880" y="51926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29" name=""/>
            <p:cNvSpPr/>
            <p:nvPr/>
          </p:nvSpPr>
          <p:spPr>
            <a:xfrm>
              <a:off x="2932920" y="5178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30" name=""/>
          <p:cNvGrpSpPr/>
          <p:nvPr/>
        </p:nvGrpSpPr>
        <p:grpSpPr>
          <a:xfrm>
            <a:off x="1295280" y="1828800"/>
            <a:ext cx="461880" cy="200520"/>
            <a:chOff x="1295280" y="1828800"/>
            <a:chExt cx="461880" cy="200520"/>
          </a:xfrm>
        </p:grpSpPr>
        <p:sp>
          <p:nvSpPr>
            <p:cNvPr id="1131" name=""/>
            <p:cNvSpPr/>
            <p:nvPr/>
          </p:nvSpPr>
          <p:spPr>
            <a:xfrm>
              <a:off x="1295280" y="18428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32" name=""/>
            <p:cNvSpPr/>
            <p:nvPr/>
          </p:nvSpPr>
          <p:spPr>
            <a:xfrm>
              <a:off x="1419480" y="1828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33" name=""/>
          <p:cNvGrpSpPr/>
          <p:nvPr/>
        </p:nvGrpSpPr>
        <p:grpSpPr>
          <a:xfrm>
            <a:off x="6245280" y="3859200"/>
            <a:ext cx="468720" cy="200520"/>
            <a:chOff x="6245280" y="3859200"/>
            <a:chExt cx="468720" cy="200520"/>
          </a:xfrm>
        </p:grpSpPr>
        <p:sp>
          <p:nvSpPr>
            <p:cNvPr id="1134" name=""/>
            <p:cNvSpPr/>
            <p:nvPr/>
          </p:nvSpPr>
          <p:spPr>
            <a:xfrm>
              <a:off x="6245280" y="38736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35" name=""/>
            <p:cNvSpPr/>
            <p:nvPr/>
          </p:nvSpPr>
          <p:spPr>
            <a:xfrm>
              <a:off x="6376320" y="3859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36" name=""/>
          <p:cNvGrpSpPr/>
          <p:nvPr/>
        </p:nvGrpSpPr>
        <p:grpSpPr>
          <a:xfrm>
            <a:off x="4510080" y="4719600"/>
            <a:ext cx="468720" cy="200520"/>
            <a:chOff x="4510080" y="4719600"/>
            <a:chExt cx="468720" cy="200520"/>
          </a:xfrm>
        </p:grpSpPr>
        <p:sp>
          <p:nvSpPr>
            <p:cNvPr id="1137" name=""/>
            <p:cNvSpPr/>
            <p:nvPr/>
          </p:nvSpPr>
          <p:spPr>
            <a:xfrm>
              <a:off x="4510080" y="473544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38" name=""/>
            <p:cNvSpPr/>
            <p:nvPr/>
          </p:nvSpPr>
          <p:spPr>
            <a:xfrm>
              <a:off x="4641120" y="4719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39" name=""/>
          <p:cNvGrpSpPr/>
          <p:nvPr/>
        </p:nvGrpSpPr>
        <p:grpSpPr>
          <a:xfrm>
            <a:off x="5396040" y="6029280"/>
            <a:ext cx="468720" cy="200520"/>
            <a:chOff x="5396040" y="6029280"/>
            <a:chExt cx="468720" cy="200520"/>
          </a:xfrm>
        </p:grpSpPr>
        <p:sp>
          <p:nvSpPr>
            <p:cNvPr id="1140" name=""/>
            <p:cNvSpPr/>
            <p:nvPr/>
          </p:nvSpPr>
          <p:spPr>
            <a:xfrm>
              <a:off x="5396040" y="6045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41" name=""/>
            <p:cNvSpPr/>
            <p:nvPr/>
          </p:nvSpPr>
          <p:spPr>
            <a:xfrm>
              <a:off x="5527080" y="6029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42" name=""/>
          <p:cNvGrpSpPr/>
          <p:nvPr/>
        </p:nvGrpSpPr>
        <p:grpSpPr>
          <a:xfrm>
            <a:off x="4081320" y="880920"/>
            <a:ext cx="467280" cy="200520"/>
            <a:chOff x="4081320" y="880920"/>
            <a:chExt cx="467280" cy="200520"/>
          </a:xfrm>
        </p:grpSpPr>
        <p:sp>
          <p:nvSpPr>
            <p:cNvPr id="1143" name=""/>
            <p:cNvSpPr/>
            <p:nvPr/>
          </p:nvSpPr>
          <p:spPr>
            <a:xfrm>
              <a:off x="4081320" y="896760"/>
              <a:ext cx="9540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44" name=""/>
            <p:cNvSpPr/>
            <p:nvPr/>
          </p:nvSpPr>
          <p:spPr>
            <a:xfrm>
              <a:off x="4210920" y="880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45" name=""/>
          <p:cNvGrpSpPr/>
          <p:nvPr/>
        </p:nvGrpSpPr>
        <p:grpSpPr>
          <a:xfrm>
            <a:off x="2666880" y="1447920"/>
            <a:ext cx="461880" cy="200520"/>
            <a:chOff x="2666880" y="1447920"/>
            <a:chExt cx="461880" cy="200520"/>
          </a:xfrm>
        </p:grpSpPr>
        <p:sp>
          <p:nvSpPr>
            <p:cNvPr id="1146" name=""/>
            <p:cNvSpPr/>
            <p:nvPr/>
          </p:nvSpPr>
          <p:spPr>
            <a:xfrm>
              <a:off x="2666880" y="14637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47" name=""/>
            <p:cNvSpPr/>
            <p:nvPr/>
          </p:nvSpPr>
          <p:spPr>
            <a:xfrm>
              <a:off x="2791080" y="1447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48" name=""/>
          <p:cNvGrpSpPr/>
          <p:nvPr/>
        </p:nvGrpSpPr>
        <p:grpSpPr>
          <a:xfrm>
            <a:off x="2590920" y="762120"/>
            <a:ext cx="461160" cy="200520"/>
            <a:chOff x="2590920" y="762120"/>
            <a:chExt cx="461160" cy="200520"/>
          </a:xfrm>
        </p:grpSpPr>
        <p:sp>
          <p:nvSpPr>
            <p:cNvPr id="1149" name=""/>
            <p:cNvSpPr/>
            <p:nvPr/>
          </p:nvSpPr>
          <p:spPr>
            <a:xfrm>
              <a:off x="2590920" y="777960"/>
              <a:ext cx="9648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50" name=""/>
            <p:cNvSpPr/>
            <p:nvPr/>
          </p:nvSpPr>
          <p:spPr>
            <a:xfrm>
              <a:off x="2714400" y="762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51" name=""/>
          <p:cNvGrpSpPr/>
          <p:nvPr/>
        </p:nvGrpSpPr>
        <p:grpSpPr>
          <a:xfrm>
            <a:off x="1487520" y="3043080"/>
            <a:ext cx="468720" cy="200520"/>
            <a:chOff x="1487520" y="3043080"/>
            <a:chExt cx="468720" cy="200520"/>
          </a:xfrm>
        </p:grpSpPr>
        <p:sp>
          <p:nvSpPr>
            <p:cNvPr id="1152" name=""/>
            <p:cNvSpPr/>
            <p:nvPr/>
          </p:nvSpPr>
          <p:spPr>
            <a:xfrm>
              <a:off x="1487520" y="30592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53" name=""/>
            <p:cNvSpPr/>
            <p:nvPr/>
          </p:nvSpPr>
          <p:spPr>
            <a:xfrm>
              <a:off x="1618560" y="3043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54" name=""/>
          <p:cNvGrpSpPr/>
          <p:nvPr/>
        </p:nvGrpSpPr>
        <p:grpSpPr>
          <a:xfrm>
            <a:off x="5778360" y="2567160"/>
            <a:ext cx="469080" cy="200520"/>
            <a:chOff x="5778360" y="2567160"/>
            <a:chExt cx="469080" cy="200520"/>
          </a:xfrm>
        </p:grpSpPr>
        <p:sp>
          <p:nvSpPr>
            <p:cNvPr id="1155" name=""/>
            <p:cNvSpPr/>
            <p:nvPr/>
          </p:nvSpPr>
          <p:spPr>
            <a:xfrm>
              <a:off x="5778360" y="25812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56" name=""/>
            <p:cNvSpPr/>
            <p:nvPr/>
          </p:nvSpPr>
          <p:spPr>
            <a:xfrm>
              <a:off x="5909760" y="25671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57" name=""/>
          <p:cNvGrpSpPr/>
          <p:nvPr/>
        </p:nvGrpSpPr>
        <p:grpSpPr>
          <a:xfrm>
            <a:off x="8153280" y="5715000"/>
            <a:ext cx="461520" cy="200520"/>
            <a:chOff x="8153280" y="5715000"/>
            <a:chExt cx="461520" cy="200520"/>
          </a:xfrm>
        </p:grpSpPr>
        <p:sp>
          <p:nvSpPr>
            <p:cNvPr id="1158" name=""/>
            <p:cNvSpPr/>
            <p:nvPr/>
          </p:nvSpPr>
          <p:spPr>
            <a:xfrm>
              <a:off x="8153280" y="57294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59" name=""/>
            <p:cNvSpPr/>
            <p:nvPr/>
          </p:nvSpPr>
          <p:spPr>
            <a:xfrm>
              <a:off x="8277120" y="5715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60" name=""/>
          <p:cNvGrpSpPr/>
          <p:nvPr/>
        </p:nvGrpSpPr>
        <p:grpSpPr>
          <a:xfrm>
            <a:off x="4170240" y="2157480"/>
            <a:ext cx="469080" cy="200520"/>
            <a:chOff x="4170240" y="2157480"/>
            <a:chExt cx="469080" cy="200520"/>
          </a:xfrm>
        </p:grpSpPr>
        <p:sp>
          <p:nvSpPr>
            <p:cNvPr id="1161" name=""/>
            <p:cNvSpPr/>
            <p:nvPr/>
          </p:nvSpPr>
          <p:spPr>
            <a:xfrm>
              <a:off x="4170240" y="2173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62" name=""/>
            <p:cNvSpPr/>
            <p:nvPr/>
          </p:nvSpPr>
          <p:spPr>
            <a:xfrm>
              <a:off x="4301640" y="2157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63" name=""/>
          <p:cNvGrpSpPr/>
          <p:nvPr/>
        </p:nvGrpSpPr>
        <p:grpSpPr>
          <a:xfrm>
            <a:off x="2392200" y="6029280"/>
            <a:ext cx="469080" cy="200520"/>
            <a:chOff x="2392200" y="6029280"/>
            <a:chExt cx="469080" cy="200520"/>
          </a:xfrm>
        </p:grpSpPr>
        <p:sp>
          <p:nvSpPr>
            <p:cNvPr id="1164" name=""/>
            <p:cNvSpPr/>
            <p:nvPr/>
          </p:nvSpPr>
          <p:spPr>
            <a:xfrm>
              <a:off x="2392200" y="6045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65" name=""/>
            <p:cNvSpPr/>
            <p:nvPr/>
          </p:nvSpPr>
          <p:spPr>
            <a:xfrm>
              <a:off x="2523600" y="6029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66" name=""/>
          <p:cNvGrpSpPr/>
          <p:nvPr/>
        </p:nvGrpSpPr>
        <p:grpSpPr>
          <a:xfrm>
            <a:off x="6629400" y="944640"/>
            <a:ext cx="461880" cy="200520"/>
            <a:chOff x="6629400" y="944640"/>
            <a:chExt cx="461880" cy="200520"/>
          </a:xfrm>
        </p:grpSpPr>
        <p:sp>
          <p:nvSpPr>
            <p:cNvPr id="1167" name=""/>
            <p:cNvSpPr/>
            <p:nvPr/>
          </p:nvSpPr>
          <p:spPr>
            <a:xfrm>
              <a:off x="6629400" y="9604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68" name=""/>
            <p:cNvSpPr/>
            <p:nvPr/>
          </p:nvSpPr>
          <p:spPr>
            <a:xfrm>
              <a:off x="6753600" y="9446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169" name="Oval 1168"/>
          <p:cNvSpPr/>
          <p:nvPr/>
        </p:nvSpPr>
        <p:spPr>
          <a:xfrm>
            <a:off x="3331489" y="260033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Oval 1169"/>
          <p:cNvSpPr/>
          <p:nvPr/>
        </p:nvSpPr>
        <p:spPr>
          <a:xfrm>
            <a:off x="3361489" y="263033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1171" name="Rounded Rectangle 1170"/>
          <p:cNvSpPr/>
          <p:nvPr/>
        </p:nvSpPr>
        <p:spPr>
          <a:xfrm>
            <a:off x="3539489" y="261783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1172" name="Oval 1171"/>
          <p:cNvSpPr/>
          <p:nvPr/>
        </p:nvSpPr>
        <p:spPr>
          <a:xfrm>
            <a:off x="2657242" y="95941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Oval 1172"/>
          <p:cNvSpPr/>
          <p:nvPr/>
        </p:nvSpPr>
        <p:spPr>
          <a:xfrm>
            <a:off x="2687242" y="98941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1174" name="Rounded Rectangle 1173"/>
          <p:cNvSpPr/>
          <p:nvPr/>
        </p:nvSpPr>
        <p:spPr>
          <a:xfrm>
            <a:off x="2865242" y="97691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1175" name="Oval 1174"/>
          <p:cNvSpPr/>
          <p:nvPr/>
        </p:nvSpPr>
        <p:spPr>
          <a:xfrm>
            <a:off x="1342206" y="143226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Oval 1175"/>
          <p:cNvSpPr/>
          <p:nvPr/>
        </p:nvSpPr>
        <p:spPr>
          <a:xfrm>
            <a:off x="1372206" y="146226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1177" name="Rounded Rectangle 1176"/>
          <p:cNvSpPr/>
          <p:nvPr/>
        </p:nvSpPr>
        <p:spPr>
          <a:xfrm>
            <a:off x="1550206" y="144976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1178" name="Oval 1177"/>
          <p:cNvSpPr/>
          <p:nvPr/>
        </p:nvSpPr>
        <p:spPr>
          <a:xfrm>
            <a:off x="1647770" y="331472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Oval 1178"/>
          <p:cNvSpPr/>
          <p:nvPr/>
        </p:nvSpPr>
        <p:spPr>
          <a:xfrm>
            <a:off x="1677770" y="334472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1180" name="Rounded Rectangle 1179"/>
          <p:cNvSpPr/>
          <p:nvPr/>
        </p:nvSpPr>
        <p:spPr>
          <a:xfrm>
            <a:off x="1855770" y="333222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1181" name="Oval 1180"/>
          <p:cNvSpPr/>
          <p:nvPr/>
        </p:nvSpPr>
        <p:spPr>
          <a:xfrm>
            <a:off x="1093001" y="595118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Oval 1181"/>
          <p:cNvSpPr/>
          <p:nvPr/>
        </p:nvSpPr>
        <p:spPr>
          <a:xfrm>
            <a:off x="1123001" y="598118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55</a:t>
            </a:r>
          </a:p>
        </p:txBody>
      </p:sp>
      <p:sp>
        <p:nvSpPr>
          <p:cNvPr id="1183" name="Rounded Rectangle 1182"/>
          <p:cNvSpPr/>
          <p:nvPr/>
        </p:nvSpPr>
        <p:spPr>
          <a:xfrm>
            <a:off x="1301001" y="596868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V55</a:t>
            </a:r>
          </a:p>
        </p:txBody>
      </p:sp>
      <p:sp>
        <p:nvSpPr>
          <p:cNvPr id="1184" name="Oval 1183"/>
          <p:cNvSpPr/>
          <p:nvPr/>
        </p:nvSpPr>
        <p:spPr>
          <a:xfrm>
            <a:off x="1470003" y="211726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Oval 1184"/>
          <p:cNvSpPr/>
          <p:nvPr/>
        </p:nvSpPr>
        <p:spPr>
          <a:xfrm>
            <a:off x="1500003" y="214726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56</a:t>
            </a:r>
          </a:p>
        </p:txBody>
      </p:sp>
      <p:sp>
        <p:nvSpPr>
          <p:cNvPr id="1186" name="Rounded Rectangle 1185"/>
          <p:cNvSpPr/>
          <p:nvPr/>
        </p:nvSpPr>
        <p:spPr>
          <a:xfrm>
            <a:off x="1678003" y="213476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V56</a:t>
            </a:r>
          </a:p>
        </p:txBody>
      </p:sp>
      <p:sp>
        <p:nvSpPr>
          <p:cNvPr id="1187" name="Oval 1186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Oval 1187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1189" name="Rounded Rectangle 1188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 ↓</a:t>
            </a:r>
          </a:p>
        </p:txBody>
      </p:sp>
      <p:sp>
        <p:nvSpPr>
          <p:cNvPr id="1190" name="Oval 1189"/>
          <p:cNvSpPr/>
          <p:nvPr/>
        </p:nvSpPr>
        <p:spPr>
          <a:xfrm>
            <a:off x="8844000" y="3373509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Oval 1190"/>
          <p:cNvSpPr/>
          <p:nvPr/>
        </p:nvSpPr>
        <p:spPr>
          <a:xfrm>
            <a:off x="8874000" y="340350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1192" name="Rounded Rectangle 1191"/>
          <p:cNvSpPr/>
          <p:nvPr/>
        </p:nvSpPr>
        <p:spPr>
          <a:xfrm>
            <a:off x="8326000" y="339100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1193" name="Oval 1192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Oval 1193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1195" name="Rounded Rectangle 1194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1196" name="Oval 1195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Oval 1196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1198" name="Rounded Rectangle 1197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1199" name="Oval 1198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Oval 1199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1201" name="Rounded Rectangle 1200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1202" name="Oval 1201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Oval 1202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1204" name="Rounded Rectangle 1203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1205" name="Rounded Rectangle 1204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V61, V62, V63, V64, V65,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"/>
          <p:cNvSpPr/>
          <p:nvPr/>
        </p:nvSpPr>
        <p:spPr>
          <a:xfrm>
            <a:off x="3137400" y="50760"/>
            <a:ext cx="286920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12: LIRF | RWY 25 | STAR ELKA3A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"/>
          <p:cNvSpPr/>
          <p:nvPr/>
        </p:nvSpPr>
        <p:spPr>
          <a:xfrm>
            <a:off x="1901880" y="1874880"/>
            <a:ext cx="1716120" cy="9907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"/>
          <p:cNvSpPr/>
          <p:nvPr/>
        </p:nvSpPr>
        <p:spPr>
          <a:xfrm>
            <a:off x="3618000" y="2865600"/>
            <a:ext cx="1369800" cy="7905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"/>
          <p:cNvSpPr/>
          <p:nvPr/>
        </p:nvSpPr>
        <p:spPr>
          <a:xfrm>
            <a:off x="4987800" y="3656160"/>
            <a:ext cx="1816200" cy="287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"/>
          <p:cNvSpPr/>
          <p:nvPr/>
        </p:nvSpPr>
        <p:spPr>
          <a:xfrm>
            <a:off x="6804000" y="3943440"/>
            <a:ext cx="324000" cy="663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"/>
          <p:cNvSpPr/>
          <p:nvPr/>
        </p:nvSpPr>
        <p:spPr>
          <a:xfrm>
            <a:off x="7128000" y="4606920"/>
            <a:ext cx="114120" cy="236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"/>
          <p:cNvSpPr/>
          <p:nvPr/>
        </p:nvSpPr>
        <p:spPr>
          <a:xfrm flipH="1">
            <a:off x="7189560" y="4843440"/>
            <a:ext cx="52200" cy="20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26280" bIns="-262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"/>
          <p:cNvSpPr/>
          <p:nvPr/>
        </p:nvSpPr>
        <p:spPr>
          <a:xfrm flipH="1">
            <a:off x="7074000" y="4863960"/>
            <a:ext cx="115920" cy="47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1080" bIns="1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"/>
          <p:cNvSpPr/>
          <p:nvPr/>
        </p:nvSpPr>
        <p:spPr>
          <a:xfrm flipH="1">
            <a:off x="6518160" y="4911840"/>
            <a:ext cx="555840" cy="2235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178" name=""/>
          <p:cNvGrpSpPr/>
          <p:nvPr/>
        </p:nvGrpSpPr>
        <p:grpSpPr>
          <a:xfrm>
            <a:off x="1838160" y="1811160"/>
            <a:ext cx="595800" cy="200520"/>
            <a:chOff x="1838160" y="1811160"/>
            <a:chExt cx="595800" cy="200520"/>
          </a:xfrm>
        </p:grpSpPr>
        <p:sp>
          <p:nvSpPr>
            <p:cNvPr id="1179" name=""/>
            <p:cNvSpPr/>
            <p:nvPr/>
          </p:nvSpPr>
          <p:spPr>
            <a:xfrm>
              <a:off x="1838160" y="181116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80" name=""/>
            <p:cNvSpPr/>
            <p:nvPr/>
          </p:nvSpPr>
          <p:spPr>
            <a:xfrm>
              <a:off x="1954440" y="181116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ELKAP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81" name=""/>
          <p:cNvGrpSpPr/>
          <p:nvPr/>
        </p:nvGrpSpPr>
        <p:grpSpPr>
          <a:xfrm>
            <a:off x="3567240" y="2801880"/>
            <a:ext cx="550080" cy="200520"/>
            <a:chOff x="3567240" y="2801880"/>
            <a:chExt cx="550080" cy="200520"/>
          </a:xfrm>
        </p:grpSpPr>
        <p:sp>
          <p:nvSpPr>
            <p:cNvPr id="1182" name=""/>
            <p:cNvSpPr/>
            <p:nvPr/>
          </p:nvSpPr>
          <p:spPr>
            <a:xfrm>
              <a:off x="3567240" y="281448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83" name=""/>
            <p:cNvSpPr/>
            <p:nvPr/>
          </p:nvSpPr>
          <p:spPr>
            <a:xfrm>
              <a:off x="3677400" y="2801880"/>
              <a:ext cx="4399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BIBEK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84" name=""/>
          <p:cNvGrpSpPr/>
          <p:nvPr/>
        </p:nvGrpSpPr>
        <p:grpSpPr>
          <a:xfrm>
            <a:off x="4937040" y="3592440"/>
            <a:ext cx="486000" cy="200520"/>
            <a:chOff x="4937040" y="3592440"/>
            <a:chExt cx="486000" cy="200520"/>
          </a:xfrm>
        </p:grpSpPr>
        <p:sp>
          <p:nvSpPr>
            <p:cNvPr id="1185" name=""/>
            <p:cNvSpPr/>
            <p:nvPr/>
          </p:nvSpPr>
          <p:spPr>
            <a:xfrm>
              <a:off x="4937040" y="360504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86" name=""/>
            <p:cNvSpPr/>
            <p:nvPr/>
          </p:nvSpPr>
          <p:spPr>
            <a:xfrm>
              <a:off x="5060880" y="3592440"/>
              <a:ext cx="362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TAQ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87" name=""/>
          <p:cNvGrpSpPr/>
          <p:nvPr/>
        </p:nvGrpSpPr>
        <p:grpSpPr>
          <a:xfrm>
            <a:off x="6753240" y="3879720"/>
            <a:ext cx="492840" cy="200520"/>
            <a:chOff x="6753240" y="3879720"/>
            <a:chExt cx="492840" cy="200520"/>
          </a:xfrm>
        </p:grpSpPr>
        <p:sp>
          <p:nvSpPr>
            <p:cNvPr id="1188" name=""/>
            <p:cNvSpPr/>
            <p:nvPr/>
          </p:nvSpPr>
          <p:spPr>
            <a:xfrm>
              <a:off x="6753240" y="38926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89" name=""/>
            <p:cNvSpPr/>
            <p:nvPr/>
          </p:nvSpPr>
          <p:spPr>
            <a:xfrm>
              <a:off x="6870240" y="3879720"/>
              <a:ext cx="375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CMP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90" name=""/>
          <p:cNvGrpSpPr/>
          <p:nvPr/>
        </p:nvGrpSpPr>
        <p:grpSpPr>
          <a:xfrm>
            <a:off x="7086600" y="4543560"/>
            <a:ext cx="554400" cy="200520"/>
            <a:chOff x="7086600" y="4543560"/>
            <a:chExt cx="554400" cy="200520"/>
          </a:xfrm>
        </p:grpSpPr>
        <p:sp>
          <p:nvSpPr>
            <p:cNvPr id="1191" name=""/>
            <p:cNvSpPr/>
            <p:nvPr/>
          </p:nvSpPr>
          <p:spPr>
            <a:xfrm>
              <a:off x="7086600" y="456732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92" name=""/>
            <p:cNvSpPr/>
            <p:nvPr/>
          </p:nvSpPr>
          <p:spPr>
            <a:xfrm>
              <a:off x="7151040" y="454356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URBNB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93" name=""/>
          <p:cNvGrpSpPr/>
          <p:nvPr/>
        </p:nvGrpSpPr>
        <p:grpSpPr>
          <a:xfrm>
            <a:off x="7191360" y="4780080"/>
            <a:ext cx="498240" cy="200520"/>
            <a:chOff x="7191360" y="4780080"/>
            <a:chExt cx="498240" cy="200520"/>
          </a:xfrm>
        </p:grpSpPr>
        <p:sp>
          <p:nvSpPr>
            <p:cNvPr id="1194" name=""/>
            <p:cNvSpPr/>
            <p:nvPr/>
          </p:nvSpPr>
          <p:spPr>
            <a:xfrm>
              <a:off x="7191360" y="47926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95" name=""/>
            <p:cNvSpPr/>
            <p:nvPr/>
          </p:nvSpPr>
          <p:spPr>
            <a:xfrm>
              <a:off x="7302960" y="4780080"/>
              <a:ext cx="386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INTC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96" name=""/>
          <p:cNvGrpSpPr/>
          <p:nvPr/>
        </p:nvGrpSpPr>
        <p:grpSpPr>
          <a:xfrm>
            <a:off x="7149960" y="4800600"/>
            <a:ext cx="482400" cy="200520"/>
            <a:chOff x="7149960" y="4800600"/>
            <a:chExt cx="482400" cy="200520"/>
          </a:xfrm>
        </p:grpSpPr>
        <p:sp>
          <p:nvSpPr>
            <p:cNvPr id="1197" name=""/>
            <p:cNvSpPr/>
            <p:nvPr/>
          </p:nvSpPr>
          <p:spPr>
            <a:xfrm>
              <a:off x="7149960" y="482292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98" name=""/>
            <p:cNvSpPr/>
            <p:nvPr/>
          </p:nvSpPr>
          <p:spPr>
            <a:xfrm>
              <a:off x="7236720" y="4800600"/>
              <a:ext cx="395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CF25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99" name=""/>
          <p:cNvGrpSpPr/>
          <p:nvPr/>
        </p:nvGrpSpPr>
        <p:grpSpPr>
          <a:xfrm>
            <a:off x="7034040" y="4848120"/>
            <a:ext cx="477720" cy="200520"/>
            <a:chOff x="7034040" y="4848120"/>
            <a:chExt cx="477720" cy="200520"/>
          </a:xfrm>
        </p:grpSpPr>
        <p:sp>
          <p:nvSpPr>
            <p:cNvPr id="1200" name=""/>
            <p:cNvSpPr/>
            <p:nvPr/>
          </p:nvSpPr>
          <p:spPr>
            <a:xfrm>
              <a:off x="7034040" y="487044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01" name=""/>
            <p:cNvSpPr/>
            <p:nvPr/>
          </p:nvSpPr>
          <p:spPr>
            <a:xfrm>
              <a:off x="7125120" y="4848120"/>
              <a:ext cx="386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FF25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02" name=""/>
          <p:cNvGrpSpPr/>
          <p:nvPr/>
        </p:nvGrpSpPr>
        <p:grpSpPr>
          <a:xfrm>
            <a:off x="6454800" y="5072040"/>
            <a:ext cx="543240" cy="200520"/>
            <a:chOff x="6454800" y="5072040"/>
            <a:chExt cx="543240" cy="200520"/>
          </a:xfrm>
        </p:grpSpPr>
        <p:sp>
          <p:nvSpPr>
            <p:cNvPr id="1203" name=""/>
            <p:cNvSpPr/>
            <p:nvPr/>
          </p:nvSpPr>
          <p:spPr>
            <a:xfrm>
              <a:off x="6454800" y="507204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04" name=""/>
            <p:cNvSpPr/>
            <p:nvPr/>
          </p:nvSpPr>
          <p:spPr>
            <a:xfrm>
              <a:off x="6571800" y="507204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RW25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05" name=""/>
          <p:cNvGrpSpPr/>
          <p:nvPr/>
        </p:nvGrpSpPr>
        <p:grpSpPr>
          <a:xfrm>
            <a:off x="838080" y="6095880"/>
            <a:ext cx="479160" cy="200520"/>
            <a:chOff x="838080" y="6095880"/>
            <a:chExt cx="479160" cy="200520"/>
          </a:xfrm>
        </p:grpSpPr>
        <p:sp>
          <p:nvSpPr>
            <p:cNvPr id="1206" name=""/>
            <p:cNvSpPr/>
            <p:nvPr/>
          </p:nvSpPr>
          <p:spPr>
            <a:xfrm>
              <a:off x="838080" y="6102360"/>
              <a:ext cx="11448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07" name=""/>
            <p:cNvSpPr/>
            <p:nvPr/>
          </p:nvSpPr>
          <p:spPr>
            <a:xfrm>
              <a:off x="979560" y="6095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08" name=""/>
          <p:cNvGrpSpPr/>
          <p:nvPr/>
        </p:nvGrpSpPr>
        <p:grpSpPr>
          <a:xfrm>
            <a:off x="6172200" y="6248520"/>
            <a:ext cx="479160" cy="200520"/>
            <a:chOff x="6172200" y="6248520"/>
            <a:chExt cx="479160" cy="200520"/>
          </a:xfrm>
        </p:grpSpPr>
        <p:sp>
          <p:nvSpPr>
            <p:cNvPr id="1209" name=""/>
            <p:cNvSpPr/>
            <p:nvPr/>
          </p:nvSpPr>
          <p:spPr>
            <a:xfrm>
              <a:off x="6172200" y="625500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10" name=""/>
            <p:cNvSpPr/>
            <p:nvPr/>
          </p:nvSpPr>
          <p:spPr>
            <a:xfrm>
              <a:off x="6313680" y="6248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11" name=""/>
          <p:cNvGrpSpPr/>
          <p:nvPr/>
        </p:nvGrpSpPr>
        <p:grpSpPr>
          <a:xfrm>
            <a:off x="5791320" y="4495680"/>
            <a:ext cx="459720" cy="200520"/>
            <a:chOff x="5791320" y="4495680"/>
            <a:chExt cx="459720" cy="200520"/>
          </a:xfrm>
        </p:grpSpPr>
        <p:sp>
          <p:nvSpPr>
            <p:cNvPr id="1212" name=""/>
            <p:cNvSpPr/>
            <p:nvPr/>
          </p:nvSpPr>
          <p:spPr>
            <a:xfrm>
              <a:off x="5791320" y="45100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13" name=""/>
            <p:cNvSpPr/>
            <p:nvPr/>
          </p:nvSpPr>
          <p:spPr>
            <a:xfrm>
              <a:off x="5913360" y="4495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14" name=""/>
          <p:cNvGrpSpPr/>
          <p:nvPr/>
        </p:nvGrpSpPr>
        <p:grpSpPr>
          <a:xfrm>
            <a:off x="5562720" y="1371600"/>
            <a:ext cx="460080" cy="200520"/>
            <a:chOff x="5562720" y="1371600"/>
            <a:chExt cx="460080" cy="200520"/>
          </a:xfrm>
        </p:grpSpPr>
        <p:sp>
          <p:nvSpPr>
            <p:cNvPr id="1215" name=""/>
            <p:cNvSpPr/>
            <p:nvPr/>
          </p:nvSpPr>
          <p:spPr>
            <a:xfrm>
              <a:off x="5562720" y="13874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16" name=""/>
            <p:cNvSpPr/>
            <p:nvPr/>
          </p:nvSpPr>
          <p:spPr>
            <a:xfrm>
              <a:off x="5685120" y="1371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17" name=""/>
          <p:cNvGrpSpPr/>
          <p:nvPr/>
        </p:nvGrpSpPr>
        <p:grpSpPr>
          <a:xfrm>
            <a:off x="2133720" y="3352680"/>
            <a:ext cx="461520" cy="200520"/>
            <a:chOff x="2133720" y="3352680"/>
            <a:chExt cx="461520" cy="200520"/>
          </a:xfrm>
        </p:grpSpPr>
        <p:sp>
          <p:nvSpPr>
            <p:cNvPr id="1218" name=""/>
            <p:cNvSpPr/>
            <p:nvPr/>
          </p:nvSpPr>
          <p:spPr>
            <a:xfrm>
              <a:off x="2133720" y="3368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19" name=""/>
            <p:cNvSpPr/>
            <p:nvPr/>
          </p:nvSpPr>
          <p:spPr>
            <a:xfrm>
              <a:off x="2257560" y="3352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20" name=""/>
          <p:cNvGrpSpPr/>
          <p:nvPr/>
        </p:nvGrpSpPr>
        <p:grpSpPr>
          <a:xfrm>
            <a:off x="7924680" y="3352680"/>
            <a:ext cx="460080" cy="200520"/>
            <a:chOff x="7924680" y="3352680"/>
            <a:chExt cx="460080" cy="200520"/>
          </a:xfrm>
        </p:grpSpPr>
        <p:sp>
          <p:nvSpPr>
            <p:cNvPr id="1221" name=""/>
            <p:cNvSpPr/>
            <p:nvPr/>
          </p:nvSpPr>
          <p:spPr>
            <a:xfrm>
              <a:off x="7924680" y="336708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22" name=""/>
            <p:cNvSpPr/>
            <p:nvPr/>
          </p:nvSpPr>
          <p:spPr>
            <a:xfrm>
              <a:off x="8047080" y="3352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23" name=""/>
          <p:cNvGrpSpPr/>
          <p:nvPr/>
        </p:nvGrpSpPr>
        <p:grpSpPr>
          <a:xfrm>
            <a:off x="6400800" y="2666880"/>
            <a:ext cx="459720" cy="200520"/>
            <a:chOff x="6400800" y="2666880"/>
            <a:chExt cx="459720" cy="200520"/>
          </a:xfrm>
        </p:grpSpPr>
        <p:sp>
          <p:nvSpPr>
            <p:cNvPr id="1224" name=""/>
            <p:cNvSpPr/>
            <p:nvPr/>
          </p:nvSpPr>
          <p:spPr>
            <a:xfrm>
              <a:off x="6400800" y="26830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25" name=""/>
            <p:cNvSpPr/>
            <p:nvPr/>
          </p:nvSpPr>
          <p:spPr>
            <a:xfrm>
              <a:off x="6522840" y="2666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26" name=""/>
          <p:cNvGrpSpPr/>
          <p:nvPr/>
        </p:nvGrpSpPr>
        <p:grpSpPr>
          <a:xfrm>
            <a:off x="3276720" y="1752480"/>
            <a:ext cx="461520" cy="200520"/>
            <a:chOff x="3276720" y="1752480"/>
            <a:chExt cx="461520" cy="200520"/>
          </a:xfrm>
        </p:grpSpPr>
        <p:sp>
          <p:nvSpPr>
            <p:cNvPr id="1227" name=""/>
            <p:cNvSpPr/>
            <p:nvPr/>
          </p:nvSpPr>
          <p:spPr>
            <a:xfrm>
              <a:off x="3276720" y="1768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28" name=""/>
            <p:cNvSpPr/>
            <p:nvPr/>
          </p:nvSpPr>
          <p:spPr>
            <a:xfrm>
              <a:off x="3400560" y="1752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29" name=""/>
          <p:cNvGrpSpPr/>
          <p:nvPr/>
        </p:nvGrpSpPr>
        <p:grpSpPr>
          <a:xfrm>
            <a:off x="3048120" y="5638680"/>
            <a:ext cx="459720" cy="200520"/>
            <a:chOff x="3048120" y="5638680"/>
            <a:chExt cx="459720" cy="200520"/>
          </a:xfrm>
        </p:grpSpPr>
        <p:sp>
          <p:nvSpPr>
            <p:cNvPr id="1230" name=""/>
            <p:cNvSpPr/>
            <p:nvPr/>
          </p:nvSpPr>
          <p:spPr>
            <a:xfrm>
              <a:off x="3048120" y="56530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31" name=""/>
            <p:cNvSpPr/>
            <p:nvPr/>
          </p:nvSpPr>
          <p:spPr>
            <a:xfrm>
              <a:off x="3170160" y="5638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32" name=""/>
          <p:cNvGrpSpPr/>
          <p:nvPr/>
        </p:nvGrpSpPr>
        <p:grpSpPr>
          <a:xfrm>
            <a:off x="7848720" y="5867280"/>
            <a:ext cx="459720" cy="200520"/>
            <a:chOff x="7848720" y="5867280"/>
            <a:chExt cx="459720" cy="200520"/>
          </a:xfrm>
        </p:grpSpPr>
        <p:sp>
          <p:nvSpPr>
            <p:cNvPr id="1233" name=""/>
            <p:cNvSpPr/>
            <p:nvPr/>
          </p:nvSpPr>
          <p:spPr>
            <a:xfrm>
              <a:off x="7848720" y="58816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34" name=""/>
            <p:cNvSpPr/>
            <p:nvPr/>
          </p:nvSpPr>
          <p:spPr>
            <a:xfrm>
              <a:off x="7970760" y="5867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35" name=""/>
          <p:cNvGrpSpPr/>
          <p:nvPr/>
        </p:nvGrpSpPr>
        <p:grpSpPr>
          <a:xfrm>
            <a:off x="4722840" y="5254560"/>
            <a:ext cx="468720" cy="200520"/>
            <a:chOff x="4722840" y="5254560"/>
            <a:chExt cx="468720" cy="200520"/>
          </a:xfrm>
        </p:grpSpPr>
        <p:sp>
          <p:nvSpPr>
            <p:cNvPr id="1236" name=""/>
            <p:cNvSpPr/>
            <p:nvPr/>
          </p:nvSpPr>
          <p:spPr>
            <a:xfrm>
              <a:off x="4722840" y="5268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37" name=""/>
            <p:cNvSpPr/>
            <p:nvPr/>
          </p:nvSpPr>
          <p:spPr>
            <a:xfrm>
              <a:off x="4853880" y="52545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38" name=""/>
          <p:cNvGrpSpPr/>
          <p:nvPr/>
        </p:nvGrpSpPr>
        <p:grpSpPr>
          <a:xfrm>
            <a:off x="708120" y="2585880"/>
            <a:ext cx="467280" cy="200520"/>
            <a:chOff x="708120" y="2585880"/>
            <a:chExt cx="467280" cy="200520"/>
          </a:xfrm>
        </p:grpSpPr>
        <p:sp>
          <p:nvSpPr>
            <p:cNvPr id="1239" name=""/>
            <p:cNvSpPr/>
            <p:nvPr/>
          </p:nvSpPr>
          <p:spPr>
            <a:xfrm>
              <a:off x="708120" y="26002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40" name=""/>
            <p:cNvSpPr/>
            <p:nvPr/>
          </p:nvSpPr>
          <p:spPr>
            <a:xfrm>
              <a:off x="837720" y="2585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41" name=""/>
          <p:cNvGrpSpPr/>
          <p:nvPr/>
        </p:nvGrpSpPr>
        <p:grpSpPr>
          <a:xfrm>
            <a:off x="3406680" y="4363920"/>
            <a:ext cx="467280" cy="200520"/>
            <a:chOff x="3406680" y="4363920"/>
            <a:chExt cx="467280" cy="200520"/>
          </a:xfrm>
        </p:grpSpPr>
        <p:sp>
          <p:nvSpPr>
            <p:cNvPr id="1242" name=""/>
            <p:cNvSpPr/>
            <p:nvPr/>
          </p:nvSpPr>
          <p:spPr>
            <a:xfrm>
              <a:off x="3406680" y="437976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43" name=""/>
            <p:cNvSpPr/>
            <p:nvPr/>
          </p:nvSpPr>
          <p:spPr>
            <a:xfrm>
              <a:off x="3536280" y="4363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44" name=""/>
          <p:cNvGrpSpPr/>
          <p:nvPr/>
        </p:nvGrpSpPr>
        <p:grpSpPr>
          <a:xfrm>
            <a:off x="727200" y="1203480"/>
            <a:ext cx="467280" cy="200520"/>
            <a:chOff x="727200" y="1203480"/>
            <a:chExt cx="467280" cy="200520"/>
          </a:xfrm>
        </p:grpSpPr>
        <p:sp>
          <p:nvSpPr>
            <p:cNvPr id="1245" name=""/>
            <p:cNvSpPr/>
            <p:nvPr/>
          </p:nvSpPr>
          <p:spPr>
            <a:xfrm>
              <a:off x="727200" y="121932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46" name=""/>
            <p:cNvSpPr/>
            <p:nvPr/>
          </p:nvSpPr>
          <p:spPr>
            <a:xfrm>
              <a:off x="856800" y="1203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47" name=""/>
          <p:cNvGrpSpPr/>
          <p:nvPr/>
        </p:nvGrpSpPr>
        <p:grpSpPr>
          <a:xfrm>
            <a:off x="4800600" y="2438280"/>
            <a:ext cx="461520" cy="200520"/>
            <a:chOff x="4800600" y="2438280"/>
            <a:chExt cx="461520" cy="200520"/>
          </a:xfrm>
        </p:grpSpPr>
        <p:sp>
          <p:nvSpPr>
            <p:cNvPr id="1248" name=""/>
            <p:cNvSpPr/>
            <p:nvPr/>
          </p:nvSpPr>
          <p:spPr>
            <a:xfrm>
              <a:off x="4800600" y="2452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49" name=""/>
            <p:cNvSpPr/>
            <p:nvPr/>
          </p:nvSpPr>
          <p:spPr>
            <a:xfrm>
              <a:off x="4924440" y="2438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50" name=""/>
          <p:cNvGrpSpPr/>
          <p:nvPr/>
        </p:nvGrpSpPr>
        <p:grpSpPr>
          <a:xfrm>
            <a:off x="8331120" y="4307040"/>
            <a:ext cx="467280" cy="200520"/>
            <a:chOff x="8331120" y="4307040"/>
            <a:chExt cx="467280" cy="200520"/>
          </a:xfrm>
        </p:grpSpPr>
        <p:sp>
          <p:nvSpPr>
            <p:cNvPr id="1251" name=""/>
            <p:cNvSpPr/>
            <p:nvPr/>
          </p:nvSpPr>
          <p:spPr>
            <a:xfrm>
              <a:off x="8331120" y="432288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52" name=""/>
            <p:cNvSpPr/>
            <p:nvPr/>
          </p:nvSpPr>
          <p:spPr>
            <a:xfrm>
              <a:off x="8460720" y="43070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53" name=""/>
          <p:cNvGrpSpPr/>
          <p:nvPr/>
        </p:nvGrpSpPr>
        <p:grpSpPr>
          <a:xfrm>
            <a:off x="7772400" y="5029200"/>
            <a:ext cx="460080" cy="200520"/>
            <a:chOff x="7772400" y="5029200"/>
            <a:chExt cx="460080" cy="200520"/>
          </a:xfrm>
        </p:grpSpPr>
        <p:sp>
          <p:nvSpPr>
            <p:cNvPr id="1254" name=""/>
            <p:cNvSpPr/>
            <p:nvPr/>
          </p:nvSpPr>
          <p:spPr>
            <a:xfrm>
              <a:off x="7772400" y="50450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55" name=""/>
            <p:cNvSpPr/>
            <p:nvPr/>
          </p:nvSpPr>
          <p:spPr>
            <a:xfrm>
              <a:off x="7894800" y="5029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56" name=""/>
          <p:cNvGrpSpPr/>
          <p:nvPr/>
        </p:nvGrpSpPr>
        <p:grpSpPr>
          <a:xfrm>
            <a:off x="7924680" y="457200"/>
            <a:ext cx="461880" cy="200520"/>
            <a:chOff x="7924680" y="457200"/>
            <a:chExt cx="461880" cy="200520"/>
          </a:xfrm>
        </p:grpSpPr>
        <p:sp>
          <p:nvSpPr>
            <p:cNvPr id="1257" name=""/>
            <p:cNvSpPr/>
            <p:nvPr/>
          </p:nvSpPr>
          <p:spPr>
            <a:xfrm>
              <a:off x="7924680" y="4730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58" name=""/>
            <p:cNvSpPr/>
            <p:nvPr/>
          </p:nvSpPr>
          <p:spPr>
            <a:xfrm>
              <a:off x="8048880" y="457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59" name=""/>
          <p:cNvGrpSpPr/>
          <p:nvPr/>
        </p:nvGrpSpPr>
        <p:grpSpPr>
          <a:xfrm>
            <a:off x="2743200" y="533520"/>
            <a:ext cx="461880" cy="200520"/>
            <a:chOff x="2743200" y="533520"/>
            <a:chExt cx="461880" cy="200520"/>
          </a:xfrm>
        </p:grpSpPr>
        <p:sp>
          <p:nvSpPr>
            <p:cNvPr id="1260" name=""/>
            <p:cNvSpPr/>
            <p:nvPr/>
          </p:nvSpPr>
          <p:spPr>
            <a:xfrm>
              <a:off x="2743200" y="549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61" name=""/>
            <p:cNvSpPr/>
            <p:nvPr/>
          </p:nvSpPr>
          <p:spPr>
            <a:xfrm>
              <a:off x="2867400" y="533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62" name=""/>
          <p:cNvGrpSpPr/>
          <p:nvPr/>
        </p:nvGrpSpPr>
        <p:grpSpPr>
          <a:xfrm>
            <a:off x="7467480" y="4343400"/>
            <a:ext cx="460440" cy="200520"/>
            <a:chOff x="7467480" y="4343400"/>
            <a:chExt cx="460440" cy="200520"/>
          </a:xfrm>
        </p:grpSpPr>
        <p:sp>
          <p:nvSpPr>
            <p:cNvPr id="1263" name=""/>
            <p:cNvSpPr/>
            <p:nvPr/>
          </p:nvSpPr>
          <p:spPr>
            <a:xfrm>
              <a:off x="7467480" y="435924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64" name=""/>
            <p:cNvSpPr/>
            <p:nvPr/>
          </p:nvSpPr>
          <p:spPr>
            <a:xfrm>
              <a:off x="7590240" y="4343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265" name="Oval 1264"/>
          <p:cNvSpPr/>
          <p:nvPr/>
        </p:nvSpPr>
        <p:spPr>
          <a:xfrm>
            <a:off x="7352350" y="432108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Oval 1265"/>
          <p:cNvSpPr/>
          <p:nvPr/>
        </p:nvSpPr>
        <p:spPr>
          <a:xfrm>
            <a:off x="7382350" y="435108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1267" name="Rounded Rectangle 1266"/>
          <p:cNvSpPr/>
          <p:nvPr/>
        </p:nvSpPr>
        <p:spPr>
          <a:xfrm>
            <a:off x="7560350" y="433858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1268" name="Oval 1267"/>
          <p:cNvSpPr/>
          <p:nvPr/>
        </p:nvSpPr>
        <p:spPr>
          <a:xfrm>
            <a:off x="7427385" y="463622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Oval 1268"/>
          <p:cNvSpPr/>
          <p:nvPr/>
        </p:nvSpPr>
        <p:spPr>
          <a:xfrm>
            <a:off x="7457385" y="466622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1270" name="Rounded Rectangle 1269"/>
          <p:cNvSpPr/>
          <p:nvPr/>
        </p:nvSpPr>
        <p:spPr>
          <a:xfrm>
            <a:off x="7635385" y="465372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1271" name="Oval 1270"/>
          <p:cNvSpPr/>
          <p:nvPr/>
        </p:nvSpPr>
        <p:spPr>
          <a:xfrm>
            <a:off x="7777544" y="480630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Oval 1271"/>
          <p:cNvSpPr/>
          <p:nvPr/>
        </p:nvSpPr>
        <p:spPr>
          <a:xfrm>
            <a:off x="7807544" y="483630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1273" name="Rounded Rectangle 1272"/>
          <p:cNvSpPr/>
          <p:nvPr/>
        </p:nvSpPr>
        <p:spPr>
          <a:xfrm>
            <a:off x="7985544" y="482380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1274" name="Oval 1273"/>
          <p:cNvSpPr/>
          <p:nvPr/>
        </p:nvSpPr>
        <p:spPr>
          <a:xfrm>
            <a:off x="6412821" y="571484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Oval 1274"/>
          <p:cNvSpPr/>
          <p:nvPr/>
        </p:nvSpPr>
        <p:spPr>
          <a:xfrm>
            <a:off x="6442821" y="574484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1276" name="Rounded Rectangle 1275"/>
          <p:cNvSpPr/>
          <p:nvPr/>
        </p:nvSpPr>
        <p:spPr>
          <a:xfrm>
            <a:off x="6620821" y="573234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1277" name="Oval 1276"/>
          <p:cNvSpPr/>
          <p:nvPr/>
        </p:nvSpPr>
        <p:spPr>
          <a:xfrm>
            <a:off x="5720357" y="511519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Oval 1277"/>
          <p:cNvSpPr/>
          <p:nvPr/>
        </p:nvSpPr>
        <p:spPr>
          <a:xfrm>
            <a:off x="5750357" y="514519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55</a:t>
            </a:r>
          </a:p>
        </p:txBody>
      </p:sp>
      <p:sp>
        <p:nvSpPr>
          <p:cNvPr id="1279" name="Rounded Rectangle 1278"/>
          <p:cNvSpPr/>
          <p:nvPr/>
        </p:nvSpPr>
        <p:spPr>
          <a:xfrm>
            <a:off x="5928357" y="513269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V55</a:t>
            </a:r>
          </a:p>
        </p:txBody>
      </p:sp>
      <p:sp>
        <p:nvSpPr>
          <p:cNvPr id="1280" name="Oval 1279"/>
          <p:cNvSpPr/>
          <p:nvPr/>
        </p:nvSpPr>
        <p:spPr>
          <a:xfrm>
            <a:off x="598649" y="88451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Oval 1280"/>
          <p:cNvSpPr/>
          <p:nvPr/>
        </p:nvSpPr>
        <p:spPr>
          <a:xfrm>
            <a:off x="628649" y="91451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1282" name="Rounded Rectangle 1281"/>
          <p:cNvSpPr/>
          <p:nvPr/>
        </p:nvSpPr>
        <p:spPr>
          <a:xfrm>
            <a:off x="806649" y="90201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1283" name="Oval 1282"/>
          <p:cNvSpPr/>
          <p:nvPr/>
        </p:nvSpPr>
        <p:spPr>
          <a:xfrm>
            <a:off x="90000" y="503078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Oval 1283"/>
          <p:cNvSpPr/>
          <p:nvPr/>
        </p:nvSpPr>
        <p:spPr>
          <a:xfrm>
            <a:off x="120000" y="506078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1285" name="Rounded Rectangle 1284"/>
          <p:cNvSpPr/>
          <p:nvPr/>
        </p:nvSpPr>
        <p:spPr>
          <a:xfrm>
            <a:off x="298000" y="504828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1286" name="Oval 1285"/>
          <p:cNvSpPr/>
          <p:nvPr/>
        </p:nvSpPr>
        <p:spPr>
          <a:xfrm>
            <a:off x="90000" y="4759409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Oval 1286"/>
          <p:cNvSpPr/>
          <p:nvPr/>
        </p:nvSpPr>
        <p:spPr>
          <a:xfrm>
            <a:off x="120000" y="478940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1288" name="Rounded Rectangle 1287"/>
          <p:cNvSpPr/>
          <p:nvPr/>
        </p:nvSpPr>
        <p:spPr>
          <a:xfrm>
            <a:off x="298000" y="477690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1289" name="Oval 1288"/>
          <p:cNvSpPr/>
          <p:nvPr/>
        </p:nvSpPr>
        <p:spPr>
          <a:xfrm>
            <a:off x="65949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Oval 1289"/>
          <p:cNvSpPr/>
          <p:nvPr/>
        </p:nvSpPr>
        <p:spPr>
          <a:xfrm>
            <a:off x="68949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1291" name="Rounded Rectangle 1290"/>
          <p:cNvSpPr/>
          <p:nvPr/>
        </p:nvSpPr>
        <p:spPr>
          <a:xfrm>
            <a:off x="86749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1292" name="Oval 1291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Oval 1292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1294" name="Rounded Rectangle 1293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1295" name="Oval 1294"/>
          <p:cNvSpPr/>
          <p:nvPr/>
        </p:nvSpPr>
        <p:spPr>
          <a:xfrm>
            <a:off x="555153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Oval 1295"/>
          <p:cNvSpPr/>
          <p:nvPr/>
        </p:nvSpPr>
        <p:spPr>
          <a:xfrm>
            <a:off x="558153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1297" name="Rounded Rectangle 1296"/>
          <p:cNvSpPr/>
          <p:nvPr/>
        </p:nvSpPr>
        <p:spPr>
          <a:xfrm>
            <a:off x="575953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1298" name="Oval 1297"/>
          <p:cNvSpPr/>
          <p:nvPr/>
        </p:nvSpPr>
        <p:spPr>
          <a:xfrm>
            <a:off x="4537944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Oval 1298"/>
          <p:cNvSpPr/>
          <p:nvPr/>
        </p:nvSpPr>
        <p:spPr>
          <a:xfrm>
            <a:off x="4567944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1300" name="Rounded Rectangle 1299"/>
          <p:cNvSpPr/>
          <p:nvPr/>
        </p:nvSpPr>
        <p:spPr>
          <a:xfrm>
            <a:off x="4745944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 ↓</a:t>
            </a:r>
          </a:p>
        </p:txBody>
      </p:sp>
      <p:sp>
        <p:nvSpPr>
          <p:cNvPr id="1301" name="Oval 1300"/>
          <p:cNvSpPr/>
          <p:nvPr/>
        </p:nvSpPr>
        <p:spPr>
          <a:xfrm>
            <a:off x="3675676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Oval 1301"/>
          <p:cNvSpPr/>
          <p:nvPr/>
        </p:nvSpPr>
        <p:spPr>
          <a:xfrm>
            <a:off x="3705676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68</a:t>
            </a:r>
          </a:p>
        </p:txBody>
      </p:sp>
      <p:sp>
        <p:nvSpPr>
          <p:cNvPr id="1303" name="Rounded Rectangle 1302"/>
          <p:cNvSpPr/>
          <p:nvPr/>
        </p:nvSpPr>
        <p:spPr>
          <a:xfrm>
            <a:off x="3883676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V68 ↓</a:t>
            </a:r>
          </a:p>
        </p:txBody>
      </p:sp>
      <p:sp>
        <p:nvSpPr>
          <p:cNvPr id="1304" name="Rounded Rectangle 1303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V63, V64, V65, V66, V67, V68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"/>
          <p:cNvSpPr/>
          <p:nvPr/>
        </p:nvSpPr>
        <p:spPr>
          <a:xfrm>
            <a:off x="3098520" y="50760"/>
            <a:ext cx="294696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13: LSZH | RWY 14 | STAR NEGR1A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"/>
          <p:cNvSpPr/>
          <p:nvPr/>
        </p:nvSpPr>
        <p:spPr>
          <a:xfrm flipH="1">
            <a:off x="4683240" y="1639800"/>
            <a:ext cx="885600" cy="7700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7" name=""/>
          <p:cNvSpPr/>
          <p:nvPr/>
        </p:nvSpPr>
        <p:spPr>
          <a:xfrm>
            <a:off x="4683240" y="2409840"/>
            <a:ext cx="228600" cy="5666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" name=""/>
          <p:cNvSpPr/>
          <p:nvPr/>
        </p:nvSpPr>
        <p:spPr>
          <a:xfrm>
            <a:off x="4911840" y="2976480"/>
            <a:ext cx="60120" cy="8589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"/>
          <p:cNvSpPr/>
          <p:nvPr/>
        </p:nvSpPr>
        <p:spPr>
          <a:xfrm flipH="1">
            <a:off x="4863960" y="3835440"/>
            <a:ext cx="108000" cy="611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0" name=""/>
          <p:cNvSpPr/>
          <p:nvPr/>
        </p:nvSpPr>
        <p:spPr>
          <a:xfrm flipH="1" flipV="1">
            <a:off x="3965400" y="4119120"/>
            <a:ext cx="898560" cy="327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"/>
          <p:cNvSpPr/>
          <p:nvPr/>
        </p:nvSpPr>
        <p:spPr>
          <a:xfrm flipH="1">
            <a:off x="3575160" y="4119480"/>
            <a:ext cx="390240" cy="3650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"/>
          <p:cNvSpPr/>
          <p:nvPr/>
        </p:nvSpPr>
        <p:spPr>
          <a:xfrm>
            <a:off x="3575160" y="4484520"/>
            <a:ext cx="185760" cy="192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"/>
          <p:cNvSpPr/>
          <p:nvPr/>
        </p:nvSpPr>
        <p:spPr>
          <a:xfrm>
            <a:off x="3760920" y="4676760"/>
            <a:ext cx="131760" cy="138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"/>
          <p:cNvSpPr/>
          <p:nvPr/>
        </p:nvSpPr>
        <p:spPr>
          <a:xfrm>
            <a:off x="3892680" y="4815000"/>
            <a:ext cx="538200" cy="555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75" name=""/>
          <p:cNvGrpSpPr/>
          <p:nvPr/>
        </p:nvGrpSpPr>
        <p:grpSpPr>
          <a:xfrm>
            <a:off x="5505480" y="1576440"/>
            <a:ext cx="605160" cy="200520"/>
            <a:chOff x="5505480" y="1576440"/>
            <a:chExt cx="605160" cy="200520"/>
          </a:xfrm>
        </p:grpSpPr>
        <p:sp>
          <p:nvSpPr>
            <p:cNvPr id="1276" name=""/>
            <p:cNvSpPr/>
            <p:nvPr/>
          </p:nvSpPr>
          <p:spPr>
            <a:xfrm>
              <a:off x="5505480" y="157644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77" name=""/>
            <p:cNvSpPr/>
            <p:nvPr/>
          </p:nvSpPr>
          <p:spPr>
            <a:xfrm>
              <a:off x="5611320" y="1576440"/>
              <a:ext cx="4993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NEGRA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78" name=""/>
          <p:cNvGrpSpPr/>
          <p:nvPr/>
        </p:nvGrpSpPr>
        <p:grpSpPr>
          <a:xfrm>
            <a:off x="4632480" y="2346480"/>
            <a:ext cx="555120" cy="200520"/>
            <a:chOff x="4632480" y="2346480"/>
            <a:chExt cx="555120" cy="200520"/>
          </a:xfrm>
        </p:grpSpPr>
        <p:sp>
          <p:nvSpPr>
            <p:cNvPr id="1279" name=""/>
            <p:cNvSpPr/>
            <p:nvPr/>
          </p:nvSpPr>
          <p:spPr>
            <a:xfrm>
              <a:off x="4632480" y="23590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80" name=""/>
            <p:cNvSpPr/>
            <p:nvPr/>
          </p:nvSpPr>
          <p:spPr>
            <a:xfrm>
              <a:off x="4737240" y="234648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MATIV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81" name=""/>
          <p:cNvGrpSpPr/>
          <p:nvPr/>
        </p:nvGrpSpPr>
        <p:grpSpPr>
          <a:xfrm>
            <a:off x="4861080" y="2913120"/>
            <a:ext cx="540000" cy="200520"/>
            <a:chOff x="4861080" y="2913120"/>
            <a:chExt cx="540000" cy="200520"/>
          </a:xfrm>
        </p:grpSpPr>
        <p:sp>
          <p:nvSpPr>
            <p:cNvPr id="1282" name=""/>
            <p:cNvSpPr/>
            <p:nvPr/>
          </p:nvSpPr>
          <p:spPr>
            <a:xfrm>
              <a:off x="4861080" y="29257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83" name=""/>
            <p:cNvSpPr/>
            <p:nvPr/>
          </p:nvSpPr>
          <p:spPr>
            <a:xfrm>
              <a:off x="4980960" y="2913120"/>
              <a:ext cx="4201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AMIKI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84" name=""/>
          <p:cNvGrpSpPr/>
          <p:nvPr/>
        </p:nvGrpSpPr>
        <p:grpSpPr>
          <a:xfrm>
            <a:off x="4921200" y="3772080"/>
            <a:ext cx="483840" cy="200520"/>
            <a:chOff x="4921200" y="3772080"/>
            <a:chExt cx="483840" cy="200520"/>
          </a:xfrm>
        </p:grpSpPr>
        <p:sp>
          <p:nvSpPr>
            <p:cNvPr id="1285" name=""/>
            <p:cNvSpPr/>
            <p:nvPr/>
          </p:nvSpPr>
          <p:spPr>
            <a:xfrm>
              <a:off x="4921200" y="37846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86" name=""/>
            <p:cNvSpPr/>
            <p:nvPr/>
          </p:nvSpPr>
          <p:spPr>
            <a:xfrm>
              <a:off x="5047560" y="3772080"/>
              <a:ext cx="357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ZUE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87" name=""/>
          <p:cNvGrpSpPr/>
          <p:nvPr/>
        </p:nvGrpSpPr>
        <p:grpSpPr>
          <a:xfrm>
            <a:off x="4813200" y="4383000"/>
            <a:ext cx="553320" cy="200520"/>
            <a:chOff x="4813200" y="4383000"/>
            <a:chExt cx="553320" cy="200520"/>
          </a:xfrm>
        </p:grpSpPr>
        <p:sp>
          <p:nvSpPr>
            <p:cNvPr id="1288" name=""/>
            <p:cNvSpPr/>
            <p:nvPr/>
          </p:nvSpPr>
          <p:spPr>
            <a:xfrm>
              <a:off x="4813200" y="439596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89" name=""/>
            <p:cNvSpPr/>
            <p:nvPr/>
          </p:nvSpPr>
          <p:spPr>
            <a:xfrm>
              <a:off x="4920480" y="438300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ZH701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90" name=""/>
          <p:cNvGrpSpPr/>
          <p:nvPr/>
        </p:nvGrpSpPr>
        <p:grpSpPr>
          <a:xfrm>
            <a:off x="3925800" y="4056120"/>
            <a:ext cx="462960" cy="200520"/>
            <a:chOff x="3925800" y="4056120"/>
            <a:chExt cx="462960" cy="200520"/>
          </a:xfrm>
        </p:grpSpPr>
        <p:sp>
          <p:nvSpPr>
            <p:cNvPr id="1291" name=""/>
            <p:cNvSpPr/>
            <p:nvPr/>
          </p:nvSpPr>
          <p:spPr>
            <a:xfrm>
              <a:off x="3925800" y="407988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92" name=""/>
            <p:cNvSpPr/>
            <p:nvPr/>
          </p:nvSpPr>
          <p:spPr>
            <a:xfrm>
              <a:off x="4031280" y="4056120"/>
              <a:ext cx="357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TRA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93" name=""/>
          <p:cNvGrpSpPr/>
          <p:nvPr/>
        </p:nvGrpSpPr>
        <p:grpSpPr>
          <a:xfrm>
            <a:off x="3524400" y="4421160"/>
            <a:ext cx="497880" cy="200520"/>
            <a:chOff x="3524400" y="4421160"/>
            <a:chExt cx="497880" cy="200520"/>
          </a:xfrm>
        </p:grpSpPr>
        <p:sp>
          <p:nvSpPr>
            <p:cNvPr id="1294" name=""/>
            <p:cNvSpPr/>
            <p:nvPr/>
          </p:nvSpPr>
          <p:spPr>
            <a:xfrm>
              <a:off x="3524400" y="443376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95" name=""/>
            <p:cNvSpPr/>
            <p:nvPr/>
          </p:nvSpPr>
          <p:spPr>
            <a:xfrm>
              <a:off x="3635640" y="4421160"/>
              <a:ext cx="386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INTC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96" name=""/>
          <p:cNvGrpSpPr/>
          <p:nvPr/>
        </p:nvGrpSpPr>
        <p:grpSpPr>
          <a:xfrm>
            <a:off x="3719520" y="4613400"/>
            <a:ext cx="482040" cy="200520"/>
            <a:chOff x="3719520" y="4613400"/>
            <a:chExt cx="482040" cy="200520"/>
          </a:xfrm>
        </p:grpSpPr>
        <p:sp>
          <p:nvSpPr>
            <p:cNvPr id="1297" name=""/>
            <p:cNvSpPr/>
            <p:nvPr/>
          </p:nvSpPr>
          <p:spPr>
            <a:xfrm>
              <a:off x="3719520" y="46371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98" name=""/>
            <p:cNvSpPr/>
            <p:nvPr/>
          </p:nvSpPr>
          <p:spPr>
            <a:xfrm>
              <a:off x="3805920" y="4613400"/>
              <a:ext cx="395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CF14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99" name=""/>
          <p:cNvGrpSpPr/>
          <p:nvPr/>
        </p:nvGrpSpPr>
        <p:grpSpPr>
          <a:xfrm>
            <a:off x="3852720" y="4751280"/>
            <a:ext cx="561600" cy="200520"/>
            <a:chOff x="3852720" y="4751280"/>
            <a:chExt cx="561600" cy="200520"/>
          </a:xfrm>
        </p:grpSpPr>
        <p:sp>
          <p:nvSpPr>
            <p:cNvPr id="1300" name=""/>
            <p:cNvSpPr/>
            <p:nvPr/>
          </p:nvSpPr>
          <p:spPr>
            <a:xfrm>
              <a:off x="3852720" y="477360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01" name=""/>
            <p:cNvSpPr/>
            <p:nvPr/>
          </p:nvSpPr>
          <p:spPr>
            <a:xfrm>
              <a:off x="3910680" y="4751280"/>
              <a:ext cx="503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OSNEM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02" name=""/>
          <p:cNvGrpSpPr/>
          <p:nvPr/>
        </p:nvGrpSpPr>
        <p:grpSpPr>
          <a:xfrm>
            <a:off x="4367160" y="5307120"/>
            <a:ext cx="543240" cy="200520"/>
            <a:chOff x="4367160" y="5307120"/>
            <a:chExt cx="543240" cy="200520"/>
          </a:xfrm>
        </p:grpSpPr>
        <p:sp>
          <p:nvSpPr>
            <p:cNvPr id="1303" name=""/>
            <p:cNvSpPr/>
            <p:nvPr/>
          </p:nvSpPr>
          <p:spPr>
            <a:xfrm>
              <a:off x="4367160" y="5307120"/>
              <a:ext cx="127080" cy="12672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04" name=""/>
            <p:cNvSpPr/>
            <p:nvPr/>
          </p:nvSpPr>
          <p:spPr>
            <a:xfrm>
              <a:off x="4484160" y="530712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RW14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05" name=""/>
          <p:cNvGrpSpPr/>
          <p:nvPr/>
        </p:nvGrpSpPr>
        <p:grpSpPr>
          <a:xfrm>
            <a:off x="7924680" y="2971800"/>
            <a:ext cx="479160" cy="200520"/>
            <a:chOff x="7924680" y="2971800"/>
            <a:chExt cx="479160" cy="200520"/>
          </a:xfrm>
        </p:grpSpPr>
        <p:sp>
          <p:nvSpPr>
            <p:cNvPr id="1306" name=""/>
            <p:cNvSpPr/>
            <p:nvPr/>
          </p:nvSpPr>
          <p:spPr>
            <a:xfrm>
              <a:off x="7924680" y="297828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07" name=""/>
            <p:cNvSpPr/>
            <p:nvPr/>
          </p:nvSpPr>
          <p:spPr>
            <a:xfrm>
              <a:off x="8066160" y="2971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08" name=""/>
          <p:cNvGrpSpPr/>
          <p:nvPr/>
        </p:nvGrpSpPr>
        <p:grpSpPr>
          <a:xfrm>
            <a:off x="6705720" y="4952880"/>
            <a:ext cx="461160" cy="200520"/>
            <a:chOff x="6705720" y="4952880"/>
            <a:chExt cx="461160" cy="200520"/>
          </a:xfrm>
        </p:grpSpPr>
        <p:sp>
          <p:nvSpPr>
            <p:cNvPr id="1309" name=""/>
            <p:cNvSpPr/>
            <p:nvPr/>
          </p:nvSpPr>
          <p:spPr>
            <a:xfrm>
              <a:off x="6705720" y="496728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10" name=""/>
            <p:cNvSpPr/>
            <p:nvPr/>
          </p:nvSpPr>
          <p:spPr>
            <a:xfrm>
              <a:off x="6829200" y="4952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11" name=""/>
          <p:cNvGrpSpPr/>
          <p:nvPr/>
        </p:nvGrpSpPr>
        <p:grpSpPr>
          <a:xfrm>
            <a:off x="3809880" y="2819520"/>
            <a:ext cx="461880" cy="200520"/>
            <a:chOff x="3809880" y="2819520"/>
            <a:chExt cx="461880" cy="200520"/>
          </a:xfrm>
        </p:grpSpPr>
        <p:sp>
          <p:nvSpPr>
            <p:cNvPr id="1312" name=""/>
            <p:cNvSpPr/>
            <p:nvPr/>
          </p:nvSpPr>
          <p:spPr>
            <a:xfrm>
              <a:off x="3809880" y="283500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13" name=""/>
            <p:cNvSpPr/>
            <p:nvPr/>
          </p:nvSpPr>
          <p:spPr>
            <a:xfrm>
              <a:off x="3934080" y="2819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14" name=""/>
          <p:cNvGrpSpPr/>
          <p:nvPr/>
        </p:nvGrpSpPr>
        <p:grpSpPr>
          <a:xfrm>
            <a:off x="3048120" y="5486400"/>
            <a:ext cx="461160" cy="200520"/>
            <a:chOff x="3048120" y="5486400"/>
            <a:chExt cx="461160" cy="200520"/>
          </a:xfrm>
        </p:grpSpPr>
        <p:sp>
          <p:nvSpPr>
            <p:cNvPr id="1315" name=""/>
            <p:cNvSpPr/>
            <p:nvPr/>
          </p:nvSpPr>
          <p:spPr>
            <a:xfrm>
              <a:off x="3048120" y="5502240"/>
              <a:ext cx="9648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16" name=""/>
            <p:cNvSpPr/>
            <p:nvPr/>
          </p:nvSpPr>
          <p:spPr>
            <a:xfrm>
              <a:off x="3171600" y="5486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17" name=""/>
          <p:cNvGrpSpPr/>
          <p:nvPr/>
        </p:nvGrpSpPr>
        <p:grpSpPr>
          <a:xfrm>
            <a:off x="4952880" y="457200"/>
            <a:ext cx="461520" cy="200520"/>
            <a:chOff x="4952880" y="457200"/>
            <a:chExt cx="461520" cy="200520"/>
          </a:xfrm>
        </p:grpSpPr>
        <p:sp>
          <p:nvSpPr>
            <p:cNvPr id="1318" name=""/>
            <p:cNvSpPr/>
            <p:nvPr/>
          </p:nvSpPr>
          <p:spPr>
            <a:xfrm>
              <a:off x="4952880" y="471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19" name=""/>
            <p:cNvSpPr/>
            <p:nvPr/>
          </p:nvSpPr>
          <p:spPr>
            <a:xfrm>
              <a:off x="5076720" y="457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20" name=""/>
          <p:cNvGrpSpPr/>
          <p:nvPr/>
        </p:nvGrpSpPr>
        <p:grpSpPr>
          <a:xfrm>
            <a:off x="5867280" y="4114800"/>
            <a:ext cx="461880" cy="200520"/>
            <a:chOff x="5867280" y="4114800"/>
            <a:chExt cx="461880" cy="200520"/>
          </a:xfrm>
        </p:grpSpPr>
        <p:sp>
          <p:nvSpPr>
            <p:cNvPr id="1321" name=""/>
            <p:cNvSpPr/>
            <p:nvPr/>
          </p:nvSpPr>
          <p:spPr>
            <a:xfrm>
              <a:off x="5867280" y="413064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22" name=""/>
            <p:cNvSpPr/>
            <p:nvPr/>
          </p:nvSpPr>
          <p:spPr>
            <a:xfrm>
              <a:off x="5991480" y="4114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23" name=""/>
          <p:cNvGrpSpPr/>
          <p:nvPr/>
        </p:nvGrpSpPr>
        <p:grpSpPr>
          <a:xfrm>
            <a:off x="2438280" y="914400"/>
            <a:ext cx="461520" cy="200520"/>
            <a:chOff x="2438280" y="914400"/>
            <a:chExt cx="461520" cy="200520"/>
          </a:xfrm>
        </p:grpSpPr>
        <p:sp>
          <p:nvSpPr>
            <p:cNvPr id="1324" name=""/>
            <p:cNvSpPr/>
            <p:nvPr/>
          </p:nvSpPr>
          <p:spPr>
            <a:xfrm>
              <a:off x="2438280" y="9288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25" name=""/>
            <p:cNvSpPr/>
            <p:nvPr/>
          </p:nvSpPr>
          <p:spPr>
            <a:xfrm>
              <a:off x="2562120" y="914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26" name=""/>
          <p:cNvGrpSpPr/>
          <p:nvPr/>
        </p:nvGrpSpPr>
        <p:grpSpPr>
          <a:xfrm>
            <a:off x="6019920" y="2286000"/>
            <a:ext cx="460080" cy="200520"/>
            <a:chOff x="6019920" y="2286000"/>
            <a:chExt cx="460080" cy="200520"/>
          </a:xfrm>
        </p:grpSpPr>
        <p:sp>
          <p:nvSpPr>
            <p:cNvPr id="1327" name=""/>
            <p:cNvSpPr/>
            <p:nvPr/>
          </p:nvSpPr>
          <p:spPr>
            <a:xfrm>
              <a:off x="6019920" y="2301840"/>
              <a:ext cx="950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28" name=""/>
            <p:cNvSpPr/>
            <p:nvPr/>
          </p:nvSpPr>
          <p:spPr>
            <a:xfrm>
              <a:off x="6142320" y="2286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29" name=""/>
          <p:cNvGrpSpPr/>
          <p:nvPr/>
        </p:nvGrpSpPr>
        <p:grpSpPr>
          <a:xfrm>
            <a:off x="5867280" y="3200400"/>
            <a:ext cx="461880" cy="200520"/>
            <a:chOff x="5867280" y="3200400"/>
            <a:chExt cx="461880" cy="200520"/>
          </a:xfrm>
        </p:grpSpPr>
        <p:sp>
          <p:nvSpPr>
            <p:cNvPr id="1330" name=""/>
            <p:cNvSpPr/>
            <p:nvPr/>
          </p:nvSpPr>
          <p:spPr>
            <a:xfrm>
              <a:off x="5867280" y="32148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31" name=""/>
            <p:cNvSpPr/>
            <p:nvPr/>
          </p:nvSpPr>
          <p:spPr>
            <a:xfrm>
              <a:off x="5991480" y="3200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32" name=""/>
          <p:cNvGrpSpPr/>
          <p:nvPr/>
        </p:nvGrpSpPr>
        <p:grpSpPr>
          <a:xfrm>
            <a:off x="4267080" y="3657600"/>
            <a:ext cx="461880" cy="200520"/>
            <a:chOff x="4267080" y="3657600"/>
            <a:chExt cx="461880" cy="200520"/>
          </a:xfrm>
        </p:grpSpPr>
        <p:sp>
          <p:nvSpPr>
            <p:cNvPr id="1333" name=""/>
            <p:cNvSpPr/>
            <p:nvPr/>
          </p:nvSpPr>
          <p:spPr>
            <a:xfrm>
              <a:off x="4267080" y="36734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34" name=""/>
            <p:cNvSpPr/>
            <p:nvPr/>
          </p:nvSpPr>
          <p:spPr>
            <a:xfrm>
              <a:off x="4391280" y="3657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35" name=""/>
          <p:cNvGrpSpPr/>
          <p:nvPr/>
        </p:nvGrpSpPr>
        <p:grpSpPr>
          <a:xfrm>
            <a:off x="5486400" y="6172200"/>
            <a:ext cx="461880" cy="200520"/>
            <a:chOff x="5486400" y="6172200"/>
            <a:chExt cx="461880" cy="200520"/>
          </a:xfrm>
        </p:grpSpPr>
        <p:sp>
          <p:nvSpPr>
            <p:cNvPr id="1336" name=""/>
            <p:cNvSpPr/>
            <p:nvPr/>
          </p:nvSpPr>
          <p:spPr>
            <a:xfrm>
              <a:off x="5486400" y="61880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37" name=""/>
            <p:cNvSpPr/>
            <p:nvPr/>
          </p:nvSpPr>
          <p:spPr>
            <a:xfrm>
              <a:off x="5610600" y="6172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38" name=""/>
          <p:cNvGrpSpPr/>
          <p:nvPr/>
        </p:nvGrpSpPr>
        <p:grpSpPr>
          <a:xfrm>
            <a:off x="5486400" y="5029200"/>
            <a:ext cx="461880" cy="200520"/>
            <a:chOff x="5486400" y="5029200"/>
            <a:chExt cx="461880" cy="200520"/>
          </a:xfrm>
        </p:grpSpPr>
        <p:sp>
          <p:nvSpPr>
            <p:cNvPr id="1339" name=""/>
            <p:cNvSpPr/>
            <p:nvPr/>
          </p:nvSpPr>
          <p:spPr>
            <a:xfrm>
              <a:off x="5486400" y="50436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40" name=""/>
            <p:cNvSpPr/>
            <p:nvPr/>
          </p:nvSpPr>
          <p:spPr>
            <a:xfrm>
              <a:off x="5610600" y="5029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41" name=""/>
          <p:cNvGrpSpPr/>
          <p:nvPr/>
        </p:nvGrpSpPr>
        <p:grpSpPr>
          <a:xfrm>
            <a:off x="6172200" y="838080"/>
            <a:ext cx="460080" cy="200520"/>
            <a:chOff x="6172200" y="838080"/>
            <a:chExt cx="460080" cy="200520"/>
          </a:xfrm>
        </p:grpSpPr>
        <p:sp>
          <p:nvSpPr>
            <p:cNvPr id="1342" name=""/>
            <p:cNvSpPr/>
            <p:nvPr/>
          </p:nvSpPr>
          <p:spPr>
            <a:xfrm>
              <a:off x="6172200" y="8539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43" name=""/>
            <p:cNvSpPr/>
            <p:nvPr/>
          </p:nvSpPr>
          <p:spPr>
            <a:xfrm>
              <a:off x="6294600" y="838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44" name=""/>
          <p:cNvGrpSpPr/>
          <p:nvPr/>
        </p:nvGrpSpPr>
        <p:grpSpPr>
          <a:xfrm>
            <a:off x="3983040" y="6094440"/>
            <a:ext cx="468720" cy="200520"/>
            <a:chOff x="3983040" y="6094440"/>
            <a:chExt cx="468720" cy="200520"/>
          </a:xfrm>
        </p:grpSpPr>
        <p:sp>
          <p:nvSpPr>
            <p:cNvPr id="1345" name=""/>
            <p:cNvSpPr/>
            <p:nvPr/>
          </p:nvSpPr>
          <p:spPr>
            <a:xfrm>
              <a:off x="3983040" y="61088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46" name=""/>
            <p:cNvSpPr/>
            <p:nvPr/>
          </p:nvSpPr>
          <p:spPr>
            <a:xfrm>
              <a:off x="4114080" y="60944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47" name=""/>
          <p:cNvGrpSpPr/>
          <p:nvPr/>
        </p:nvGrpSpPr>
        <p:grpSpPr>
          <a:xfrm>
            <a:off x="3198960" y="3681360"/>
            <a:ext cx="468720" cy="200520"/>
            <a:chOff x="3198960" y="3681360"/>
            <a:chExt cx="468720" cy="200520"/>
          </a:xfrm>
        </p:grpSpPr>
        <p:sp>
          <p:nvSpPr>
            <p:cNvPr id="1348" name=""/>
            <p:cNvSpPr/>
            <p:nvPr/>
          </p:nvSpPr>
          <p:spPr>
            <a:xfrm>
              <a:off x="3198960" y="369720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49" name=""/>
            <p:cNvSpPr/>
            <p:nvPr/>
          </p:nvSpPr>
          <p:spPr>
            <a:xfrm>
              <a:off x="3330000" y="36813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50" name=""/>
          <p:cNvGrpSpPr/>
          <p:nvPr/>
        </p:nvGrpSpPr>
        <p:grpSpPr>
          <a:xfrm>
            <a:off x="990720" y="2743200"/>
            <a:ext cx="461160" cy="200520"/>
            <a:chOff x="990720" y="2743200"/>
            <a:chExt cx="461160" cy="200520"/>
          </a:xfrm>
        </p:grpSpPr>
        <p:sp>
          <p:nvSpPr>
            <p:cNvPr id="1351" name=""/>
            <p:cNvSpPr/>
            <p:nvPr/>
          </p:nvSpPr>
          <p:spPr>
            <a:xfrm>
              <a:off x="990720" y="2759040"/>
              <a:ext cx="9648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52" name=""/>
            <p:cNvSpPr/>
            <p:nvPr/>
          </p:nvSpPr>
          <p:spPr>
            <a:xfrm>
              <a:off x="1114200" y="2743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53" name=""/>
          <p:cNvGrpSpPr/>
          <p:nvPr/>
        </p:nvGrpSpPr>
        <p:grpSpPr>
          <a:xfrm>
            <a:off x="2819520" y="4648320"/>
            <a:ext cx="461160" cy="200520"/>
            <a:chOff x="2819520" y="4648320"/>
            <a:chExt cx="461160" cy="200520"/>
          </a:xfrm>
        </p:grpSpPr>
        <p:sp>
          <p:nvSpPr>
            <p:cNvPr id="1354" name=""/>
            <p:cNvSpPr/>
            <p:nvPr/>
          </p:nvSpPr>
          <p:spPr>
            <a:xfrm>
              <a:off x="2819520" y="466236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55" name=""/>
            <p:cNvSpPr/>
            <p:nvPr/>
          </p:nvSpPr>
          <p:spPr>
            <a:xfrm>
              <a:off x="2943000" y="4648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56" name=""/>
          <p:cNvGrpSpPr/>
          <p:nvPr/>
        </p:nvGrpSpPr>
        <p:grpSpPr>
          <a:xfrm>
            <a:off x="3962520" y="1828800"/>
            <a:ext cx="461520" cy="200520"/>
            <a:chOff x="3962520" y="1828800"/>
            <a:chExt cx="461520" cy="200520"/>
          </a:xfrm>
        </p:grpSpPr>
        <p:sp>
          <p:nvSpPr>
            <p:cNvPr id="1357" name=""/>
            <p:cNvSpPr/>
            <p:nvPr/>
          </p:nvSpPr>
          <p:spPr>
            <a:xfrm>
              <a:off x="3962520" y="18446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58" name=""/>
            <p:cNvSpPr/>
            <p:nvPr/>
          </p:nvSpPr>
          <p:spPr>
            <a:xfrm>
              <a:off x="4086360" y="1828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59" name=""/>
          <p:cNvGrpSpPr/>
          <p:nvPr/>
        </p:nvGrpSpPr>
        <p:grpSpPr>
          <a:xfrm>
            <a:off x="3886200" y="4191120"/>
            <a:ext cx="460080" cy="200520"/>
            <a:chOff x="3886200" y="4191120"/>
            <a:chExt cx="460080" cy="200520"/>
          </a:xfrm>
        </p:grpSpPr>
        <p:sp>
          <p:nvSpPr>
            <p:cNvPr id="1360" name=""/>
            <p:cNvSpPr/>
            <p:nvPr/>
          </p:nvSpPr>
          <p:spPr>
            <a:xfrm>
              <a:off x="3886200" y="42069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61" name=""/>
            <p:cNvSpPr/>
            <p:nvPr/>
          </p:nvSpPr>
          <p:spPr>
            <a:xfrm>
              <a:off x="4008600" y="4191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62" name=""/>
          <p:cNvGrpSpPr/>
          <p:nvPr/>
        </p:nvGrpSpPr>
        <p:grpSpPr>
          <a:xfrm>
            <a:off x="4800600" y="1295280"/>
            <a:ext cx="461880" cy="200520"/>
            <a:chOff x="4800600" y="1295280"/>
            <a:chExt cx="461880" cy="200520"/>
          </a:xfrm>
        </p:grpSpPr>
        <p:sp>
          <p:nvSpPr>
            <p:cNvPr id="1363" name=""/>
            <p:cNvSpPr/>
            <p:nvPr/>
          </p:nvSpPr>
          <p:spPr>
            <a:xfrm>
              <a:off x="4800600" y="131112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64" name=""/>
            <p:cNvSpPr/>
            <p:nvPr/>
          </p:nvSpPr>
          <p:spPr>
            <a:xfrm>
              <a:off x="4924800" y="1295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365" name="Oval 1364"/>
          <p:cNvSpPr/>
          <p:nvPr/>
        </p:nvSpPr>
        <p:spPr>
          <a:xfrm>
            <a:off x="3533355" y="446480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Oval 1365"/>
          <p:cNvSpPr/>
          <p:nvPr/>
        </p:nvSpPr>
        <p:spPr>
          <a:xfrm>
            <a:off x="3563355" y="449480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1367" name="Rounded Rectangle 1366"/>
          <p:cNvSpPr/>
          <p:nvPr/>
        </p:nvSpPr>
        <p:spPr>
          <a:xfrm>
            <a:off x="3741355" y="448230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1368" name="Oval 1367"/>
          <p:cNvSpPr/>
          <p:nvPr/>
        </p:nvSpPr>
        <p:spPr>
          <a:xfrm>
            <a:off x="2822576" y="470937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Oval 1368"/>
          <p:cNvSpPr/>
          <p:nvPr/>
        </p:nvSpPr>
        <p:spPr>
          <a:xfrm>
            <a:off x="2852576" y="473937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1370" name="Rounded Rectangle 1369"/>
          <p:cNvSpPr/>
          <p:nvPr/>
        </p:nvSpPr>
        <p:spPr>
          <a:xfrm>
            <a:off x="3030576" y="472687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1371" name="Oval 1370"/>
          <p:cNvSpPr/>
          <p:nvPr/>
        </p:nvSpPr>
        <p:spPr>
          <a:xfrm>
            <a:off x="3634621" y="595992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Oval 1371"/>
          <p:cNvSpPr/>
          <p:nvPr/>
        </p:nvSpPr>
        <p:spPr>
          <a:xfrm>
            <a:off x="3664621" y="598992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1373" name="Rounded Rectangle 1372"/>
          <p:cNvSpPr/>
          <p:nvPr/>
        </p:nvSpPr>
        <p:spPr>
          <a:xfrm>
            <a:off x="3842621" y="597742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1374" name="Oval 1373"/>
          <p:cNvSpPr/>
          <p:nvPr/>
        </p:nvSpPr>
        <p:spPr>
          <a:xfrm>
            <a:off x="8105645" y="75806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Oval 1374"/>
          <p:cNvSpPr/>
          <p:nvPr/>
        </p:nvSpPr>
        <p:spPr>
          <a:xfrm>
            <a:off x="8135645" y="78806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1376" name="Rounded Rectangle 1375"/>
          <p:cNvSpPr/>
          <p:nvPr/>
        </p:nvSpPr>
        <p:spPr>
          <a:xfrm>
            <a:off x="8313645" y="77556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1377" name="Oval 1376"/>
          <p:cNvSpPr/>
          <p:nvPr/>
        </p:nvSpPr>
        <p:spPr>
          <a:xfrm>
            <a:off x="8105645" y="532462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Oval 1377"/>
          <p:cNvSpPr/>
          <p:nvPr/>
        </p:nvSpPr>
        <p:spPr>
          <a:xfrm>
            <a:off x="8135645" y="535462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1379" name="Rounded Rectangle 1378"/>
          <p:cNvSpPr/>
          <p:nvPr/>
        </p:nvSpPr>
        <p:spPr>
          <a:xfrm>
            <a:off x="8313645" y="534212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1380" name="Oval 1379"/>
          <p:cNvSpPr/>
          <p:nvPr/>
        </p:nvSpPr>
        <p:spPr>
          <a:xfrm>
            <a:off x="8844000" y="5959926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Oval 1380"/>
          <p:cNvSpPr/>
          <p:nvPr/>
        </p:nvSpPr>
        <p:spPr>
          <a:xfrm>
            <a:off x="8874000" y="598992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1382" name="Rounded Rectangle 1381"/>
          <p:cNvSpPr/>
          <p:nvPr/>
        </p:nvSpPr>
        <p:spPr>
          <a:xfrm>
            <a:off x="8326000" y="597742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1383" name="Oval 1382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Oval 1383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1385" name="Rounded Rectangle 1384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1386" name="Oval 1385"/>
          <p:cNvSpPr/>
          <p:nvPr/>
        </p:nvSpPr>
        <p:spPr>
          <a:xfrm>
            <a:off x="8844000" y="153476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Oval 1386"/>
          <p:cNvSpPr/>
          <p:nvPr/>
        </p:nvSpPr>
        <p:spPr>
          <a:xfrm>
            <a:off x="8874000" y="156476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1388" name="Rounded Rectangle 1387"/>
          <p:cNvSpPr/>
          <p:nvPr/>
        </p:nvSpPr>
        <p:spPr>
          <a:xfrm>
            <a:off x="8326000" y="155226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1389" name="Rounded Rectangle 1388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V63, V64, V65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5" name=""/>
          <p:cNvSpPr/>
          <p:nvPr/>
        </p:nvSpPr>
        <p:spPr>
          <a:xfrm>
            <a:off x="3145680" y="50760"/>
            <a:ext cx="285228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14: LSZH | RWY 34 | STAR BLM2G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" name=""/>
          <p:cNvSpPr/>
          <p:nvPr/>
        </p:nvSpPr>
        <p:spPr>
          <a:xfrm>
            <a:off x="1901880" y="2382840"/>
            <a:ext cx="982440" cy="320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"/>
          <p:cNvSpPr/>
          <p:nvPr/>
        </p:nvSpPr>
        <p:spPr>
          <a:xfrm>
            <a:off x="2884320" y="2703600"/>
            <a:ext cx="1254240" cy="4064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"/>
          <p:cNvSpPr/>
          <p:nvPr/>
        </p:nvSpPr>
        <p:spPr>
          <a:xfrm>
            <a:off x="4138560" y="3110040"/>
            <a:ext cx="2082960" cy="255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"/>
          <p:cNvSpPr/>
          <p:nvPr/>
        </p:nvSpPr>
        <p:spPr>
          <a:xfrm>
            <a:off x="6221520" y="3365640"/>
            <a:ext cx="1020600" cy="12618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0" name=""/>
          <p:cNvSpPr/>
          <p:nvPr/>
        </p:nvSpPr>
        <p:spPr>
          <a:xfrm flipH="1" flipV="1">
            <a:off x="6700680" y="3981600"/>
            <a:ext cx="541440" cy="645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"/>
          <p:cNvSpPr/>
          <p:nvPr/>
        </p:nvSpPr>
        <p:spPr>
          <a:xfrm flipH="1" flipV="1">
            <a:off x="6571800" y="3718080"/>
            <a:ext cx="128520" cy="263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"/>
          <p:cNvSpPr/>
          <p:nvPr/>
        </p:nvSpPr>
        <p:spPr>
          <a:xfrm flipH="1" flipV="1">
            <a:off x="6119280" y="2789280"/>
            <a:ext cx="452520" cy="9288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373" name=""/>
          <p:cNvGrpSpPr/>
          <p:nvPr/>
        </p:nvGrpSpPr>
        <p:grpSpPr>
          <a:xfrm>
            <a:off x="1838160" y="2319480"/>
            <a:ext cx="516240" cy="200520"/>
            <a:chOff x="1838160" y="2319480"/>
            <a:chExt cx="516240" cy="200520"/>
          </a:xfrm>
        </p:grpSpPr>
        <p:sp>
          <p:nvSpPr>
            <p:cNvPr id="1374" name=""/>
            <p:cNvSpPr/>
            <p:nvPr/>
          </p:nvSpPr>
          <p:spPr>
            <a:xfrm>
              <a:off x="1838160" y="2319480"/>
              <a:ext cx="127080" cy="12672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75" name=""/>
            <p:cNvSpPr/>
            <p:nvPr/>
          </p:nvSpPr>
          <p:spPr>
            <a:xfrm>
              <a:off x="1983240" y="2319480"/>
              <a:ext cx="371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BLM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76" name=""/>
          <p:cNvGrpSpPr/>
          <p:nvPr/>
        </p:nvGrpSpPr>
        <p:grpSpPr>
          <a:xfrm>
            <a:off x="2833560" y="2639880"/>
            <a:ext cx="553320" cy="200520"/>
            <a:chOff x="2833560" y="2639880"/>
            <a:chExt cx="553320" cy="200520"/>
          </a:xfrm>
        </p:grpSpPr>
        <p:sp>
          <p:nvSpPr>
            <p:cNvPr id="1377" name=""/>
            <p:cNvSpPr/>
            <p:nvPr/>
          </p:nvSpPr>
          <p:spPr>
            <a:xfrm>
              <a:off x="2833560" y="265284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78" name=""/>
            <p:cNvSpPr/>
            <p:nvPr/>
          </p:nvSpPr>
          <p:spPr>
            <a:xfrm>
              <a:off x="2940840" y="263988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ZH677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79" name=""/>
          <p:cNvGrpSpPr/>
          <p:nvPr/>
        </p:nvGrpSpPr>
        <p:grpSpPr>
          <a:xfrm>
            <a:off x="4087800" y="3046320"/>
            <a:ext cx="555480" cy="200520"/>
            <a:chOff x="4087800" y="3046320"/>
            <a:chExt cx="555480" cy="200520"/>
          </a:xfrm>
        </p:grpSpPr>
        <p:sp>
          <p:nvSpPr>
            <p:cNvPr id="1380" name=""/>
            <p:cNvSpPr/>
            <p:nvPr/>
          </p:nvSpPr>
          <p:spPr>
            <a:xfrm>
              <a:off x="4087800" y="30592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81" name=""/>
            <p:cNvSpPr/>
            <p:nvPr/>
          </p:nvSpPr>
          <p:spPr>
            <a:xfrm>
              <a:off x="4192920" y="304632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GIPOL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82" name=""/>
          <p:cNvGrpSpPr/>
          <p:nvPr/>
        </p:nvGrpSpPr>
        <p:grpSpPr>
          <a:xfrm>
            <a:off x="6170760" y="3301920"/>
            <a:ext cx="483480" cy="200520"/>
            <a:chOff x="6170760" y="3301920"/>
            <a:chExt cx="483480" cy="200520"/>
          </a:xfrm>
        </p:grpSpPr>
        <p:sp>
          <p:nvSpPr>
            <p:cNvPr id="1383" name=""/>
            <p:cNvSpPr/>
            <p:nvPr/>
          </p:nvSpPr>
          <p:spPr>
            <a:xfrm>
              <a:off x="6170760" y="33148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84" name=""/>
            <p:cNvSpPr/>
            <p:nvPr/>
          </p:nvSpPr>
          <p:spPr>
            <a:xfrm>
              <a:off x="6296760" y="3301920"/>
              <a:ext cx="357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KLO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85" name=""/>
          <p:cNvGrpSpPr/>
          <p:nvPr/>
        </p:nvGrpSpPr>
        <p:grpSpPr>
          <a:xfrm>
            <a:off x="7191360" y="4564080"/>
            <a:ext cx="553320" cy="200520"/>
            <a:chOff x="7191360" y="4564080"/>
            <a:chExt cx="553320" cy="200520"/>
          </a:xfrm>
        </p:grpSpPr>
        <p:sp>
          <p:nvSpPr>
            <p:cNvPr id="1386" name=""/>
            <p:cNvSpPr/>
            <p:nvPr/>
          </p:nvSpPr>
          <p:spPr>
            <a:xfrm>
              <a:off x="7191360" y="45766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87" name=""/>
            <p:cNvSpPr/>
            <p:nvPr/>
          </p:nvSpPr>
          <p:spPr>
            <a:xfrm>
              <a:off x="7298640" y="456408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ZH726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88" name=""/>
          <p:cNvGrpSpPr/>
          <p:nvPr/>
        </p:nvGrpSpPr>
        <p:grpSpPr>
          <a:xfrm>
            <a:off x="6661080" y="3917880"/>
            <a:ext cx="534960" cy="200520"/>
            <a:chOff x="6661080" y="3917880"/>
            <a:chExt cx="534960" cy="200520"/>
          </a:xfrm>
        </p:grpSpPr>
        <p:sp>
          <p:nvSpPr>
            <p:cNvPr id="1389" name=""/>
            <p:cNvSpPr/>
            <p:nvPr/>
          </p:nvSpPr>
          <p:spPr>
            <a:xfrm>
              <a:off x="6661080" y="394164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90" name=""/>
            <p:cNvSpPr/>
            <p:nvPr/>
          </p:nvSpPr>
          <p:spPr>
            <a:xfrm>
              <a:off x="6745680" y="391788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UTIXO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91" name=""/>
          <p:cNvGrpSpPr/>
          <p:nvPr/>
        </p:nvGrpSpPr>
        <p:grpSpPr>
          <a:xfrm>
            <a:off x="6532560" y="3654360"/>
            <a:ext cx="517320" cy="200520"/>
            <a:chOff x="6532560" y="3654360"/>
            <a:chExt cx="517320" cy="200520"/>
          </a:xfrm>
        </p:grpSpPr>
        <p:sp>
          <p:nvSpPr>
            <p:cNvPr id="1392" name=""/>
            <p:cNvSpPr/>
            <p:nvPr/>
          </p:nvSpPr>
          <p:spPr>
            <a:xfrm>
              <a:off x="6532560" y="367668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93" name=""/>
            <p:cNvSpPr/>
            <p:nvPr/>
          </p:nvSpPr>
          <p:spPr>
            <a:xfrm>
              <a:off x="6634440" y="3654360"/>
              <a:ext cx="4154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MILNI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94" name=""/>
          <p:cNvGrpSpPr/>
          <p:nvPr/>
        </p:nvGrpSpPr>
        <p:grpSpPr>
          <a:xfrm>
            <a:off x="6056280" y="2725560"/>
            <a:ext cx="543240" cy="200520"/>
            <a:chOff x="6056280" y="2725560"/>
            <a:chExt cx="543240" cy="200520"/>
          </a:xfrm>
        </p:grpSpPr>
        <p:sp>
          <p:nvSpPr>
            <p:cNvPr id="1395" name=""/>
            <p:cNvSpPr/>
            <p:nvPr/>
          </p:nvSpPr>
          <p:spPr>
            <a:xfrm>
              <a:off x="6056280" y="272556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96" name=""/>
            <p:cNvSpPr/>
            <p:nvPr/>
          </p:nvSpPr>
          <p:spPr>
            <a:xfrm>
              <a:off x="6173280" y="272556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RW24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97" name=""/>
          <p:cNvGrpSpPr/>
          <p:nvPr/>
        </p:nvGrpSpPr>
        <p:grpSpPr>
          <a:xfrm>
            <a:off x="2209680" y="3429000"/>
            <a:ext cx="479160" cy="200520"/>
            <a:chOff x="2209680" y="3429000"/>
            <a:chExt cx="479160" cy="200520"/>
          </a:xfrm>
        </p:grpSpPr>
        <p:sp>
          <p:nvSpPr>
            <p:cNvPr id="1398" name=""/>
            <p:cNvSpPr/>
            <p:nvPr/>
          </p:nvSpPr>
          <p:spPr>
            <a:xfrm>
              <a:off x="2209680" y="3435120"/>
              <a:ext cx="11448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99" name=""/>
            <p:cNvSpPr/>
            <p:nvPr/>
          </p:nvSpPr>
          <p:spPr>
            <a:xfrm>
              <a:off x="2351160" y="3429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00" name=""/>
          <p:cNvGrpSpPr/>
          <p:nvPr/>
        </p:nvGrpSpPr>
        <p:grpSpPr>
          <a:xfrm>
            <a:off x="8534520" y="457200"/>
            <a:ext cx="479160" cy="200520"/>
            <a:chOff x="8534520" y="457200"/>
            <a:chExt cx="479160" cy="200520"/>
          </a:xfrm>
        </p:grpSpPr>
        <p:sp>
          <p:nvSpPr>
            <p:cNvPr id="1401" name=""/>
            <p:cNvSpPr/>
            <p:nvPr/>
          </p:nvSpPr>
          <p:spPr>
            <a:xfrm>
              <a:off x="8534520" y="463680"/>
              <a:ext cx="11448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02" name=""/>
            <p:cNvSpPr/>
            <p:nvPr/>
          </p:nvSpPr>
          <p:spPr>
            <a:xfrm>
              <a:off x="8676000" y="457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03" name=""/>
          <p:cNvGrpSpPr/>
          <p:nvPr/>
        </p:nvGrpSpPr>
        <p:grpSpPr>
          <a:xfrm>
            <a:off x="2968560" y="4950000"/>
            <a:ext cx="486360" cy="200520"/>
            <a:chOff x="2968560" y="4950000"/>
            <a:chExt cx="486360" cy="200520"/>
          </a:xfrm>
        </p:grpSpPr>
        <p:sp>
          <p:nvSpPr>
            <p:cNvPr id="1404" name=""/>
            <p:cNvSpPr/>
            <p:nvPr/>
          </p:nvSpPr>
          <p:spPr>
            <a:xfrm>
              <a:off x="2968560" y="4956120"/>
              <a:ext cx="11448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05" name=""/>
            <p:cNvSpPr/>
            <p:nvPr/>
          </p:nvSpPr>
          <p:spPr>
            <a:xfrm>
              <a:off x="3117240" y="4950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06" name=""/>
          <p:cNvGrpSpPr/>
          <p:nvPr/>
        </p:nvGrpSpPr>
        <p:grpSpPr>
          <a:xfrm>
            <a:off x="4876920" y="5486400"/>
            <a:ext cx="461520" cy="200520"/>
            <a:chOff x="4876920" y="5486400"/>
            <a:chExt cx="461520" cy="200520"/>
          </a:xfrm>
        </p:grpSpPr>
        <p:sp>
          <p:nvSpPr>
            <p:cNvPr id="1407" name=""/>
            <p:cNvSpPr/>
            <p:nvPr/>
          </p:nvSpPr>
          <p:spPr>
            <a:xfrm>
              <a:off x="4876920" y="5502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08" name=""/>
            <p:cNvSpPr/>
            <p:nvPr/>
          </p:nvSpPr>
          <p:spPr>
            <a:xfrm>
              <a:off x="5000760" y="5486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09" name=""/>
          <p:cNvGrpSpPr/>
          <p:nvPr/>
        </p:nvGrpSpPr>
        <p:grpSpPr>
          <a:xfrm>
            <a:off x="8458200" y="2514600"/>
            <a:ext cx="460080" cy="200520"/>
            <a:chOff x="8458200" y="2514600"/>
            <a:chExt cx="460080" cy="200520"/>
          </a:xfrm>
        </p:grpSpPr>
        <p:sp>
          <p:nvSpPr>
            <p:cNvPr id="1410" name=""/>
            <p:cNvSpPr/>
            <p:nvPr/>
          </p:nvSpPr>
          <p:spPr>
            <a:xfrm>
              <a:off x="8458200" y="25304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11" name=""/>
            <p:cNvSpPr/>
            <p:nvPr/>
          </p:nvSpPr>
          <p:spPr>
            <a:xfrm>
              <a:off x="8580600" y="2514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12" name=""/>
          <p:cNvGrpSpPr/>
          <p:nvPr/>
        </p:nvGrpSpPr>
        <p:grpSpPr>
          <a:xfrm>
            <a:off x="720720" y="3454560"/>
            <a:ext cx="468720" cy="200520"/>
            <a:chOff x="720720" y="3454560"/>
            <a:chExt cx="468720" cy="200520"/>
          </a:xfrm>
        </p:grpSpPr>
        <p:sp>
          <p:nvSpPr>
            <p:cNvPr id="1413" name=""/>
            <p:cNvSpPr/>
            <p:nvPr/>
          </p:nvSpPr>
          <p:spPr>
            <a:xfrm>
              <a:off x="720720" y="34686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14" name=""/>
            <p:cNvSpPr/>
            <p:nvPr/>
          </p:nvSpPr>
          <p:spPr>
            <a:xfrm>
              <a:off x="851760" y="34545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15" name=""/>
          <p:cNvGrpSpPr/>
          <p:nvPr/>
        </p:nvGrpSpPr>
        <p:grpSpPr>
          <a:xfrm>
            <a:off x="4572000" y="609480"/>
            <a:ext cx="461880" cy="200520"/>
            <a:chOff x="4572000" y="609480"/>
            <a:chExt cx="461880" cy="200520"/>
          </a:xfrm>
        </p:grpSpPr>
        <p:sp>
          <p:nvSpPr>
            <p:cNvPr id="1416" name=""/>
            <p:cNvSpPr/>
            <p:nvPr/>
          </p:nvSpPr>
          <p:spPr>
            <a:xfrm>
              <a:off x="4572000" y="623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17" name=""/>
            <p:cNvSpPr/>
            <p:nvPr/>
          </p:nvSpPr>
          <p:spPr>
            <a:xfrm>
              <a:off x="4696200" y="609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18" name=""/>
          <p:cNvGrpSpPr/>
          <p:nvPr/>
        </p:nvGrpSpPr>
        <p:grpSpPr>
          <a:xfrm>
            <a:off x="4925880" y="1949400"/>
            <a:ext cx="469080" cy="200520"/>
            <a:chOff x="4925880" y="1949400"/>
            <a:chExt cx="469080" cy="200520"/>
          </a:xfrm>
        </p:grpSpPr>
        <p:sp>
          <p:nvSpPr>
            <p:cNvPr id="1419" name=""/>
            <p:cNvSpPr/>
            <p:nvPr/>
          </p:nvSpPr>
          <p:spPr>
            <a:xfrm>
              <a:off x="4925880" y="1965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20" name=""/>
            <p:cNvSpPr/>
            <p:nvPr/>
          </p:nvSpPr>
          <p:spPr>
            <a:xfrm>
              <a:off x="5057280" y="1949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21" name=""/>
          <p:cNvGrpSpPr/>
          <p:nvPr/>
        </p:nvGrpSpPr>
        <p:grpSpPr>
          <a:xfrm>
            <a:off x="704880" y="1941480"/>
            <a:ext cx="468720" cy="200520"/>
            <a:chOff x="704880" y="1941480"/>
            <a:chExt cx="468720" cy="200520"/>
          </a:xfrm>
        </p:grpSpPr>
        <p:sp>
          <p:nvSpPr>
            <p:cNvPr id="1422" name=""/>
            <p:cNvSpPr/>
            <p:nvPr/>
          </p:nvSpPr>
          <p:spPr>
            <a:xfrm>
              <a:off x="704880" y="1957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23" name=""/>
            <p:cNvSpPr/>
            <p:nvPr/>
          </p:nvSpPr>
          <p:spPr>
            <a:xfrm>
              <a:off x="835920" y="1941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24" name=""/>
          <p:cNvGrpSpPr/>
          <p:nvPr/>
        </p:nvGrpSpPr>
        <p:grpSpPr>
          <a:xfrm>
            <a:off x="7165800" y="1933560"/>
            <a:ext cx="467280" cy="200520"/>
            <a:chOff x="7165800" y="1933560"/>
            <a:chExt cx="467280" cy="200520"/>
          </a:xfrm>
        </p:grpSpPr>
        <p:sp>
          <p:nvSpPr>
            <p:cNvPr id="1425" name=""/>
            <p:cNvSpPr/>
            <p:nvPr/>
          </p:nvSpPr>
          <p:spPr>
            <a:xfrm>
              <a:off x="7165800" y="194940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26" name=""/>
            <p:cNvSpPr/>
            <p:nvPr/>
          </p:nvSpPr>
          <p:spPr>
            <a:xfrm>
              <a:off x="7295400" y="19335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27" name=""/>
          <p:cNvGrpSpPr/>
          <p:nvPr/>
        </p:nvGrpSpPr>
        <p:grpSpPr>
          <a:xfrm>
            <a:off x="8318520" y="4950000"/>
            <a:ext cx="468720" cy="200520"/>
            <a:chOff x="8318520" y="4950000"/>
            <a:chExt cx="468720" cy="200520"/>
          </a:xfrm>
        </p:grpSpPr>
        <p:sp>
          <p:nvSpPr>
            <p:cNvPr id="1428" name=""/>
            <p:cNvSpPr/>
            <p:nvPr/>
          </p:nvSpPr>
          <p:spPr>
            <a:xfrm>
              <a:off x="8318520" y="49640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29" name=""/>
            <p:cNvSpPr/>
            <p:nvPr/>
          </p:nvSpPr>
          <p:spPr>
            <a:xfrm>
              <a:off x="8449560" y="4950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30" name=""/>
          <p:cNvGrpSpPr/>
          <p:nvPr/>
        </p:nvGrpSpPr>
        <p:grpSpPr>
          <a:xfrm>
            <a:off x="6095880" y="4419720"/>
            <a:ext cx="461880" cy="200520"/>
            <a:chOff x="6095880" y="4419720"/>
            <a:chExt cx="461880" cy="200520"/>
          </a:xfrm>
        </p:grpSpPr>
        <p:sp>
          <p:nvSpPr>
            <p:cNvPr id="1431" name=""/>
            <p:cNvSpPr/>
            <p:nvPr/>
          </p:nvSpPr>
          <p:spPr>
            <a:xfrm>
              <a:off x="6095880" y="44337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32" name=""/>
            <p:cNvSpPr/>
            <p:nvPr/>
          </p:nvSpPr>
          <p:spPr>
            <a:xfrm>
              <a:off x="6220080" y="4419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33" name=""/>
          <p:cNvGrpSpPr/>
          <p:nvPr/>
        </p:nvGrpSpPr>
        <p:grpSpPr>
          <a:xfrm>
            <a:off x="3773520" y="4168800"/>
            <a:ext cx="468720" cy="200520"/>
            <a:chOff x="3773520" y="4168800"/>
            <a:chExt cx="468720" cy="200520"/>
          </a:xfrm>
        </p:grpSpPr>
        <p:sp>
          <p:nvSpPr>
            <p:cNvPr id="1434" name=""/>
            <p:cNvSpPr/>
            <p:nvPr/>
          </p:nvSpPr>
          <p:spPr>
            <a:xfrm>
              <a:off x="3773520" y="41846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35" name=""/>
            <p:cNvSpPr/>
            <p:nvPr/>
          </p:nvSpPr>
          <p:spPr>
            <a:xfrm>
              <a:off x="3904560" y="4168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36" name=""/>
          <p:cNvGrpSpPr/>
          <p:nvPr/>
        </p:nvGrpSpPr>
        <p:grpSpPr>
          <a:xfrm>
            <a:off x="3747960" y="1959120"/>
            <a:ext cx="469080" cy="200520"/>
            <a:chOff x="3747960" y="1959120"/>
            <a:chExt cx="469080" cy="200520"/>
          </a:xfrm>
        </p:grpSpPr>
        <p:sp>
          <p:nvSpPr>
            <p:cNvPr id="1437" name=""/>
            <p:cNvSpPr/>
            <p:nvPr/>
          </p:nvSpPr>
          <p:spPr>
            <a:xfrm>
              <a:off x="3747960" y="1973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38" name=""/>
            <p:cNvSpPr/>
            <p:nvPr/>
          </p:nvSpPr>
          <p:spPr>
            <a:xfrm>
              <a:off x="3879360" y="1959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39" name=""/>
          <p:cNvGrpSpPr/>
          <p:nvPr/>
        </p:nvGrpSpPr>
        <p:grpSpPr>
          <a:xfrm>
            <a:off x="5095800" y="3741840"/>
            <a:ext cx="467280" cy="200520"/>
            <a:chOff x="5095800" y="3741840"/>
            <a:chExt cx="467280" cy="200520"/>
          </a:xfrm>
        </p:grpSpPr>
        <p:sp>
          <p:nvSpPr>
            <p:cNvPr id="1440" name=""/>
            <p:cNvSpPr/>
            <p:nvPr/>
          </p:nvSpPr>
          <p:spPr>
            <a:xfrm>
              <a:off x="5095800" y="375768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41" name=""/>
            <p:cNvSpPr/>
            <p:nvPr/>
          </p:nvSpPr>
          <p:spPr>
            <a:xfrm>
              <a:off x="5225400" y="37418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42" name=""/>
          <p:cNvGrpSpPr/>
          <p:nvPr/>
        </p:nvGrpSpPr>
        <p:grpSpPr>
          <a:xfrm>
            <a:off x="1484280" y="4941720"/>
            <a:ext cx="468720" cy="200520"/>
            <a:chOff x="1484280" y="4941720"/>
            <a:chExt cx="468720" cy="200520"/>
          </a:xfrm>
        </p:grpSpPr>
        <p:sp>
          <p:nvSpPr>
            <p:cNvPr id="1443" name=""/>
            <p:cNvSpPr/>
            <p:nvPr/>
          </p:nvSpPr>
          <p:spPr>
            <a:xfrm>
              <a:off x="1484280" y="4956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44" name=""/>
            <p:cNvSpPr/>
            <p:nvPr/>
          </p:nvSpPr>
          <p:spPr>
            <a:xfrm>
              <a:off x="1615320" y="4941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45" name=""/>
          <p:cNvGrpSpPr/>
          <p:nvPr/>
        </p:nvGrpSpPr>
        <p:grpSpPr>
          <a:xfrm>
            <a:off x="2209680" y="1295280"/>
            <a:ext cx="461520" cy="200520"/>
            <a:chOff x="2209680" y="1295280"/>
            <a:chExt cx="461520" cy="200520"/>
          </a:xfrm>
        </p:grpSpPr>
        <p:sp>
          <p:nvSpPr>
            <p:cNvPr id="1446" name=""/>
            <p:cNvSpPr/>
            <p:nvPr/>
          </p:nvSpPr>
          <p:spPr>
            <a:xfrm>
              <a:off x="2209680" y="1311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47" name=""/>
            <p:cNvSpPr/>
            <p:nvPr/>
          </p:nvSpPr>
          <p:spPr>
            <a:xfrm>
              <a:off x="2333520" y="1295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48" name=""/>
          <p:cNvGrpSpPr/>
          <p:nvPr/>
        </p:nvGrpSpPr>
        <p:grpSpPr>
          <a:xfrm>
            <a:off x="3733920" y="6172200"/>
            <a:ext cx="461160" cy="200520"/>
            <a:chOff x="3733920" y="6172200"/>
            <a:chExt cx="461160" cy="200520"/>
          </a:xfrm>
        </p:grpSpPr>
        <p:sp>
          <p:nvSpPr>
            <p:cNvPr id="1449" name=""/>
            <p:cNvSpPr/>
            <p:nvPr/>
          </p:nvSpPr>
          <p:spPr>
            <a:xfrm>
              <a:off x="3733920" y="618624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50" name=""/>
            <p:cNvSpPr/>
            <p:nvPr/>
          </p:nvSpPr>
          <p:spPr>
            <a:xfrm>
              <a:off x="3857400" y="6172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51" name=""/>
          <p:cNvGrpSpPr/>
          <p:nvPr/>
        </p:nvGrpSpPr>
        <p:grpSpPr>
          <a:xfrm>
            <a:off x="7467480" y="3809880"/>
            <a:ext cx="461520" cy="200520"/>
            <a:chOff x="7467480" y="3809880"/>
            <a:chExt cx="461520" cy="200520"/>
          </a:xfrm>
        </p:grpSpPr>
        <p:sp>
          <p:nvSpPr>
            <p:cNvPr id="1452" name=""/>
            <p:cNvSpPr/>
            <p:nvPr/>
          </p:nvSpPr>
          <p:spPr>
            <a:xfrm>
              <a:off x="7467480" y="38239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53" name=""/>
            <p:cNvSpPr/>
            <p:nvPr/>
          </p:nvSpPr>
          <p:spPr>
            <a:xfrm>
              <a:off x="7591320" y="3809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54" name=""/>
          <p:cNvGrpSpPr/>
          <p:nvPr/>
        </p:nvGrpSpPr>
        <p:grpSpPr>
          <a:xfrm>
            <a:off x="6248520" y="1371600"/>
            <a:ext cx="461160" cy="200520"/>
            <a:chOff x="6248520" y="1371600"/>
            <a:chExt cx="461160" cy="200520"/>
          </a:xfrm>
        </p:grpSpPr>
        <p:sp>
          <p:nvSpPr>
            <p:cNvPr id="1455" name=""/>
            <p:cNvSpPr/>
            <p:nvPr/>
          </p:nvSpPr>
          <p:spPr>
            <a:xfrm>
              <a:off x="6248520" y="138744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56" name=""/>
            <p:cNvSpPr/>
            <p:nvPr/>
          </p:nvSpPr>
          <p:spPr>
            <a:xfrm>
              <a:off x="6372000" y="1371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457" name="Oval 1456"/>
          <p:cNvSpPr/>
          <p:nvPr/>
        </p:nvSpPr>
        <p:spPr>
          <a:xfrm>
            <a:off x="6839016" y="300513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Oval 1457"/>
          <p:cNvSpPr/>
          <p:nvPr/>
        </p:nvSpPr>
        <p:spPr>
          <a:xfrm>
            <a:off x="6869016" y="303513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1459" name="Rounded Rectangle 1458"/>
          <p:cNvSpPr/>
          <p:nvPr/>
        </p:nvSpPr>
        <p:spPr>
          <a:xfrm>
            <a:off x="7047016" y="302263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1460" name="Oval 1459"/>
          <p:cNvSpPr/>
          <p:nvPr/>
        </p:nvSpPr>
        <p:spPr>
          <a:xfrm>
            <a:off x="7137614" y="348167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Oval 1460"/>
          <p:cNvSpPr/>
          <p:nvPr/>
        </p:nvSpPr>
        <p:spPr>
          <a:xfrm>
            <a:off x="7167614" y="351167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1462" name="Rounded Rectangle 1461"/>
          <p:cNvSpPr/>
          <p:nvPr/>
        </p:nvSpPr>
        <p:spPr>
          <a:xfrm>
            <a:off x="7345614" y="349917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1463" name="Oval 1462"/>
          <p:cNvSpPr/>
          <p:nvPr/>
        </p:nvSpPr>
        <p:spPr>
          <a:xfrm>
            <a:off x="6467721" y="373819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Oval 1463"/>
          <p:cNvSpPr/>
          <p:nvPr/>
        </p:nvSpPr>
        <p:spPr>
          <a:xfrm>
            <a:off x="6497721" y="376819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1465" name="Rounded Rectangle 1464"/>
          <p:cNvSpPr/>
          <p:nvPr/>
        </p:nvSpPr>
        <p:spPr>
          <a:xfrm>
            <a:off x="6675721" y="375569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1466" name="Oval 1465"/>
          <p:cNvSpPr/>
          <p:nvPr/>
        </p:nvSpPr>
        <p:spPr>
          <a:xfrm>
            <a:off x="6014396" y="446719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Oval 1466"/>
          <p:cNvSpPr/>
          <p:nvPr/>
        </p:nvSpPr>
        <p:spPr>
          <a:xfrm>
            <a:off x="6044396" y="449719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1468" name="Rounded Rectangle 1467"/>
          <p:cNvSpPr/>
          <p:nvPr/>
        </p:nvSpPr>
        <p:spPr>
          <a:xfrm>
            <a:off x="6222396" y="448469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1469" name="Oval 1468"/>
          <p:cNvSpPr/>
          <p:nvPr/>
        </p:nvSpPr>
        <p:spPr>
          <a:xfrm>
            <a:off x="4943199" y="250121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Oval 1469"/>
          <p:cNvSpPr/>
          <p:nvPr/>
        </p:nvSpPr>
        <p:spPr>
          <a:xfrm>
            <a:off x="4973199" y="253121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55</a:t>
            </a:r>
          </a:p>
        </p:txBody>
      </p:sp>
      <p:sp>
        <p:nvSpPr>
          <p:cNvPr id="1471" name="Rounded Rectangle 1470"/>
          <p:cNvSpPr/>
          <p:nvPr/>
        </p:nvSpPr>
        <p:spPr>
          <a:xfrm>
            <a:off x="5151199" y="251871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V55</a:t>
            </a:r>
          </a:p>
        </p:txBody>
      </p:sp>
      <p:sp>
        <p:nvSpPr>
          <p:cNvPr id="1472" name="Oval 1471"/>
          <p:cNvSpPr/>
          <p:nvPr/>
        </p:nvSpPr>
        <p:spPr>
          <a:xfrm>
            <a:off x="6359131" y="564029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Oval 1472"/>
          <p:cNvSpPr/>
          <p:nvPr/>
        </p:nvSpPr>
        <p:spPr>
          <a:xfrm>
            <a:off x="6389131" y="567029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56</a:t>
            </a:r>
          </a:p>
        </p:txBody>
      </p:sp>
      <p:sp>
        <p:nvSpPr>
          <p:cNvPr id="1474" name="Rounded Rectangle 1473"/>
          <p:cNvSpPr/>
          <p:nvPr/>
        </p:nvSpPr>
        <p:spPr>
          <a:xfrm>
            <a:off x="6567131" y="565779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V56</a:t>
            </a:r>
          </a:p>
        </p:txBody>
      </p:sp>
      <p:sp>
        <p:nvSpPr>
          <p:cNvPr id="1475" name="Oval 1474"/>
          <p:cNvSpPr/>
          <p:nvPr/>
        </p:nvSpPr>
        <p:spPr>
          <a:xfrm>
            <a:off x="350067" y="103814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Oval 1475"/>
          <p:cNvSpPr/>
          <p:nvPr/>
        </p:nvSpPr>
        <p:spPr>
          <a:xfrm>
            <a:off x="380067" y="106814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1477" name="Rounded Rectangle 1476"/>
          <p:cNvSpPr/>
          <p:nvPr/>
        </p:nvSpPr>
        <p:spPr>
          <a:xfrm>
            <a:off x="558067" y="105564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1478" name="Oval 1477"/>
          <p:cNvSpPr/>
          <p:nvPr/>
        </p:nvSpPr>
        <p:spPr>
          <a:xfrm>
            <a:off x="150934" y="427252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Oval 1478"/>
          <p:cNvSpPr/>
          <p:nvPr/>
        </p:nvSpPr>
        <p:spPr>
          <a:xfrm>
            <a:off x="180934" y="430252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1480" name="Rounded Rectangle 1479"/>
          <p:cNvSpPr/>
          <p:nvPr/>
        </p:nvSpPr>
        <p:spPr>
          <a:xfrm>
            <a:off x="358934" y="429002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1481" name="Oval 1480"/>
          <p:cNvSpPr/>
          <p:nvPr/>
        </p:nvSpPr>
        <p:spPr>
          <a:xfrm>
            <a:off x="656877" y="638300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Oval 1481"/>
          <p:cNvSpPr/>
          <p:nvPr/>
        </p:nvSpPr>
        <p:spPr>
          <a:xfrm>
            <a:off x="686877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1483" name="Rounded Rectangle 1482"/>
          <p:cNvSpPr/>
          <p:nvPr/>
        </p:nvSpPr>
        <p:spPr>
          <a:xfrm>
            <a:off x="864877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</a:t>
            </a:r>
          </a:p>
        </p:txBody>
      </p:sp>
      <p:sp>
        <p:nvSpPr>
          <p:cNvPr id="1484" name="Oval 1483"/>
          <p:cNvSpPr/>
          <p:nvPr/>
        </p:nvSpPr>
        <p:spPr>
          <a:xfrm>
            <a:off x="3882138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Oval 1484"/>
          <p:cNvSpPr/>
          <p:nvPr/>
        </p:nvSpPr>
        <p:spPr>
          <a:xfrm>
            <a:off x="3912138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1486" name="Rounded Rectangle 1485"/>
          <p:cNvSpPr/>
          <p:nvPr/>
        </p:nvSpPr>
        <p:spPr>
          <a:xfrm>
            <a:off x="4090138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1487" name="Oval 1486"/>
          <p:cNvSpPr/>
          <p:nvPr/>
        </p:nvSpPr>
        <p:spPr>
          <a:xfrm>
            <a:off x="2594467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Oval 1487"/>
          <p:cNvSpPr/>
          <p:nvPr/>
        </p:nvSpPr>
        <p:spPr>
          <a:xfrm>
            <a:off x="2624467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1489" name="Rounded Rectangle 1488"/>
          <p:cNvSpPr/>
          <p:nvPr/>
        </p:nvSpPr>
        <p:spPr>
          <a:xfrm>
            <a:off x="2802467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1490" name="Oval 1489"/>
          <p:cNvSpPr/>
          <p:nvPr/>
        </p:nvSpPr>
        <p:spPr>
          <a:xfrm>
            <a:off x="2290293" y="268344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Oval 1490"/>
          <p:cNvSpPr/>
          <p:nvPr/>
        </p:nvSpPr>
        <p:spPr>
          <a:xfrm>
            <a:off x="2320293" y="271344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1492" name="Rounded Rectangle 1491"/>
          <p:cNvSpPr/>
          <p:nvPr/>
        </p:nvSpPr>
        <p:spPr>
          <a:xfrm>
            <a:off x="2498293" y="270094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</a:t>
            </a:r>
          </a:p>
        </p:txBody>
      </p:sp>
      <p:sp>
        <p:nvSpPr>
          <p:cNvPr id="1493" name="Rounded Rectangle 1492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V64, V65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"/>
          <p:cNvSpPr/>
          <p:nvPr/>
        </p:nvSpPr>
        <p:spPr>
          <a:xfrm>
            <a:off x="3145680" y="50760"/>
            <a:ext cx="285228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15: LEBL | RWY 02 | STAR VERDB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"/>
          <p:cNvSpPr/>
          <p:nvPr/>
        </p:nvSpPr>
        <p:spPr>
          <a:xfrm flipH="1">
            <a:off x="5200200" y="3537000"/>
            <a:ext cx="2041560" cy="2509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"/>
          <p:cNvSpPr/>
          <p:nvPr/>
        </p:nvSpPr>
        <p:spPr>
          <a:xfrm flipH="1">
            <a:off x="2971440" y="3787920"/>
            <a:ext cx="2228760" cy="2743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" name=""/>
          <p:cNvSpPr/>
          <p:nvPr/>
        </p:nvSpPr>
        <p:spPr>
          <a:xfrm flipH="1" flipV="1">
            <a:off x="2516040" y="3828960"/>
            <a:ext cx="455760" cy="233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"/>
          <p:cNvSpPr/>
          <p:nvPr/>
        </p:nvSpPr>
        <p:spPr>
          <a:xfrm flipH="1">
            <a:off x="2219400" y="3828960"/>
            <a:ext cx="296640" cy="586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11880" bIns="118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"/>
          <p:cNvSpPr/>
          <p:nvPr/>
        </p:nvSpPr>
        <p:spPr>
          <a:xfrm flipH="1" flipV="1">
            <a:off x="1901880" y="3673080"/>
            <a:ext cx="317520" cy="2142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3" name=""/>
          <p:cNvSpPr/>
          <p:nvPr/>
        </p:nvSpPr>
        <p:spPr>
          <a:xfrm flipV="1">
            <a:off x="1901880" y="3336480"/>
            <a:ext cx="115920" cy="336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"/>
          <p:cNvSpPr/>
          <p:nvPr/>
        </p:nvSpPr>
        <p:spPr>
          <a:xfrm flipV="1">
            <a:off x="2017800" y="2948040"/>
            <a:ext cx="133200" cy="3888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465" name=""/>
          <p:cNvGrpSpPr/>
          <p:nvPr/>
        </p:nvGrpSpPr>
        <p:grpSpPr>
          <a:xfrm>
            <a:off x="7178760" y="3473280"/>
            <a:ext cx="600480" cy="200520"/>
            <a:chOff x="7178760" y="3473280"/>
            <a:chExt cx="600480" cy="200520"/>
          </a:xfrm>
        </p:grpSpPr>
        <p:sp>
          <p:nvSpPr>
            <p:cNvPr id="1466" name=""/>
            <p:cNvSpPr/>
            <p:nvPr/>
          </p:nvSpPr>
          <p:spPr>
            <a:xfrm>
              <a:off x="7178760" y="347328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67" name=""/>
            <p:cNvSpPr/>
            <p:nvPr/>
          </p:nvSpPr>
          <p:spPr>
            <a:xfrm>
              <a:off x="7289280" y="347328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VERSO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68" name=""/>
          <p:cNvGrpSpPr/>
          <p:nvPr/>
        </p:nvGrpSpPr>
        <p:grpSpPr>
          <a:xfrm>
            <a:off x="5149800" y="3724200"/>
            <a:ext cx="547920" cy="200520"/>
            <a:chOff x="5149800" y="3724200"/>
            <a:chExt cx="547920" cy="200520"/>
          </a:xfrm>
        </p:grpSpPr>
        <p:sp>
          <p:nvSpPr>
            <p:cNvPr id="1469" name=""/>
            <p:cNvSpPr/>
            <p:nvPr/>
          </p:nvSpPr>
          <p:spPr>
            <a:xfrm>
              <a:off x="5149800" y="373680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70" name=""/>
            <p:cNvSpPr/>
            <p:nvPr/>
          </p:nvSpPr>
          <p:spPr>
            <a:xfrm>
              <a:off x="5262480" y="3724200"/>
              <a:ext cx="435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BL038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71" name=""/>
          <p:cNvGrpSpPr/>
          <p:nvPr/>
        </p:nvGrpSpPr>
        <p:grpSpPr>
          <a:xfrm>
            <a:off x="2921040" y="3998880"/>
            <a:ext cx="547920" cy="200520"/>
            <a:chOff x="2921040" y="3998880"/>
            <a:chExt cx="547920" cy="200520"/>
          </a:xfrm>
        </p:grpSpPr>
        <p:sp>
          <p:nvSpPr>
            <p:cNvPr id="1472" name=""/>
            <p:cNvSpPr/>
            <p:nvPr/>
          </p:nvSpPr>
          <p:spPr>
            <a:xfrm>
              <a:off x="2921040" y="401148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73" name=""/>
            <p:cNvSpPr/>
            <p:nvPr/>
          </p:nvSpPr>
          <p:spPr>
            <a:xfrm>
              <a:off x="3033720" y="3998880"/>
              <a:ext cx="435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BL012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74" name=""/>
          <p:cNvGrpSpPr/>
          <p:nvPr/>
        </p:nvGrpSpPr>
        <p:grpSpPr>
          <a:xfrm>
            <a:off x="2465280" y="3765600"/>
            <a:ext cx="540360" cy="200520"/>
            <a:chOff x="2465280" y="3765600"/>
            <a:chExt cx="540360" cy="200520"/>
          </a:xfrm>
        </p:grpSpPr>
        <p:sp>
          <p:nvSpPr>
            <p:cNvPr id="1475" name=""/>
            <p:cNvSpPr/>
            <p:nvPr/>
          </p:nvSpPr>
          <p:spPr>
            <a:xfrm>
              <a:off x="2465280" y="377820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76" name=""/>
            <p:cNvSpPr/>
            <p:nvPr/>
          </p:nvSpPr>
          <p:spPr>
            <a:xfrm>
              <a:off x="2585520" y="3765600"/>
              <a:ext cx="4201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VIBIM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77" name=""/>
          <p:cNvGrpSpPr/>
          <p:nvPr/>
        </p:nvGrpSpPr>
        <p:grpSpPr>
          <a:xfrm>
            <a:off x="2178000" y="3824280"/>
            <a:ext cx="479160" cy="200520"/>
            <a:chOff x="2178000" y="3824280"/>
            <a:chExt cx="479160" cy="200520"/>
          </a:xfrm>
        </p:grpSpPr>
        <p:sp>
          <p:nvSpPr>
            <p:cNvPr id="1478" name=""/>
            <p:cNvSpPr/>
            <p:nvPr/>
          </p:nvSpPr>
          <p:spPr>
            <a:xfrm>
              <a:off x="2178000" y="3846600"/>
              <a:ext cx="824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79" name=""/>
            <p:cNvSpPr/>
            <p:nvPr/>
          </p:nvSpPr>
          <p:spPr>
            <a:xfrm>
              <a:off x="2270520" y="3824280"/>
              <a:ext cx="386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INTC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80" name=""/>
          <p:cNvGrpSpPr/>
          <p:nvPr/>
        </p:nvGrpSpPr>
        <p:grpSpPr>
          <a:xfrm>
            <a:off x="1860480" y="3610080"/>
            <a:ext cx="532800" cy="200520"/>
            <a:chOff x="1860480" y="3610080"/>
            <a:chExt cx="532800" cy="200520"/>
          </a:xfrm>
        </p:grpSpPr>
        <p:sp>
          <p:nvSpPr>
            <p:cNvPr id="1481" name=""/>
            <p:cNvSpPr/>
            <p:nvPr/>
          </p:nvSpPr>
          <p:spPr>
            <a:xfrm>
              <a:off x="1860480" y="363204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82" name=""/>
            <p:cNvSpPr/>
            <p:nvPr/>
          </p:nvSpPr>
          <p:spPr>
            <a:xfrm>
              <a:off x="1947240" y="361008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SANIS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83" name=""/>
          <p:cNvGrpSpPr/>
          <p:nvPr/>
        </p:nvGrpSpPr>
        <p:grpSpPr>
          <a:xfrm>
            <a:off x="1967040" y="3273480"/>
            <a:ext cx="567360" cy="200520"/>
            <a:chOff x="1967040" y="3273480"/>
            <a:chExt cx="567360" cy="200520"/>
          </a:xfrm>
        </p:grpSpPr>
        <p:sp>
          <p:nvSpPr>
            <p:cNvPr id="1484" name=""/>
            <p:cNvSpPr/>
            <p:nvPr/>
          </p:nvSpPr>
          <p:spPr>
            <a:xfrm>
              <a:off x="1967040" y="32860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85" name=""/>
            <p:cNvSpPr/>
            <p:nvPr/>
          </p:nvSpPr>
          <p:spPr>
            <a:xfrm>
              <a:off x="2059560" y="327348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DM06A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86" name=""/>
          <p:cNvGrpSpPr/>
          <p:nvPr/>
        </p:nvGrpSpPr>
        <p:grpSpPr>
          <a:xfrm>
            <a:off x="2087640" y="2884320"/>
            <a:ext cx="543240" cy="200520"/>
            <a:chOff x="2087640" y="2884320"/>
            <a:chExt cx="543240" cy="200520"/>
          </a:xfrm>
        </p:grpSpPr>
        <p:sp>
          <p:nvSpPr>
            <p:cNvPr id="1487" name=""/>
            <p:cNvSpPr/>
            <p:nvPr/>
          </p:nvSpPr>
          <p:spPr>
            <a:xfrm>
              <a:off x="2087640" y="288432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88" name=""/>
            <p:cNvSpPr/>
            <p:nvPr/>
          </p:nvSpPr>
          <p:spPr>
            <a:xfrm>
              <a:off x="2204640" y="288432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RW02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89" name=""/>
          <p:cNvGrpSpPr/>
          <p:nvPr/>
        </p:nvGrpSpPr>
        <p:grpSpPr>
          <a:xfrm>
            <a:off x="2057400" y="4038480"/>
            <a:ext cx="478800" cy="200520"/>
            <a:chOff x="2057400" y="4038480"/>
            <a:chExt cx="478800" cy="200520"/>
          </a:xfrm>
        </p:grpSpPr>
        <p:sp>
          <p:nvSpPr>
            <p:cNvPr id="1490" name=""/>
            <p:cNvSpPr/>
            <p:nvPr/>
          </p:nvSpPr>
          <p:spPr>
            <a:xfrm>
              <a:off x="2057400" y="404496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91" name=""/>
            <p:cNvSpPr/>
            <p:nvPr/>
          </p:nvSpPr>
          <p:spPr>
            <a:xfrm>
              <a:off x="2198520" y="4038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92" name=""/>
          <p:cNvGrpSpPr/>
          <p:nvPr/>
        </p:nvGrpSpPr>
        <p:grpSpPr>
          <a:xfrm>
            <a:off x="2209680" y="1600200"/>
            <a:ext cx="479160" cy="200520"/>
            <a:chOff x="2209680" y="1600200"/>
            <a:chExt cx="479160" cy="200520"/>
          </a:xfrm>
        </p:grpSpPr>
        <p:sp>
          <p:nvSpPr>
            <p:cNvPr id="1493" name=""/>
            <p:cNvSpPr/>
            <p:nvPr/>
          </p:nvSpPr>
          <p:spPr>
            <a:xfrm>
              <a:off x="2209680" y="1606320"/>
              <a:ext cx="114120" cy="11376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3840" bIns="338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94" name=""/>
            <p:cNvSpPr/>
            <p:nvPr/>
          </p:nvSpPr>
          <p:spPr>
            <a:xfrm>
              <a:off x="2351160" y="1600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95" name=""/>
          <p:cNvGrpSpPr/>
          <p:nvPr/>
        </p:nvGrpSpPr>
        <p:grpSpPr>
          <a:xfrm>
            <a:off x="7010280" y="762120"/>
            <a:ext cx="460080" cy="200520"/>
            <a:chOff x="7010280" y="762120"/>
            <a:chExt cx="460080" cy="200520"/>
          </a:xfrm>
        </p:grpSpPr>
        <p:sp>
          <p:nvSpPr>
            <p:cNvPr id="1496" name=""/>
            <p:cNvSpPr/>
            <p:nvPr/>
          </p:nvSpPr>
          <p:spPr>
            <a:xfrm>
              <a:off x="7010280" y="776160"/>
              <a:ext cx="950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97" name=""/>
            <p:cNvSpPr/>
            <p:nvPr/>
          </p:nvSpPr>
          <p:spPr>
            <a:xfrm>
              <a:off x="7132680" y="762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98" name=""/>
          <p:cNvGrpSpPr/>
          <p:nvPr/>
        </p:nvGrpSpPr>
        <p:grpSpPr>
          <a:xfrm>
            <a:off x="7238880" y="5715000"/>
            <a:ext cx="461880" cy="200520"/>
            <a:chOff x="7238880" y="5715000"/>
            <a:chExt cx="461880" cy="200520"/>
          </a:xfrm>
        </p:grpSpPr>
        <p:sp>
          <p:nvSpPr>
            <p:cNvPr id="1499" name=""/>
            <p:cNvSpPr/>
            <p:nvPr/>
          </p:nvSpPr>
          <p:spPr>
            <a:xfrm>
              <a:off x="7238880" y="573084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00" name=""/>
            <p:cNvSpPr/>
            <p:nvPr/>
          </p:nvSpPr>
          <p:spPr>
            <a:xfrm>
              <a:off x="7363080" y="5715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01" name=""/>
          <p:cNvGrpSpPr/>
          <p:nvPr/>
        </p:nvGrpSpPr>
        <p:grpSpPr>
          <a:xfrm>
            <a:off x="2438280" y="6019920"/>
            <a:ext cx="461520" cy="200520"/>
            <a:chOff x="2438280" y="6019920"/>
            <a:chExt cx="461520" cy="200520"/>
          </a:xfrm>
        </p:grpSpPr>
        <p:sp>
          <p:nvSpPr>
            <p:cNvPr id="1502" name=""/>
            <p:cNvSpPr/>
            <p:nvPr/>
          </p:nvSpPr>
          <p:spPr>
            <a:xfrm>
              <a:off x="2438280" y="603576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03" name=""/>
            <p:cNvSpPr/>
            <p:nvPr/>
          </p:nvSpPr>
          <p:spPr>
            <a:xfrm>
              <a:off x="2562120" y="6019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04" name=""/>
          <p:cNvGrpSpPr/>
          <p:nvPr/>
        </p:nvGrpSpPr>
        <p:grpSpPr>
          <a:xfrm>
            <a:off x="6189840" y="2717640"/>
            <a:ext cx="468720" cy="200520"/>
            <a:chOff x="6189840" y="2717640"/>
            <a:chExt cx="468720" cy="200520"/>
          </a:xfrm>
        </p:grpSpPr>
        <p:sp>
          <p:nvSpPr>
            <p:cNvPr id="1505" name=""/>
            <p:cNvSpPr/>
            <p:nvPr/>
          </p:nvSpPr>
          <p:spPr>
            <a:xfrm>
              <a:off x="6189840" y="27338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06" name=""/>
            <p:cNvSpPr/>
            <p:nvPr/>
          </p:nvSpPr>
          <p:spPr>
            <a:xfrm>
              <a:off x="6320880" y="27176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07" name=""/>
          <p:cNvGrpSpPr/>
          <p:nvPr/>
        </p:nvGrpSpPr>
        <p:grpSpPr>
          <a:xfrm>
            <a:off x="6222960" y="4135320"/>
            <a:ext cx="468720" cy="200520"/>
            <a:chOff x="6222960" y="4135320"/>
            <a:chExt cx="468720" cy="200520"/>
          </a:xfrm>
        </p:grpSpPr>
        <p:sp>
          <p:nvSpPr>
            <p:cNvPr id="1508" name=""/>
            <p:cNvSpPr/>
            <p:nvPr/>
          </p:nvSpPr>
          <p:spPr>
            <a:xfrm>
              <a:off x="6222960" y="4149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09" name=""/>
            <p:cNvSpPr/>
            <p:nvPr/>
          </p:nvSpPr>
          <p:spPr>
            <a:xfrm>
              <a:off x="6354000" y="4135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10" name=""/>
          <p:cNvGrpSpPr/>
          <p:nvPr/>
        </p:nvGrpSpPr>
        <p:grpSpPr>
          <a:xfrm>
            <a:off x="4114800" y="4572000"/>
            <a:ext cx="461880" cy="200520"/>
            <a:chOff x="4114800" y="4572000"/>
            <a:chExt cx="461880" cy="200520"/>
          </a:xfrm>
        </p:grpSpPr>
        <p:sp>
          <p:nvSpPr>
            <p:cNvPr id="1511" name=""/>
            <p:cNvSpPr/>
            <p:nvPr/>
          </p:nvSpPr>
          <p:spPr>
            <a:xfrm>
              <a:off x="4114800" y="45878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12" name=""/>
            <p:cNvSpPr/>
            <p:nvPr/>
          </p:nvSpPr>
          <p:spPr>
            <a:xfrm>
              <a:off x="4239000" y="4572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13" name=""/>
          <p:cNvGrpSpPr/>
          <p:nvPr/>
        </p:nvGrpSpPr>
        <p:grpSpPr>
          <a:xfrm>
            <a:off x="5486400" y="2057400"/>
            <a:ext cx="461520" cy="200520"/>
            <a:chOff x="5486400" y="2057400"/>
            <a:chExt cx="461520" cy="200520"/>
          </a:xfrm>
        </p:grpSpPr>
        <p:sp>
          <p:nvSpPr>
            <p:cNvPr id="1514" name=""/>
            <p:cNvSpPr/>
            <p:nvPr/>
          </p:nvSpPr>
          <p:spPr>
            <a:xfrm>
              <a:off x="5486400" y="2073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15" name=""/>
            <p:cNvSpPr/>
            <p:nvPr/>
          </p:nvSpPr>
          <p:spPr>
            <a:xfrm>
              <a:off x="5610240" y="2057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16" name=""/>
          <p:cNvGrpSpPr/>
          <p:nvPr/>
        </p:nvGrpSpPr>
        <p:grpSpPr>
          <a:xfrm>
            <a:off x="3133800" y="2712960"/>
            <a:ext cx="468720" cy="200520"/>
            <a:chOff x="3133800" y="2712960"/>
            <a:chExt cx="468720" cy="200520"/>
          </a:xfrm>
        </p:grpSpPr>
        <p:sp>
          <p:nvSpPr>
            <p:cNvPr id="1517" name=""/>
            <p:cNvSpPr/>
            <p:nvPr/>
          </p:nvSpPr>
          <p:spPr>
            <a:xfrm>
              <a:off x="3133800" y="27288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18" name=""/>
            <p:cNvSpPr/>
            <p:nvPr/>
          </p:nvSpPr>
          <p:spPr>
            <a:xfrm>
              <a:off x="3264840" y="27129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19" name=""/>
          <p:cNvGrpSpPr/>
          <p:nvPr/>
        </p:nvGrpSpPr>
        <p:grpSpPr>
          <a:xfrm>
            <a:off x="7542360" y="2733840"/>
            <a:ext cx="468720" cy="200520"/>
            <a:chOff x="7542360" y="2733840"/>
            <a:chExt cx="468720" cy="200520"/>
          </a:xfrm>
        </p:grpSpPr>
        <p:sp>
          <p:nvSpPr>
            <p:cNvPr id="1520" name=""/>
            <p:cNvSpPr/>
            <p:nvPr/>
          </p:nvSpPr>
          <p:spPr>
            <a:xfrm>
              <a:off x="7542360" y="274968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21" name=""/>
            <p:cNvSpPr/>
            <p:nvPr/>
          </p:nvSpPr>
          <p:spPr>
            <a:xfrm>
              <a:off x="7673400" y="27338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22" name=""/>
          <p:cNvGrpSpPr/>
          <p:nvPr/>
        </p:nvGrpSpPr>
        <p:grpSpPr>
          <a:xfrm>
            <a:off x="917640" y="3444840"/>
            <a:ext cx="468720" cy="200520"/>
            <a:chOff x="917640" y="3444840"/>
            <a:chExt cx="468720" cy="200520"/>
          </a:xfrm>
        </p:grpSpPr>
        <p:sp>
          <p:nvSpPr>
            <p:cNvPr id="1523" name=""/>
            <p:cNvSpPr/>
            <p:nvPr/>
          </p:nvSpPr>
          <p:spPr>
            <a:xfrm>
              <a:off x="917640" y="3459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24" name=""/>
            <p:cNvSpPr/>
            <p:nvPr/>
          </p:nvSpPr>
          <p:spPr>
            <a:xfrm>
              <a:off x="1048680" y="34448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25" name=""/>
          <p:cNvGrpSpPr/>
          <p:nvPr/>
        </p:nvGrpSpPr>
        <p:grpSpPr>
          <a:xfrm>
            <a:off x="8112240" y="3459240"/>
            <a:ext cx="468720" cy="200520"/>
            <a:chOff x="8112240" y="3459240"/>
            <a:chExt cx="468720" cy="200520"/>
          </a:xfrm>
        </p:grpSpPr>
        <p:sp>
          <p:nvSpPr>
            <p:cNvPr id="1526" name=""/>
            <p:cNvSpPr/>
            <p:nvPr/>
          </p:nvSpPr>
          <p:spPr>
            <a:xfrm>
              <a:off x="8112240" y="34750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27" name=""/>
            <p:cNvSpPr/>
            <p:nvPr/>
          </p:nvSpPr>
          <p:spPr>
            <a:xfrm>
              <a:off x="8243280" y="34592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28" name=""/>
          <p:cNvGrpSpPr/>
          <p:nvPr/>
        </p:nvGrpSpPr>
        <p:grpSpPr>
          <a:xfrm>
            <a:off x="7559640" y="4145040"/>
            <a:ext cx="468720" cy="200520"/>
            <a:chOff x="7559640" y="4145040"/>
            <a:chExt cx="468720" cy="200520"/>
          </a:xfrm>
        </p:grpSpPr>
        <p:sp>
          <p:nvSpPr>
            <p:cNvPr id="1529" name=""/>
            <p:cNvSpPr/>
            <p:nvPr/>
          </p:nvSpPr>
          <p:spPr>
            <a:xfrm>
              <a:off x="7559640" y="41590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30" name=""/>
            <p:cNvSpPr/>
            <p:nvPr/>
          </p:nvSpPr>
          <p:spPr>
            <a:xfrm>
              <a:off x="7690680" y="41450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31" name=""/>
          <p:cNvGrpSpPr/>
          <p:nvPr/>
        </p:nvGrpSpPr>
        <p:grpSpPr>
          <a:xfrm>
            <a:off x="3733920" y="3505320"/>
            <a:ext cx="461520" cy="200520"/>
            <a:chOff x="3733920" y="3505320"/>
            <a:chExt cx="461520" cy="200520"/>
          </a:xfrm>
        </p:grpSpPr>
        <p:sp>
          <p:nvSpPr>
            <p:cNvPr id="1532" name=""/>
            <p:cNvSpPr/>
            <p:nvPr/>
          </p:nvSpPr>
          <p:spPr>
            <a:xfrm>
              <a:off x="3733920" y="3521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33" name=""/>
            <p:cNvSpPr/>
            <p:nvPr/>
          </p:nvSpPr>
          <p:spPr>
            <a:xfrm>
              <a:off x="3857760" y="3505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34" name=""/>
          <p:cNvGrpSpPr/>
          <p:nvPr/>
        </p:nvGrpSpPr>
        <p:grpSpPr>
          <a:xfrm>
            <a:off x="2438280" y="4876920"/>
            <a:ext cx="461880" cy="200520"/>
            <a:chOff x="2438280" y="4876920"/>
            <a:chExt cx="461880" cy="200520"/>
          </a:xfrm>
        </p:grpSpPr>
        <p:sp>
          <p:nvSpPr>
            <p:cNvPr id="1535" name=""/>
            <p:cNvSpPr/>
            <p:nvPr/>
          </p:nvSpPr>
          <p:spPr>
            <a:xfrm>
              <a:off x="2438280" y="48927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36" name=""/>
            <p:cNvSpPr/>
            <p:nvPr/>
          </p:nvSpPr>
          <p:spPr>
            <a:xfrm>
              <a:off x="2562480" y="4876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37" name=""/>
          <p:cNvGrpSpPr/>
          <p:nvPr/>
        </p:nvGrpSpPr>
        <p:grpSpPr>
          <a:xfrm>
            <a:off x="5334120" y="3200400"/>
            <a:ext cx="461520" cy="200520"/>
            <a:chOff x="5334120" y="3200400"/>
            <a:chExt cx="461520" cy="200520"/>
          </a:xfrm>
        </p:grpSpPr>
        <p:sp>
          <p:nvSpPr>
            <p:cNvPr id="1538" name=""/>
            <p:cNvSpPr/>
            <p:nvPr/>
          </p:nvSpPr>
          <p:spPr>
            <a:xfrm>
              <a:off x="5334120" y="3216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39" name=""/>
            <p:cNvSpPr/>
            <p:nvPr/>
          </p:nvSpPr>
          <p:spPr>
            <a:xfrm>
              <a:off x="5457960" y="3200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40" name=""/>
          <p:cNvGrpSpPr/>
          <p:nvPr/>
        </p:nvGrpSpPr>
        <p:grpSpPr>
          <a:xfrm>
            <a:off x="1371600" y="3886200"/>
            <a:ext cx="461520" cy="200520"/>
            <a:chOff x="1371600" y="3886200"/>
            <a:chExt cx="461520" cy="200520"/>
          </a:xfrm>
        </p:grpSpPr>
        <p:sp>
          <p:nvSpPr>
            <p:cNvPr id="1541" name=""/>
            <p:cNvSpPr/>
            <p:nvPr/>
          </p:nvSpPr>
          <p:spPr>
            <a:xfrm>
              <a:off x="1371600" y="39002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42" name=""/>
            <p:cNvSpPr/>
            <p:nvPr/>
          </p:nvSpPr>
          <p:spPr>
            <a:xfrm>
              <a:off x="1495440" y="3886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43" name=""/>
          <p:cNvGrpSpPr/>
          <p:nvPr/>
        </p:nvGrpSpPr>
        <p:grpSpPr>
          <a:xfrm>
            <a:off x="1219320" y="2590920"/>
            <a:ext cx="461160" cy="200520"/>
            <a:chOff x="1219320" y="2590920"/>
            <a:chExt cx="461160" cy="200520"/>
          </a:xfrm>
        </p:grpSpPr>
        <p:sp>
          <p:nvSpPr>
            <p:cNvPr id="1544" name=""/>
            <p:cNvSpPr/>
            <p:nvPr/>
          </p:nvSpPr>
          <p:spPr>
            <a:xfrm>
              <a:off x="1219320" y="26053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45" name=""/>
            <p:cNvSpPr/>
            <p:nvPr/>
          </p:nvSpPr>
          <p:spPr>
            <a:xfrm>
              <a:off x="1342800" y="2590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46" name=""/>
          <p:cNvGrpSpPr/>
          <p:nvPr/>
        </p:nvGrpSpPr>
        <p:grpSpPr>
          <a:xfrm>
            <a:off x="4525920" y="2728800"/>
            <a:ext cx="468720" cy="200520"/>
            <a:chOff x="4525920" y="2728800"/>
            <a:chExt cx="468720" cy="200520"/>
          </a:xfrm>
        </p:grpSpPr>
        <p:sp>
          <p:nvSpPr>
            <p:cNvPr id="1547" name=""/>
            <p:cNvSpPr/>
            <p:nvPr/>
          </p:nvSpPr>
          <p:spPr>
            <a:xfrm>
              <a:off x="4525920" y="27432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48" name=""/>
            <p:cNvSpPr/>
            <p:nvPr/>
          </p:nvSpPr>
          <p:spPr>
            <a:xfrm>
              <a:off x="4656960" y="2728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549" name="Oval 1548"/>
          <p:cNvSpPr/>
          <p:nvPr/>
        </p:nvSpPr>
        <p:spPr>
          <a:xfrm>
            <a:off x="1912672" y="421616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Oval 1549"/>
          <p:cNvSpPr/>
          <p:nvPr/>
        </p:nvSpPr>
        <p:spPr>
          <a:xfrm>
            <a:off x="1942672" y="424616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1551" name="Rounded Rectangle 1550"/>
          <p:cNvSpPr/>
          <p:nvPr/>
        </p:nvSpPr>
        <p:spPr>
          <a:xfrm>
            <a:off x="2120672" y="423366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1552" name="Oval 1551"/>
          <p:cNvSpPr/>
          <p:nvPr/>
        </p:nvSpPr>
        <p:spPr>
          <a:xfrm>
            <a:off x="1544225" y="385309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Oval 1552"/>
          <p:cNvSpPr/>
          <p:nvPr/>
        </p:nvSpPr>
        <p:spPr>
          <a:xfrm>
            <a:off x="1574225" y="388309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1554" name="Rounded Rectangle 1553"/>
          <p:cNvSpPr/>
          <p:nvPr/>
        </p:nvSpPr>
        <p:spPr>
          <a:xfrm>
            <a:off x="1752225" y="387059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1555" name="Oval 1554"/>
          <p:cNvSpPr/>
          <p:nvPr/>
        </p:nvSpPr>
        <p:spPr>
          <a:xfrm>
            <a:off x="925664" y="414892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Oval 1555"/>
          <p:cNvSpPr/>
          <p:nvPr/>
        </p:nvSpPr>
        <p:spPr>
          <a:xfrm>
            <a:off x="955664" y="417892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1557" name="Rounded Rectangle 1556"/>
          <p:cNvSpPr/>
          <p:nvPr/>
        </p:nvSpPr>
        <p:spPr>
          <a:xfrm>
            <a:off x="1133664" y="416642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1558" name="Oval 1557"/>
          <p:cNvSpPr/>
          <p:nvPr/>
        </p:nvSpPr>
        <p:spPr>
          <a:xfrm>
            <a:off x="576043" y="356801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Oval 1558"/>
          <p:cNvSpPr/>
          <p:nvPr/>
        </p:nvSpPr>
        <p:spPr>
          <a:xfrm>
            <a:off x="606043" y="359801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1560" name="Rounded Rectangle 1559"/>
          <p:cNvSpPr/>
          <p:nvPr/>
        </p:nvSpPr>
        <p:spPr>
          <a:xfrm>
            <a:off x="784043" y="358551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1561" name="Oval 1560"/>
          <p:cNvSpPr/>
          <p:nvPr/>
        </p:nvSpPr>
        <p:spPr>
          <a:xfrm>
            <a:off x="757577" y="284323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Oval 1561"/>
          <p:cNvSpPr/>
          <p:nvPr/>
        </p:nvSpPr>
        <p:spPr>
          <a:xfrm>
            <a:off x="787577" y="287323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55</a:t>
            </a:r>
          </a:p>
        </p:txBody>
      </p:sp>
      <p:sp>
        <p:nvSpPr>
          <p:cNvPr id="1563" name="Rounded Rectangle 1562"/>
          <p:cNvSpPr/>
          <p:nvPr/>
        </p:nvSpPr>
        <p:spPr>
          <a:xfrm>
            <a:off x="965577" y="286073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V55</a:t>
            </a:r>
          </a:p>
        </p:txBody>
      </p:sp>
      <p:sp>
        <p:nvSpPr>
          <p:cNvPr id="1564" name="Oval 1563"/>
          <p:cNvSpPr/>
          <p:nvPr/>
        </p:nvSpPr>
        <p:spPr>
          <a:xfrm>
            <a:off x="8603885" y="343220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Oval 1564"/>
          <p:cNvSpPr/>
          <p:nvPr/>
        </p:nvSpPr>
        <p:spPr>
          <a:xfrm>
            <a:off x="8633885" y="346220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1566" name="Rounded Rectangle 1565"/>
          <p:cNvSpPr/>
          <p:nvPr/>
        </p:nvSpPr>
        <p:spPr>
          <a:xfrm>
            <a:off x="8085885" y="344970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1567" name="Oval 1566"/>
          <p:cNvSpPr/>
          <p:nvPr/>
        </p:nvSpPr>
        <p:spPr>
          <a:xfrm>
            <a:off x="4643752" y="43689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Oval 1567"/>
          <p:cNvSpPr/>
          <p:nvPr/>
        </p:nvSpPr>
        <p:spPr>
          <a:xfrm>
            <a:off x="4673752" y="46689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1569" name="Rounded Rectangle 1568"/>
          <p:cNvSpPr/>
          <p:nvPr/>
        </p:nvSpPr>
        <p:spPr>
          <a:xfrm>
            <a:off x="4851752" y="45439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1570" name="Oval 1569"/>
          <p:cNvSpPr/>
          <p:nvPr/>
        </p:nvSpPr>
        <p:spPr>
          <a:xfrm>
            <a:off x="5363165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Oval 1570"/>
          <p:cNvSpPr/>
          <p:nvPr/>
        </p:nvSpPr>
        <p:spPr>
          <a:xfrm>
            <a:off x="5393165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1572" name="Rounded Rectangle 1571"/>
          <p:cNvSpPr/>
          <p:nvPr/>
        </p:nvSpPr>
        <p:spPr>
          <a:xfrm>
            <a:off x="5571165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1573" name="Oval 1572"/>
          <p:cNvSpPr/>
          <p:nvPr/>
        </p:nvSpPr>
        <p:spPr>
          <a:xfrm>
            <a:off x="90000" y="356882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Oval 1573"/>
          <p:cNvSpPr/>
          <p:nvPr/>
        </p:nvSpPr>
        <p:spPr>
          <a:xfrm>
            <a:off x="120000" y="38688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1575" name="Rounded Rectangle 1574"/>
          <p:cNvSpPr/>
          <p:nvPr/>
        </p:nvSpPr>
        <p:spPr>
          <a:xfrm>
            <a:off x="298000" y="37438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1576" name="Oval 1575"/>
          <p:cNvSpPr/>
          <p:nvPr/>
        </p:nvSpPr>
        <p:spPr>
          <a:xfrm>
            <a:off x="90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Oval 1576"/>
          <p:cNvSpPr/>
          <p:nvPr/>
        </p:nvSpPr>
        <p:spPr>
          <a:xfrm>
            <a:off x="120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1578" name="Rounded Rectangle 1577"/>
          <p:cNvSpPr/>
          <p:nvPr/>
        </p:nvSpPr>
        <p:spPr>
          <a:xfrm>
            <a:off x="298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1579" name="Oval 1578"/>
          <p:cNvSpPr/>
          <p:nvPr/>
        </p:nvSpPr>
        <p:spPr>
          <a:xfrm>
            <a:off x="90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Oval 1579"/>
          <p:cNvSpPr/>
          <p:nvPr/>
        </p:nvSpPr>
        <p:spPr>
          <a:xfrm>
            <a:off x="120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1581" name="Rounded Rectangle 1580"/>
          <p:cNvSpPr/>
          <p:nvPr/>
        </p:nvSpPr>
        <p:spPr>
          <a:xfrm>
            <a:off x="298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1582" name="Oval 1581"/>
          <p:cNvSpPr/>
          <p:nvPr/>
        </p:nvSpPr>
        <p:spPr>
          <a:xfrm>
            <a:off x="7380210" y="508349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Oval 1582"/>
          <p:cNvSpPr/>
          <p:nvPr/>
        </p:nvSpPr>
        <p:spPr>
          <a:xfrm>
            <a:off x="7410210" y="511349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1584" name="Rounded Rectangle 1583"/>
          <p:cNvSpPr/>
          <p:nvPr/>
        </p:nvSpPr>
        <p:spPr>
          <a:xfrm>
            <a:off x="7588210" y="510099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</a:t>
            </a:r>
          </a:p>
        </p:txBody>
      </p:sp>
      <p:sp>
        <p:nvSpPr>
          <p:cNvPr id="1585" name="Rounded Rectangle 1584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V63, V64, V65,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"/>
          <p:cNvSpPr/>
          <p:nvPr/>
        </p:nvSpPr>
        <p:spPr>
          <a:xfrm>
            <a:off x="3083400" y="50760"/>
            <a:ext cx="297720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16: LEBL | RWY 25R | STAR BIS2DD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"/>
          <p:cNvSpPr/>
          <p:nvPr/>
        </p:nvSpPr>
        <p:spPr>
          <a:xfrm flipH="1">
            <a:off x="5754600" y="1639800"/>
            <a:ext cx="1378080" cy="6127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1" name=""/>
          <p:cNvSpPr/>
          <p:nvPr/>
        </p:nvSpPr>
        <p:spPr>
          <a:xfrm flipH="1">
            <a:off x="5148360" y="2252520"/>
            <a:ext cx="606240" cy="1301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"/>
          <p:cNvSpPr/>
          <p:nvPr/>
        </p:nvSpPr>
        <p:spPr>
          <a:xfrm flipH="1">
            <a:off x="4629240" y="3554280"/>
            <a:ext cx="519120" cy="1113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"/>
          <p:cNvSpPr/>
          <p:nvPr/>
        </p:nvSpPr>
        <p:spPr>
          <a:xfrm flipH="1">
            <a:off x="4300200" y="4667400"/>
            <a:ext cx="328680" cy="703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4" name=""/>
          <p:cNvSpPr/>
          <p:nvPr/>
        </p:nvSpPr>
        <p:spPr>
          <a:xfrm flipH="1" flipV="1">
            <a:off x="3925440" y="5317920"/>
            <a:ext cx="374760" cy="522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"/>
          <p:cNvSpPr/>
          <p:nvPr/>
        </p:nvSpPr>
        <p:spPr>
          <a:xfrm flipH="1" flipV="1">
            <a:off x="3079800" y="4789080"/>
            <a:ext cx="846000" cy="528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6" name=""/>
          <p:cNvSpPr/>
          <p:nvPr/>
        </p:nvSpPr>
        <p:spPr>
          <a:xfrm flipH="1" flipV="1">
            <a:off x="2760840" y="4782960"/>
            <a:ext cx="318960" cy="6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0320" bIns="-403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"/>
          <p:cNvSpPr/>
          <p:nvPr/>
        </p:nvSpPr>
        <p:spPr>
          <a:xfrm flipH="1">
            <a:off x="2484360" y="4782960"/>
            <a:ext cx="276480" cy="123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"/>
          <p:cNvSpPr/>
          <p:nvPr/>
        </p:nvSpPr>
        <p:spPr>
          <a:xfrm flipH="1">
            <a:off x="2287080" y="4906800"/>
            <a:ext cx="196920" cy="87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0680" bIns="406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" name=""/>
          <p:cNvSpPr/>
          <p:nvPr/>
        </p:nvSpPr>
        <p:spPr>
          <a:xfrm flipH="1">
            <a:off x="2010960" y="4994280"/>
            <a:ext cx="276120" cy="123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560" name=""/>
          <p:cNvGrpSpPr/>
          <p:nvPr/>
        </p:nvGrpSpPr>
        <p:grpSpPr>
          <a:xfrm>
            <a:off x="7068960" y="1576440"/>
            <a:ext cx="583560" cy="200520"/>
            <a:chOff x="7068960" y="1576440"/>
            <a:chExt cx="583560" cy="200520"/>
          </a:xfrm>
        </p:grpSpPr>
        <p:sp>
          <p:nvSpPr>
            <p:cNvPr id="1561" name=""/>
            <p:cNvSpPr/>
            <p:nvPr/>
          </p:nvSpPr>
          <p:spPr>
            <a:xfrm>
              <a:off x="7068960" y="157644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62" name=""/>
            <p:cNvSpPr/>
            <p:nvPr/>
          </p:nvSpPr>
          <p:spPr>
            <a:xfrm>
              <a:off x="7197480" y="157644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BISBA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63" name=""/>
          <p:cNvGrpSpPr/>
          <p:nvPr/>
        </p:nvGrpSpPr>
        <p:grpSpPr>
          <a:xfrm>
            <a:off x="5703840" y="2189160"/>
            <a:ext cx="490680" cy="200520"/>
            <a:chOff x="5703840" y="2189160"/>
            <a:chExt cx="490680" cy="200520"/>
          </a:xfrm>
        </p:grpSpPr>
        <p:sp>
          <p:nvSpPr>
            <p:cNvPr id="1564" name=""/>
            <p:cNvSpPr/>
            <p:nvPr/>
          </p:nvSpPr>
          <p:spPr>
            <a:xfrm>
              <a:off x="5703840" y="220176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65" name=""/>
            <p:cNvSpPr/>
            <p:nvPr/>
          </p:nvSpPr>
          <p:spPr>
            <a:xfrm>
              <a:off x="5823360" y="2189160"/>
              <a:ext cx="371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BGR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66" name=""/>
          <p:cNvGrpSpPr/>
          <p:nvPr/>
        </p:nvGrpSpPr>
        <p:grpSpPr>
          <a:xfrm>
            <a:off x="5097600" y="3490920"/>
            <a:ext cx="547560" cy="200520"/>
            <a:chOff x="5097600" y="3490920"/>
            <a:chExt cx="547560" cy="200520"/>
          </a:xfrm>
        </p:grpSpPr>
        <p:sp>
          <p:nvSpPr>
            <p:cNvPr id="1567" name=""/>
            <p:cNvSpPr/>
            <p:nvPr/>
          </p:nvSpPr>
          <p:spPr>
            <a:xfrm>
              <a:off x="5097600" y="35035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68" name=""/>
            <p:cNvSpPr/>
            <p:nvPr/>
          </p:nvSpPr>
          <p:spPr>
            <a:xfrm>
              <a:off x="5209920" y="3490920"/>
              <a:ext cx="435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BL045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69" name=""/>
          <p:cNvGrpSpPr/>
          <p:nvPr/>
        </p:nvGrpSpPr>
        <p:grpSpPr>
          <a:xfrm>
            <a:off x="4578480" y="4603680"/>
            <a:ext cx="579600" cy="200520"/>
            <a:chOff x="4578480" y="4603680"/>
            <a:chExt cx="579600" cy="200520"/>
          </a:xfrm>
        </p:grpSpPr>
        <p:sp>
          <p:nvSpPr>
            <p:cNvPr id="1570" name=""/>
            <p:cNvSpPr/>
            <p:nvPr/>
          </p:nvSpPr>
          <p:spPr>
            <a:xfrm>
              <a:off x="4578480" y="461628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71" name=""/>
            <p:cNvSpPr/>
            <p:nvPr/>
          </p:nvSpPr>
          <p:spPr>
            <a:xfrm>
              <a:off x="4658760" y="4603680"/>
              <a:ext cx="4993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XAMUR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72" name=""/>
          <p:cNvGrpSpPr/>
          <p:nvPr/>
        </p:nvGrpSpPr>
        <p:grpSpPr>
          <a:xfrm>
            <a:off x="4259160" y="5307120"/>
            <a:ext cx="529920" cy="200520"/>
            <a:chOff x="4259160" y="5307120"/>
            <a:chExt cx="529920" cy="200520"/>
          </a:xfrm>
        </p:grpSpPr>
        <p:sp>
          <p:nvSpPr>
            <p:cNvPr id="1573" name=""/>
            <p:cNvSpPr/>
            <p:nvPr/>
          </p:nvSpPr>
          <p:spPr>
            <a:xfrm>
              <a:off x="4259160" y="533088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74" name=""/>
            <p:cNvSpPr/>
            <p:nvPr/>
          </p:nvSpPr>
          <p:spPr>
            <a:xfrm>
              <a:off x="4349160" y="5307120"/>
              <a:ext cx="4399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D0970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75" name=""/>
          <p:cNvGrpSpPr/>
          <p:nvPr/>
        </p:nvGrpSpPr>
        <p:grpSpPr>
          <a:xfrm>
            <a:off x="3886200" y="5254560"/>
            <a:ext cx="541440" cy="200520"/>
            <a:chOff x="3886200" y="5254560"/>
            <a:chExt cx="541440" cy="200520"/>
          </a:xfrm>
        </p:grpSpPr>
        <p:sp>
          <p:nvSpPr>
            <p:cNvPr id="1576" name=""/>
            <p:cNvSpPr/>
            <p:nvPr/>
          </p:nvSpPr>
          <p:spPr>
            <a:xfrm>
              <a:off x="3886200" y="527832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77" name=""/>
            <p:cNvSpPr/>
            <p:nvPr/>
          </p:nvSpPr>
          <p:spPr>
            <a:xfrm>
              <a:off x="3963600" y="525456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LESBA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78" name=""/>
          <p:cNvGrpSpPr/>
          <p:nvPr/>
        </p:nvGrpSpPr>
        <p:grpSpPr>
          <a:xfrm>
            <a:off x="3038400" y="4726080"/>
            <a:ext cx="576000" cy="200520"/>
            <a:chOff x="3038400" y="4726080"/>
            <a:chExt cx="576000" cy="200520"/>
          </a:xfrm>
        </p:grpSpPr>
        <p:sp>
          <p:nvSpPr>
            <p:cNvPr id="1579" name=""/>
            <p:cNvSpPr/>
            <p:nvPr/>
          </p:nvSpPr>
          <p:spPr>
            <a:xfrm>
              <a:off x="3038400" y="4748040"/>
              <a:ext cx="81000" cy="828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2240" bIns="12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80" name=""/>
            <p:cNvSpPr/>
            <p:nvPr/>
          </p:nvSpPr>
          <p:spPr>
            <a:xfrm>
              <a:off x="3148560" y="4726080"/>
              <a:ext cx="465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SLL-16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81" name=""/>
          <p:cNvGrpSpPr/>
          <p:nvPr/>
        </p:nvGrpSpPr>
        <p:grpSpPr>
          <a:xfrm>
            <a:off x="2720880" y="4719600"/>
            <a:ext cx="539640" cy="200520"/>
            <a:chOff x="2720880" y="4719600"/>
            <a:chExt cx="539640" cy="200520"/>
          </a:xfrm>
        </p:grpSpPr>
        <p:sp>
          <p:nvSpPr>
            <p:cNvPr id="1582" name=""/>
            <p:cNvSpPr/>
            <p:nvPr/>
          </p:nvSpPr>
          <p:spPr>
            <a:xfrm>
              <a:off x="2720880" y="47433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83" name=""/>
            <p:cNvSpPr/>
            <p:nvPr/>
          </p:nvSpPr>
          <p:spPr>
            <a:xfrm>
              <a:off x="2800800" y="4719600"/>
              <a:ext cx="4597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TEBLA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84" name=""/>
          <p:cNvGrpSpPr/>
          <p:nvPr/>
        </p:nvGrpSpPr>
        <p:grpSpPr>
          <a:xfrm>
            <a:off x="2433600" y="4843440"/>
            <a:ext cx="545760" cy="200520"/>
            <a:chOff x="2433600" y="4843440"/>
            <a:chExt cx="545760" cy="200520"/>
          </a:xfrm>
        </p:grpSpPr>
        <p:sp>
          <p:nvSpPr>
            <p:cNvPr id="1585" name=""/>
            <p:cNvSpPr/>
            <p:nvPr/>
          </p:nvSpPr>
          <p:spPr>
            <a:xfrm>
              <a:off x="2433600" y="485604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86" name=""/>
            <p:cNvSpPr/>
            <p:nvPr/>
          </p:nvSpPr>
          <p:spPr>
            <a:xfrm>
              <a:off x="2548800" y="4843440"/>
              <a:ext cx="4305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CI25R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87" name=""/>
          <p:cNvGrpSpPr/>
          <p:nvPr/>
        </p:nvGrpSpPr>
        <p:grpSpPr>
          <a:xfrm>
            <a:off x="2236680" y="4930920"/>
            <a:ext cx="560160" cy="200520"/>
            <a:chOff x="2236680" y="4930920"/>
            <a:chExt cx="560160" cy="200520"/>
          </a:xfrm>
        </p:grpSpPr>
        <p:sp>
          <p:nvSpPr>
            <p:cNvPr id="1588" name=""/>
            <p:cNvSpPr/>
            <p:nvPr/>
          </p:nvSpPr>
          <p:spPr>
            <a:xfrm>
              <a:off x="2236680" y="494352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89" name=""/>
            <p:cNvSpPr/>
            <p:nvPr/>
          </p:nvSpPr>
          <p:spPr>
            <a:xfrm>
              <a:off x="2337120" y="4930920"/>
              <a:ext cx="4597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FU25R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90" name=""/>
          <p:cNvGrpSpPr/>
          <p:nvPr/>
        </p:nvGrpSpPr>
        <p:grpSpPr>
          <a:xfrm>
            <a:off x="1947960" y="5054760"/>
            <a:ext cx="600480" cy="200520"/>
            <a:chOff x="1947960" y="5054760"/>
            <a:chExt cx="600480" cy="200520"/>
          </a:xfrm>
        </p:grpSpPr>
        <p:sp>
          <p:nvSpPr>
            <p:cNvPr id="1591" name=""/>
            <p:cNvSpPr/>
            <p:nvPr/>
          </p:nvSpPr>
          <p:spPr>
            <a:xfrm>
              <a:off x="1947960" y="5054760"/>
              <a:ext cx="127080" cy="12672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92" name=""/>
            <p:cNvSpPr/>
            <p:nvPr/>
          </p:nvSpPr>
          <p:spPr>
            <a:xfrm>
              <a:off x="2058480" y="505476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RW25R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93" name=""/>
          <p:cNvGrpSpPr/>
          <p:nvPr/>
        </p:nvGrpSpPr>
        <p:grpSpPr>
          <a:xfrm>
            <a:off x="928800" y="890640"/>
            <a:ext cx="486360" cy="200520"/>
            <a:chOff x="928800" y="890640"/>
            <a:chExt cx="486360" cy="200520"/>
          </a:xfrm>
        </p:grpSpPr>
        <p:sp>
          <p:nvSpPr>
            <p:cNvPr id="1594" name=""/>
            <p:cNvSpPr/>
            <p:nvPr/>
          </p:nvSpPr>
          <p:spPr>
            <a:xfrm>
              <a:off x="928800" y="89676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95" name=""/>
            <p:cNvSpPr/>
            <p:nvPr/>
          </p:nvSpPr>
          <p:spPr>
            <a:xfrm>
              <a:off x="1077480" y="8906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96" name=""/>
          <p:cNvGrpSpPr/>
          <p:nvPr/>
        </p:nvGrpSpPr>
        <p:grpSpPr>
          <a:xfrm>
            <a:off x="6781680" y="2743200"/>
            <a:ext cx="461520" cy="200520"/>
            <a:chOff x="6781680" y="2743200"/>
            <a:chExt cx="461520" cy="200520"/>
          </a:xfrm>
        </p:grpSpPr>
        <p:sp>
          <p:nvSpPr>
            <p:cNvPr id="1597" name=""/>
            <p:cNvSpPr/>
            <p:nvPr/>
          </p:nvSpPr>
          <p:spPr>
            <a:xfrm>
              <a:off x="6781680" y="2757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98" name=""/>
            <p:cNvSpPr/>
            <p:nvPr/>
          </p:nvSpPr>
          <p:spPr>
            <a:xfrm>
              <a:off x="6905520" y="2743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99" name=""/>
          <p:cNvGrpSpPr/>
          <p:nvPr/>
        </p:nvGrpSpPr>
        <p:grpSpPr>
          <a:xfrm>
            <a:off x="3733920" y="380880"/>
            <a:ext cx="460080" cy="200520"/>
            <a:chOff x="3733920" y="380880"/>
            <a:chExt cx="460080" cy="200520"/>
          </a:xfrm>
        </p:grpSpPr>
        <p:sp>
          <p:nvSpPr>
            <p:cNvPr id="1600" name=""/>
            <p:cNvSpPr/>
            <p:nvPr/>
          </p:nvSpPr>
          <p:spPr>
            <a:xfrm>
              <a:off x="3733920" y="396720"/>
              <a:ext cx="9540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01" name=""/>
            <p:cNvSpPr/>
            <p:nvPr/>
          </p:nvSpPr>
          <p:spPr>
            <a:xfrm>
              <a:off x="3856320" y="380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02" name=""/>
          <p:cNvGrpSpPr/>
          <p:nvPr/>
        </p:nvGrpSpPr>
        <p:grpSpPr>
          <a:xfrm>
            <a:off x="4800600" y="5943600"/>
            <a:ext cx="460080" cy="200520"/>
            <a:chOff x="4800600" y="5943600"/>
            <a:chExt cx="460080" cy="200520"/>
          </a:xfrm>
        </p:grpSpPr>
        <p:sp>
          <p:nvSpPr>
            <p:cNvPr id="1603" name=""/>
            <p:cNvSpPr/>
            <p:nvPr/>
          </p:nvSpPr>
          <p:spPr>
            <a:xfrm>
              <a:off x="4800600" y="595800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04" name=""/>
            <p:cNvSpPr/>
            <p:nvPr/>
          </p:nvSpPr>
          <p:spPr>
            <a:xfrm>
              <a:off x="4923000" y="5943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05" name=""/>
          <p:cNvGrpSpPr/>
          <p:nvPr/>
        </p:nvGrpSpPr>
        <p:grpSpPr>
          <a:xfrm>
            <a:off x="533520" y="2666880"/>
            <a:ext cx="461160" cy="200520"/>
            <a:chOff x="533520" y="2666880"/>
            <a:chExt cx="461160" cy="200520"/>
          </a:xfrm>
        </p:grpSpPr>
        <p:sp>
          <p:nvSpPr>
            <p:cNvPr id="1606" name=""/>
            <p:cNvSpPr/>
            <p:nvPr/>
          </p:nvSpPr>
          <p:spPr>
            <a:xfrm>
              <a:off x="533520" y="26827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07" name=""/>
            <p:cNvSpPr/>
            <p:nvPr/>
          </p:nvSpPr>
          <p:spPr>
            <a:xfrm>
              <a:off x="657000" y="2666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08" name=""/>
          <p:cNvGrpSpPr/>
          <p:nvPr/>
        </p:nvGrpSpPr>
        <p:grpSpPr>
          <a:xfrm>
            <a:off x="2590920" y="4343400"/>
            <a:ext cx="461160" cy="200520"/>
            <a:chOff x="2590920" y="4343400"/>
            <a:chExt cx="461160" cy="200520"/>
          </a:xfrm>
        </p:grpSpPr>
        <p:sp>
          <p:nvSpPr>
            <p:cNvPr id="1609" name=""/>
            <p:cNvSpPr/>
            <p:nvPr/>
          </p:nvSpPr>
          <p:spPr>
            <a:xfrm>
              <a:off x="2590920" y="435780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10" name=""/>
            <p:cNvSpPr/>
            <p:nvPr/>
          </p:nvSpPr>
          <p:spPr>
            <a:xfrm>
              <a:off x="2714400" y="4343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11" name=""/>
          <p:cNvGrpSpPr/>
          <p:nvPr/>
        </p:nvGrpSpPr>
        <p:grpSpPr>
          <a:xfrm>
            <a:off x="3733920" y="4419720"/>
            <a:ext cx="459720" cy="200520"/>
            <a:chOff x="3733920" y="4419720"/>
            <a:chExt cx="459720" cy="200520"/>
          </a:xfrm>
        </p:grpSpPr>
        <p:sp>
          <p:nvSpPr>
            <p:cNvPr id="1612" name=""/>
            <p:cNvSpPr/>
            <p:nvPr/>
          </p:nvSpPr>
          <p:spPr>
            <a:xfrm>
              <a:off x="3733920" y="443556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13" name=""/>
            <p:cNvSpPr/>
            <p:nvPr/>
          </p:nvSpPr>
          <p:spPr>
            <a:xfrm>
              <a:off x="3855960" y="4419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14" name=""/>
          <p:cNvGrpSpPr/>
          <p:nvPr/>
        </p:nvGrpSpPr>
        <p:grpSpPr>
          <a:xfrm>
            <a:off x="6648480" y="4116240"/>
            <a:ext cx="468720" cy="200520"/>
            <a:chOff x="6648480" y="4116240"/>
            <a:chExt cx="468720" cy="200520"/>
          </a:xfrm>
        </p:grpSpPr>
        <p:sp>
          <p:nvSpPr>
            <p:cNvPr id="1615" name=""/>
            <p:cNvSpPr/>
            <p:nvPr/>
          </p:nvSpPr>
          <p:spPr>
            <a:xfrm>
              <a:off x="6648480" y="413244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16" name=""/>
            <p:cNvSpPr/>
            <p:nvPr/>
          </p:nvSpPr>
          <p:spPr>
            <a:xfrm>
              <a:off x="6779520" y="41162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17" name=""/>
          <p:cNvGrpSpPr/>
          <p:nvPr/>
        </p:nvGrpSpPr>
        <p:grpSpPr>
          <a:xfrm>
            <a:off x="5638680" y="1143000"/>
            <a:ext cx="461520" cy="200520"/>
            <a:chOff x="5638680" y="1143000"/>
            <a:chExt cx="461520" cy="200520"/>
          </a:xfrm>
        </p:grpSpPr>
        <p:sp>
          <p:nvSpPr>
            <p:cNvPr id="1618" name=""/>
            <p:cNvSpPr/>
            <p:nvPr/>
          </p:nvSpPr>
          <p:spPr>
            <a:xfrm>
              <a:off x="5638680" y="11574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19" name=""/>
            <p:cNvSpPr/>
            <p:nvPr/>
          </p:nvSpPr>
          <p:spPr>
            <a:xfrm>
              <a:off x="5762520" y="1143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20" name=""/>
          <p:cNvGrpSpPr/>
          <p:nvPr/>
        </p:nvGrpSpPr>
        <p:grpSpPr>
          <a:xfrm>
            <a:off x="885960" y="6041880"/>
            <a:ext cx="468720" cy="200520"/>
            <a:chOff x="885960" y="6041880"/>
            <a:chExt cx="468720" cy="200520"/>
          </a:xfrm>
        </p:grpSpPr>
        <p:sp>
          <p:nvSpPr>
            <p:cNvPr id="1621" name=""/>
            <p:cNvSpPr/>
            <p:nvPr/>
          </p:nvSpPr>
          <p:spPr>
            <a:xfrm>
              <a:off x="885960" y="605808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22" name=""/>
            <p:cNvSpPr/>
            <p:nvPr/>
          </p:nvSpPr>
          <p:spPr>
            <a:xfrm>
              <a:off x="1017000" y="6041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23" name=""/>
          <p:cNvGrpSpPr/>
          <p:nvPr/>
        </p:nvGrpSpPr>
        <p:grpSpPr>
          <a:xfrm>
            <a:off x="3962520" y="3200400"/>
            <a:ext cx="460080" cy="200520"/>
            <a:chOff x="3962520" y="3200400"/>
            <a:chExt cx="460080" cy="200520"/>
          </a:xfrm>
        </p:grpSpPr>
        <p:sp>
          <p:nvSpPr>
            <p:cNvPr id="1624" name=""/>
            <p:cNvSpPr/>
            <p:nvPr/>
          </p:nvSpPr>
          <p:spPr>
            <a:xfrm>
              <a:off x="3962520" y="321444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25" name=""/>
            <p:cNvSpPr/>
            <p:nvPr/>
          </p:nvSpPr>
          <p:spPr>
            <a:xfrm>
              <a:off x="4084920" y="3200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26" name=""/>
          <p:cNvGrpSpPr/>
          <p:nvPr/>
        </p:nvGrpSpPr>
        <p:grpSpPr>
          <a:xfrm>
            <a:off x="4419720" y="2057400"/>
            <a:ext cx="461160" cy="200520"/>
            <a:chOff x="4419720" y="2057400"/>
            <a:chExt cx="461160" cy="200520"/>
          </a:xfrm>
        </p:grpSpPr>
        <p:sp>
          <p:nvSpPr>
            <p:cNvPr id="1627" name=""/>
            <p:cNvSpPr/>
            <p:nvPr/>
          </p:nvSpPr>
          <p:spPr>
            <a:xfrm>
              <a:off x="4419720" y="2071440"/>
              <a:ext cx="9648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28" name=""/>
            <p:cNvSpPr/>
            <p:nvPr/>
          </p:nvSpPr>
          <p:spPr>
            <a:xfrm>
              <a:off x="4543200" y="2057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29" name=""/>
          <p:cNvGrpSpPr/>
          <p:nvPr/>
        </p:nvGrpSpPr>
        <p:grpSpPr>
          <a:xfrm>
            <a:off x="2438280" y="2209680"/>
            <a:ext cx="461520" cy="200520"/>
            <a:chOff x="2438280" y="2209680"/>
            <a:chExt cx="461520" cy="200520"/>
          </a:xfrm>
        </p:grpSpPr>
        <p:sp>
          <p:nvSpPr>
            <p:cNvPr id="1630" name=""/>
            <p:cNvSpPr/>
            <p:nvPr/>
          </p:nvSpPr>
          <p:spPr>
            <a:xfrm>
              <a:off x="2438280" y="2223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31" name=""/>
            <p:cNvSpPr/>
            <p:nvPr/>
          </p:nvSpPr>
          <p:spPr>
            <a:xfrm>
              <a:off x="2562120" y="2209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32" name=""/>
          <p:cNvGrpSpPr/>
          <p:nvPr/>
        </p:nvGrpSpPr>
        <p:grpSpPr>
          <a:xfrm>
            <a:off x="7696080" y="5715000"/>
            <a:ext cx="461880" cy="200520"/>
            <a:chOff x="7696080" y="5715000"/>
            <a:chExt cx="461880" cy="200520"/>
          </a:xfrm>
        </p:grpSpPr>
        <p:sp>
          <p:nvSpPr>
            <p:cNvPr id="1633" name=""/>
            <p:cNvSpPr/>
            <p:nvPr/>
          </p:nvSpPr>
          <p:spPr>
            <a:xfrm>
              <a:off x="7696080" y="57290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34" name=""/>
            <p:cNvSpPr/>
            <p:nvPr/>
          </p:nvSpPr>
          <p:spPr>
            <a:xfrm>
              <a:off x="7820280" y="5715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35" name=""/>
          <p:cNvGrpSpPr/>
          <p:nvPr/>
        </p:nvGrpSpPr>
        <p:grpSpPr>
          <a:xfrm>
            <a:off x="5638680" y="4724280"/>
            <a:ext cx="461880" cy="200520"/>
            <a:chOff x="5638680" y="4724280"/>
            <a:chExt cx="461880" cy="200520"/>
          </a:xfrm>
        </p:grpSpPr>
        <p:sp>
          <p:nvSpPr>
            <p:cNvPr id="1636" name=""/>
            <p:cNvSpPr/>
            <p:nvPr/>
          </p:nvSpPr>
          <p:spPr>
            <a:xfrm>
              <a:off x="5638680" y="47386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37" name=""/>
            <p:cNvSpPr/>
            <p:nvPr/>
          </p:nvSpPr>
          <p:spPr>
            <a:xfrm>
              <a:off x="5762880" y="4724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38" name=""/>
          <p:cNvGrpSpPr/>
          <p:nvPr/>
        </p:nvGrpSpPr>
        <p:grpSpPr>
          <a:xfrm>
            <a:off x="8109000" y="2290680"/>
            <a:ext cx="468720" cy="200520"/>
            <a:chOff x="8109000" y="2290680"/>
            <a:chExt cx="468720" cy="200520"/>
          </a:xfrm>
        </p:grpSpPr>
        <p:sp>
          <p:nvSpPr>
            <p:cNvPr id="1639" name=""/>
            <p:cNvSpPr/>
            <p:nvPr/>
          </p:nvSpPr>
          <p:spPr>
            <a:xfrm>
              <a:off x="8109000" y="23050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40" name=""/>
            <p:cNvSpPr/>
            <p:nvPr/>
          </p:nvSpPr>
          <p:spPr>
            <a:xfrm>
              <a:off x="8240040" y="2290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41" name=""/>
          <p:cNvGrpSpPr/>
          <p:nvPr/>
        </p:nvGrpSpPr>
        <p:grpSpPr>
          <a:xfrm>
            <a:off x="8131320" y="911160"/>
            <a:ext cx="467280" cy="200520"/>
            <a:chOff x="8131320" y="911160"/>
            <a:chExt cx="467280" cy="200520"/>
          </a:xfrm>
        </p:grpSpPr>
        <p:sp>
          <p:nvSpPr>
            <p:cNvPr id="1642" name=""/>
            <p:cNvSpPr/>
            <p:nvPr/>
          </p:nvSpPr>
          <p:spPr>
            <a:xfrm>
              <a:off x="8131320" y="9255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43" name=""/>
            <p:cNvSpPr/>
            <p:nvPr/>
          </p:nvSpPr>
          <p:spPr>
            <a:xfrm>
              <a:off x="8260920" y="9111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44" name=""/>
          <p:cNvGrpSpPr/>
          <p:nvPr/>
        </p:nvGrpSpPr>
        <p:grpSpPr>
          <a:xfrm>
            <a:off x="2895480" y="5257800"/>
            <a:ext cx="460080" cy="200520"/>
            <a:chOff x="2895480" y="5257800"/>
            <a:chExt cx="460080" cy="200520"/>
          </a:xfrm>
        </p:grpSpPr>
        <p:sp>
          <p:nvSpPr>
            <p:cNvPr id="1645" name=""/>
            <p:cNvSpPr/>
            <p:nvPr/>
          </p:nvSpPr>
          <p:spPr>
            <a:xfrm>
              <a:off x="2895480" y="527220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46" name=""/>
            <p:cNvSpPr/>
            <p:nvPr/>
          </p:nvSpPr>
          <p:spPr>
            <a:xfrm>
              <a:off x="3017880" y="5257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47" name=""/>
          <p:cNvGrpSpPr/>
          <p:nvPr/>
        </p:nvGrpSpPr>
        <p:grpSpPr>
          <a:xfrm>
            <a:off x="2209680" y="3733920"/>
            <a:ext cx="461880" cy="200520"/>
            <a:chOff x="2209680" y="3733920"/>
            <a:chExt cx="461880" cy="200520"/>
          </a:xfrm>
        </p:grpSpPr>
        <p:sp>
          <p:nvSpPr>
            <p:cNvPr id="1648" name=""/>
            <p:cNvSpPr/>
            <p:nvPr/>
          </p:nvSpPr>
          <p:spPr>
            <a:xfrm>
              <a:off x="2209680" y="3747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49" name=""/>
            <p:cNvSpPr/>
            <p:nvPr/>
          </p:nvSpPr>
          <p:spPr>
            <a:xfrm>
              <a:off x="2333880" y="3733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50" name=""/>
          <p:cNvGrpSpPr/>
          <p:nvPr/>
        </p:nvGrpSpPr>
        <p:grpSpPr>
          <a:xfrm>
            <a:off x="906480" y="4592520"/>
            <a:ext cx="468720" cy="200520"/>
            <a:chOff x="906480" y="4592520"/>
            <a:chExt cx="468720" cy="200520"/>
          </a:xfrm>
        </p:grpSpPr>
        <p:sp>
          <p:nvSpPr>
            <p:cNvPr id="1651" name=""/>
            <p:cNvSpPr/>
            <p:nvPr/>
          </p:nvSpPr>
          <p:spPr>
            <a:xfrm>
              <a:off x="906480" y="4608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52" name=""/>
            <p:cNvSpPr/>
            <p:nvPr/>
          </p:nvSpPr>
          <p:spPr>
            <a:xfrm>
              <a:off x="1037520" y="4592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53" name="Oval 1652"/>
          <p:cNvSpPr/>
          <p:nvPr/>
        </p:nvSpPr>
        <p:spPr>
          <a:xfrm>
            <a:off x="3117539" y="511557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Oval 1653"/>
          <p:cNvSpPr/>
          <p:nvPr/>
        </p:nvSpPr>
        <p:spPr>
          <a:xfrm>
            <a:off x="3147539" y="514557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1655" name="Rounded Rectangle 1654"/>
          <p:cNvSpPr/>
          <p:nvPr/>
        </p:nvSpPr>
        <p:spPr>
          <a:xfrm>
            <a:off x="3325539" y="513307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1656" name="Oval 1655"/>
          <p:cNvSpPr/>
          <p:nvPr/>
        </p:nvSpPr>
        <p:spPr>
          <a:xfrm>
            <a:off x="2555236" y="408714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Oval 1656"/>
          <p:cNvSpPr/>
          <p:nvPr/>
        </p:nvSpPr>
        <p:spPr>
          <a:xfrm>
            <a:off x="2585236" y="411714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1658" name="Rounded Rectangle 1657"/>
          <p:cNvSpPr/>
          <p:nvPr/>
        </p:nvSpPr>
        <p:spPr>
          <a:xfrm>
            <a:off x="2763236" y="410464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1659" name="Oval 1658"/>
          <p:cNvSpPr/>
          <p:nvPr/>
        </p:nvSpPr>
        <p:spPr>
          <a:xfrm>
            <a:off x="8207864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Oval 1659"/>
          <p:cNvSpPr/>
          <p:nvPr/>
        </p:nvSpPr>
        <p:spPr>
          <a:xfrm>
            <a:off x="8237864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1661" name="Rounded Rectangle 1660"/>
          <p:cNvSpPr/>
          <p:nvPr/>
        </p:nvSpPr>
        <p:spPr>
          <a:xfrm>
            <a:off x="8415864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 ↓</a:t>
            </a:r>
          </a:p>
        </p:txBody>
      </p:sp>
      <p:sp>
        <p:nvSpPr>
          <p:cNvPr id="1662" name="Oval 1661"/>
          <p:cNvSpPr/>
          <p:nvPr/>
        </p:nvSpPr>
        <p:spPr>
          <a:xfrm>
            <a:off x="4057177" y="9000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Oval 1662"/>
          <p:cNvSpPr/>
          <p:nvPr/>
        </p:nvSpPr>
        <p:spPr>
          <a:xfrm>
            <a:off x="4087177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1664" name="Rounded Rectangle 1663"/>
          <p:cNvSpPr/>
          <p:nvPr/>
        </p:nvSpPr>
        <p:spPr>
          <a:xfrm>
            <a:off x="4265177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1665" name="Oval 1664"/>
          <p:cNvSpPr/>
          <p:nvPr/>
        </p:nvSpPr>
        <p:spPr>
          <a:xfrm>
            <a:off x="5100398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Oval 1665"/>
          <p:cNvSpPr/>
          <p:nvPr/>
        </p:nvSpPr>
        <p:spPr>
          <a:xfrm>
            <a:off x="5130398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1667" name="Rounded Rectangle 1666"/>
          <p:cNvSpPr/>
          <p:nvPr/>
        </p:nvSpPr>
        <p:spPr>
          <a:xfrm>
            <a:off x="5308398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1668" name="Oval 1667"/>
          <p:cNvSpPr/>
          <p:nvPr/>
        </p:nvSpPr>
        <p:spPr>
          <a:xfrm>
            <a:off x="6041146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Oval 1668"/>
          <p:cNvSpPr/>
          <p:nvPr/>
        </p:nvSpPr>
        <p:spPr>
          <a:xfrm>
            <a:off x="6071146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1670" name="Rounded Rectangle 1669"/>
          <p:cNvSpPr/>
          <p:nvPr/>
        </p:nvSpPr>
        <p:spPr>
          <a:xfrm>
            <a:off x="6249146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1671" name="Oval 1670"/>
          <p:cNvSpPr/>
          <p:nvPr/>
        </p:nvSpPr>
        <p:spPr>
          <a:xfrm>
            <a:off x="7704750" y="579625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Oval 1671"/>
          <p:cNvSpPr/>
          <p:nvPr/>
        </p:nvSpPr>
        <p:spPr>
          <a:xfrm>
            <a:off x="7734750" y="582625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1673" name="Rounded Rectangle 1672"/>
          <p:cNvSpPr/>
          <p:nvPr/>
        </p:nvSpPr>
        <p:spPr>
          <a:xfrm>
            <a:off x="7912750" y="581375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</a:t>
            </a:r>
          </a:p>
        </p:txBody>
      </p:sp>
      <p:sp>
        <p:nvSpPr>
          <p:cNvPr id="1674" name="Rounded Rectangle 1673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V61, V63, V64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3" name=""/>
          <p:cNvSpPr/>
          <p:nvPr/>
        </p:nvSpPr>
        <p:spPr>
          <a:xfrm>
            <a:off x="3083400" y="50760"/>
            <a:ext cx="297720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17: EBBR | RWY 02 | STAR ARVO2A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" name=""/>
          <p:cNvSpPr/>
          <p:nvPr/>
        </p:nvSpPr>
        <p:spPr>
          <a:xfrm flipV="1">
            <a:off x="1901880" y="3414600"/>
            <a:ext cx="1198440" cy="1712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5" name=""/>
          <p:cNvSpPr/>
          <p:nvPr/>
        </p:nvSpPr>
        <p:spPr>
          <a:xfrm flipV="1">
            <a:off x="3100320" y="2307960"/>
            <a:ext cx="774720" cy="1106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6" name=""/>
          <p:cNvSpPr/>
          <p:nvPr/>
        </p:nvSpPr>
        <p:spPr>
          <a:xfrm flipV="1">
            <a:off x="3875040" y="1882800"/>
            <a:ext cx="708120" cy="425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"/>
          <p:cNvSpPr/>
          <p:nvPr/>
        </p:nvSpPr>
        <p:spPr>
          <a:xfrm>
            <a:off x="4583160" y="1882800"/>
            <a:ext cx="792000" cy="168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"/>
          <p:cNvSpPr/>
          <p:nvPr/>
        </p:nvSpPr>
        <p:spPr>
          <a:xfrm>
            <a:off x="5375160" y="2050920"/>
            <a:ext cx="384120" cy="16639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" name=""/>
          <p:cNvSpPr/>
          <p:nvPr/>
        </p:nvSpPr>
        <p:spPr>
          <a:xfrm>
            <a:off x="5759280" y="3714840"/>
            <a:ext cx="455760" cy="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0" bIns="-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0" name=""/>
          <p:cNvSpPr/>
          <p:nvPr/>
        </p:nvSpPr>
        <p:spPr>
          <a:xfrm flipV="1">
            <a:off x="6215040" y="3627000"/>
            <a:ext cx="372960" cy="87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0680" bIns="406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" name=""/>
          <p:cNvSpPr/>
          <p:nvPr/>
        </p:nvSpPr>
        <p:spPr>
          <a:xfrm flipV="1">
            <a:off x="6588000" y="2695680"/>
            <a:ext cx="455760" cy="9316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2" name=""/>
          <p:cNvSpPr/>
          <p:nvPr/>
        </p:nvSpPr>
        <p:spPr>
          <a:xfrm flipV="1">
            <a:off x="7043760" y="2460240"/>
            <a:ext cx="58680" cy="235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3" name=""/>
          <p:cNvSpPr/>
          <p:nvPr/>
        </p:nvSpPr>
        <p:spPr>
          <a:xfrm flipV="1">
            <a:off x="7102440" y="1937880"/>
            <a:ext cx="139680" cy="522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664" name=""/>
          <p:cNvGrpSpPr/>
          <p:nvPr/>
        </p:nvGrpSpPr>
        <p:grpSpPr>
          <a:xfrm>
            <a:off x="1838160" y="5064120"/>
            <a:ext cx="600840" cy="200520"/>
            <a:chOff x="1838160" y="5064120"/>
            <a:chExt cx="600840" cy="200520"/>
          </a:xfrm>
        </p:grpSpPr>
        <p:sp>
          <p:nvSpPr>
            <p:cNvPr id="1665" name=""/>
            <p:cNvSpPr/>
            <p:nvPr/>
          </p:nvSpPr>
          <p:spPr>
            <a:xfrm>
              <a:off x="1838160" y="506412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66" name=""/>
            <p:cNvSpPr/>
            <p:nvPr/>
          </p:nvSpPr>
          <p:spPr>
            <a:xfrm>
              <a:off x="1949040" y="506412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ARVOL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67" name=""/>
          <p:cNvGrpSpPr/>
          <p:nvPr/>
        </p:nvGrpSpPr>
        <p:grpSpPr>
          <a:xfrm>
            <a:off x="3049560" y="3351240"/>
            <a:ext cx="555480" cy="200520"/>
            <a:chOff x="3049560" y="3351240"/>
            <a:chExt cx="555480" cy="200520"/>
          </a:xfrm>
        </p:grpSpPr>
        <p:sp>
          <p:nvSpPr>
            <p:cNvPr id="1668" name=""/>
            <p:cNvSpPr/>
            <p:nvPr/>
          </p:nvSpPr>
          <p:spPr>
            <a:xfrm>
              <a:off x="3049560" y="33638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69" name=""/>
            <p:cNvSpPr/>
            <p:nvPr/>
          </p:nvSpPr>
          <p:spPr>
            <a:xfrm>
              <a:off x="3154680" y="335124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AKOVI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70" name=""/>
          <p:cNvGrpSpPr/>
          <p:nvPr/>
        </p:nvGrpSpPr>
        <p:grpSpPr>
          <a:xfrm>
            <a:off x="3824280" y="2244600"/>
            <a:ext cx="562320" cy="200520"/>
            <a:chOff x="3824280" y="2244600"/>
            <a:chExt cx="562320" cy="200520"/>
          </a:xfrm>
        </p:grpSpPr>
        <p:sp>
          <p:nvSpPr>
            <p:cNvPr id="1671" name=""/>
            <p:cNvSpPr/>
            <p:nvPr/>
          </p:nvSpPr>
          <p:spPr>
            <a:xfrm>
              <a:off x="3824280" y="22575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72" name=""/>
            <p:cNvSpPr/>
            <p:nvPr/>
          </p:nvSpPr>
          <p:spPr>
            <a:xfrm>
              <a:off x="3922560" y="224460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RODRI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73" name=""/>
          <p:cNvGrpSpPr/>
          <p:nvPr/>
        </p:nvGrpSpPr>
        <p:grpSpPr>
          <a:xfrm>
            <a:off x="4532400" y="1819440"/>
            <a:ext cx="569880" cy="200520"/>
            <a:chOff x="4532400" y="1819440"/>
            <a:chExt cx="569880" cy="200520"/>
          </a:xfrm>
        </p:grpSpPr>
        <p:sp>
          <p:nvSpPr>
            <p:cNvPr id="1674" name=""/>
            <p:cNvSpPr/>
            <p:nvPr/>
          </p:nvSpPr>
          <p:spPr>
            <a:xfrm>
              <a:off x="4532400" y="18320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75" name=""/>
            <p:cNvSpPr/>
            <p:nvPr/>
          </p:nvSpPr>
          <p:spPr>
            <a:xfrm>
              <a:off x="4622760" y="181944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KERKY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76" name=""/>
          <p:cNvGrpSpPr/>
          <p:nvPr/>
        </p:nvGrpSpPr>
        <p:grpSpPr>
          <a:xfrm>
            <a:off x="5324400" y="1987560"/>
            <a:ext cx="463680" cy="200520"/>
            <a:chOff x="5324400" y="1987560"/>
            <a:chExt cx="463680" cy="200520"/>
          </a:xfrm>
        </p:grpSpPr>
        <p:sp>
          <p:nvSpPr>
            <p:cNvPr id="1677" name=""/>
            <p:cNvSpPr/>
            <p:nvPr/>
          </p:nvSpPr>
          <p:spPr>
            <a:xfrm>
              <a:off x="5324400" y="20001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78" name=""/>
            <p:cNvSpPr/>
            <p:nvPr/>
          </p:nvSpPr>
          <p:spPr>
            <a:xfrm>
              <a:off x="5470200" y="1987560"/>
              <a:ext cx="3178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AFI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79" name=""/>
          <p:cNvGrpSpPr/>
          <p:nvPr/>
        </p:nvGrpSpPr>
        <p:grpSpPr>
          <a:xfrm>
            <a:off x="5708520" y="3651120"/>
            <a:ext cx="586440" cy="200520"/>
            <a:chOff x="5708520" y="3651120"/>
            <a:chExt cx="586440" cy="200520"/>
          </a:xfrm>
        </p:grpSpPr>
        <p:sp>
          <p:nvSpPr>
            <p:cNvPr id="1680" name=""/>
            <p:cNvSpPr/>
            <p:nvPr/>
          </p:nvSpPr>
          <p:spPr>
            <a:xfrm>
              <a:off x="5708520" y="366408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81" name=""/>
            <p:cNvSpPr/>
            <p:nvPr/>
          </p:nvSpPr>
          <p:spPr>
            <a:xfrm>
              <a:off x="5848920" y="365112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AFI-12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82" name=""/>
          <p:cNvGrpSpPr/>
          <p:nvPr/>
        </p:nvGrpSpPr>
        <p:grpSpPr>
          <a:xfrm>
            <a:off x="6173640" y="3651120"/>
            <a:ext cx="539640" cy="200520"/>
            <a:chOff x="6173640" y="3651120"/>
            <a:chExt cx="539640" cy="200520"/>
          </a:xfrm>
        </p:grpSpPr>
        <p:sp>
          <p:nvSpPr>
            <p:cNvPr id="1683" name=""/>
            <p:cNvSpPr/>
            <p:nvPr/>
          </p:nvSpPr>
          <p:spPr>
            <a:xfrm>
              <a:off x="6173640" y="367344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84" name=""/>
            <p:cNvSpPr/>
            <p:nvPr/>
          </p:nvSpPr>
          <p:spPr>
            <a:xfrm>
              <a:off x="6253560" y="3651120"/>
              <a:ext cx="4597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NIVOR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85" name=""/>
          <p:cNvGrpSpPr/>
          <p:nvPr/>
        </p:nvGrpSpPr>
        <p:grpSpPr>
          <a:xfrm>
            <a:off x="6548400" y="3564000"/>
            <a:ext cx="585000" cy="200520"/>
            <a:chOff x="6548400" y="3564000"/>
            <a:chExt cx="585000" cy="200520"/>
          </a:xfrm>
        </p:grpSpPr>
        <p:sp>
          <p:nvSpPr>
            <p:cNvPr id="1686" name=""/>
            <p:cNvSpPr/>
            <p:nvPr/>
          </p:nvSpPr>
          <p:spPr>
            <a:xfrm>
              <a:off x="6548400" y="35877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87" name=""/>
            <p:cNvSpPr/>
            <p:nvPr/>
          </p:nvSpPr>
          <p:spPr>
            <a:xfrm>
              <a:off x="6649560" y="3564000"/>
              <a:ext cx="483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HUL-11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88" name=""/>
          <p:cNvGrpSpPr/>
          <p:nvPr/>
        </p:nvGrpSpPr>
        <p:grpSpPr>
          <a:xfrm>
            <a:off x="7004160" y="2631960"/>
            <a:ext cx="482040" cy="200520"/>
            <a:chOff x="7004160" y="2631960"/>
            <a:chExt cx="482040" cy="200520"/>
          </a:xfrm>
        </p:grpSpPr>
        <p:sp>
          <p:nvSpPr>
            <p:cNvPr id="1689" name=""/>
            <p:cNvSpPr/>
            <p:nvPr/>
          </p:nvSpPr>
          <p:spPr>
            <a:xfrm>
              <a:off x="7004160" y="265428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90" name=""/>
            <p:cNvSpPr/>
            <p:nvPr/>
          </p:nvSpPr>
          <p:spPr>
            <a:xfrm>
              <a:off x="7090560" y="2631960"/>
              <a:ext cx="395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CF02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91" name=""/>
          <p:cNvGrpSpPr/>
          <p:nvPr/>
        </p:nvGrpSpPr>
        <p:grpSpPr>
          <a:xfrm>
            <a:off x="7061040" y="2397240"/>
            <a:ext cx="496080" cy="200520"/>
            <a:chOff x="7061040" y="2397240"/>
            <a:chExt cx="496080" cy="200520"/>
          </a:xfrm>
        </p:grpSpPr>
        <p:sp>
          <p:nvSpPr>
            <p:cNvPr id="1692" name=""/>
            <p:cNvSpPr/>
            <p:nvPr/>
          </p:nvSpPr>
          <p:spPr>
            <a:xfrm>
              <a:off x="7061040" y="2419200"/>
              <a:ext cx="82800" cy="828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2240" bIns="12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93" name=""/>
            <p:cNvSpPr/>
            <p:nvPr/>
          </p:nvSpPr>
          <p:spPr>
            <a:xfrm>
              <a:off x="7137000" y="2397240"/>
              <a:ext cx="4201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OM02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94" name=""/>
          <p:cNvGrpSpPr/>
          <p:nvPr/>
        </p:nvGrpSpPr>
        <p:grpSpPr>
          <a:xfrm>
            <a:off x="7178760" y="1874880"/>
            <a:ext cx="543240" cy="200520"/>
            <a:chOff x="7178760" y="1874880"/>
            <a:chExt cx="543240" cy="200520"/>
          </a:xfrm>
        </p:grpSpPr>
        <p:sp>
          <p:nvSpPr>
            <p:cNvPr id="1695" name=""/>
            <p:cNvSpPr/>
            <p:nvPr/>
          </p:nvSpPr>
          <p:spPr>
            <a:xfrm>
              <a:off x="7178760" y="187488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96" name=""/>
            <p:cNvSpPr/>
            <p:nvPr/>
          </p:nvSpPr>
          <p:spPr>
            <a:xfrm>
              <a:off x="7295760" y="187488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RW02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97" name=""/>
          <p:cNvGrpSpPr/>
          <p:nvPr/>
        </p:nvGrpSpPr>
        <p:grpSpPr>
          <a:xfrm>
            <a:off x="6095880" y="2895480"/>
            <a:ext cx="479160" cy="200520"/>
            <a:chOff x="6095880" y="2895480"/>
            <a:chExt cx="479160" cy="200520"/>
          </a:xfrm>
        </p:grpSpPr>
        <p:sp>
          <p:nvSpPr>
            <p:cNvPr id="1698" name=""/>
            <p:cNvSpPr/>
            <p:nvPr/>
          </p:nvSpPr>
          <p:spPr>
            <a:xfrm>
              <a:off x="6095880" y="2901600"/>
              <a:ext cx="11448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99" name=""/>
            <p:cNvSpPr/>
            <p:nvPr/>
          </p:nvSpPr>
          <p:spPr>
            <a:xfrm>
              <a:off x="6237360" y="2895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00" name=""/>
          <p:cNvGrpSpPr/>
          <p:nvPr/>
        </p:nvGrpSpPr>
        <p:grpSpPr>
          <a:xfrm>
            <a:off x="4495680" y="2819520"/>
            <a:ext cx="479160" cy="200520"/>
            <a:chOff x="4495680" y="2819520"/>
            <a:chExt cx="479160" cy="200520"/>
          </a:xfrm>
        </p:grpSpPr>
        <p:sp>
          <p:nvSpPr>
            <p:cNvPr id="1701" name=""/>
            <p:cNvSpPr/>
            <p:nvPr/>
          </p:nvSpPr>
          <p:spPr>
            <a:xfrm>
              <a:off x="4495680" y="282600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02" name=""/>
            <p:cNvSpPr/>
            <p:nvPr/>
          </p:nvSpPr>
          <p:spPr>
            <a:xfrm>
              <a:off x="4637160" y="2819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03" name=""/>
          <p:cNvGrpSpPr/>
          <p:nvPr/>
        </p:nvGrpSpPr>
        <p:grpSpPr>
          <a:xfrm>
            <a:off x="6248520" y="5791320"/>
            <a:ext cx="461160" cy="200520"/>
            <a:chOff x="6248520" y="5791320"/>
            <a:chExt cx="461160" cy="200520"/>
          </a:xfrm>
        </p:grpSpPr>
        <p:sp>
          <p:nvSpPr>
            <p:cNvPr id="1704" name=""/>
            <p:cNvSpPr/>
            <p:nvPr/>
          </p:nvSpPr>
          <p:spPr>
            <a:xfrm>
              <a:off x="6248520" y="5806800"/>
              <a:ext cx="9648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05" name=""/>
            <p:cNvSpPr/>
            <p:nvPr/>
          </p:nvSpPr>
          <p:spPr>
            <a:xfrm>
              <a:off x="6372000" y="5791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06" name=""/>
          <p:cNvGrpSpPr/>
          <p:nvPr/>
        </p:nvGrpSpPr>
        <p:grpSpPr>
          <a:xfrm>
            <a:off x="717480" y="3417840"/>
            <a:ext cx="467280" cy="200520"/>
            <a:chOff x="717480" y="3417840"/>
            <a:chExt cx="467280" cy="200520"/>
          </a:xfrm>
        </p:grpSpPr>
        <p:sp>
          <p:nvSpPr>
            <p:cNvPr id="1707" name=""/>
            <p:cNvSpPr/>
            <p:nvPr/>
          </p:nvSpPr>
          <p:spPr>
            <a:xfrm>
              <a:off x="717480" y="3433680"/>
              <a:ext cx="9540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08" name=""/>
            <p:cNvSpPr/>
            <p:nvPr/>
          </p:nvSpPr>
          <p:spPr>
            <a:xfrm>
              <a:off x="847080" y="34178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09" name=""/>
          <p:cNvGrpSpPr/>
          <p:nvPr/>
        </p:nvGrpSpPr>
        <p:grpSpPr>
          <a:xfrm>
            <a:off x="6324480" y="4343400"/>
            <a:ext cx="461880" cy="200520"/>
            <a:chOff x="6324480" y="4343400"/>
            <a:chExt cx="461880" cy="200520"/>
          </a:xfrm>
        </p:grpSpPr>
        <p:sp>
          <p:nvSpPr>
            <p:cNvPr id="1710" name=""/>
            <p:cNvSpPr/>
            <p:nvPr/>
          </p:nvSpPr>
          <p:spPr>
            <a:xfrm>
              <a:off x="6324480" y="4359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11" name=""/>
            <p:cNvSpPr/>
            <p:nvPr/>
          </p:nvSpPr>
          <p:spPr>
            <a:xfrm>
              <a:off x="6448680" y="4343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12" name=""/>
          <p:cNvGrpSpPr/>
          <p:nvPr/>
        </p:nvGrpSpPr>
        <p:grpSpPr>
          <a:xfrm>
            <a:off x="7238880" y="3276720"/>
            <a:ext cx="460440" cy="200520"/>
            <a:chOff x="7238880" y="3276720"/>
            <a:chExt cx="460440" cy="200520"/>
          </a:xfrm>
        </p:grpSpPr>
        <p:sp>
          <p:nvSpPr>
            <p:cNvPr id="1713" name=""/>
            <p:cNvSpPr/>
            <p:nvPr/>
          </p:nvSpPr>
          <p:spPr>
            <a:xfrm>
              <a:off x="7238880" y="32911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14" name=""/>
            <p:cNvSpPr/>
            <p:nvPr/>
          </p:nvSpPr>
          <p:spPr>
            <a:xfrm>
              <a:off x="7361640" y="3276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15" name=""/>
          <p:cNvGrpSpPr/>
          <p:nvPr/>
        </p:nvGrpSpPr>
        <p:grpSpPr>
          <a:xfrm>
            <a:off x="2743200" y="1600200"/>
            <a:ext cx="461880" cy="200520"/>
            <a:chOff x="2743200" y="1600200"/>
            <a:chExt cx="461880" cy="200520"/>
          </a:xfrm>
        </p:grpSpPr>
        <p:sp>
          <p:nvSpPr>
            <p:cNvPr id="1716" name=""/>
            <p:cNvSpPr/>
            <p:nvPr/>
          </p:nvSpPr>
          <p:spPr>
            <a:xfrm>
              <a:off x="2743200" y="16142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17" name=""/>
            <p:cNvSpPr/>
            <p:nvPr/>
          </p:nvSpPr>
          <p:spPr>
            <a:xfrm>
              <a:off x="2867400" y="1600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18" name=""/>
          <p:cNvGrpSpPr/>
          <p:nvPr/>
        </p:nvGrpSpPr>
        <p:grpSpPr>
          <a:xfrm>
            <a:off x="4305240" y="3917880"/>
            <a:ext cx="468720" cy="200520"/>
            <a:chOff x="4305240" y="3917880"/>
            <a:chExt cx="468720" cy="200520"/>
          </a:xfrm>
        </p:grpSpPr>
        <p:sp>
          <p:nvSpPr>
            <p:cNvPr id="1719" name=""/>
            <p:cNvSpPr/>
            <p:nvPr/>
          </p:nvSpPr>
          <p:spPr>
            <a:xfrm>
              <a:off x="4305240" y="39322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20" name=""/>
            <p:cNvSpPr/>
            <p:nvPr/>
          </p:nvSpPr>
          <p:spPr>
            <a:xfrm>
              <a:off x="4436280" y="3917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21" name=""/>
          <p:cNvGrpSpPr/>
          <p:nvPr/>
        </p:nvGrpSpPr>
        <p:grpSpPr>
          <a:xfrm>
            <a:off x="1606680" y="2147760"/>
            <a:ext cx="468720" cy="200520"/>
            <a:chOff x="1606680" y="2147760"/>
            <a:chExt cx="468720" cy="200520"/>
          </a:xfrm>
        </p:grpSpPr>
        <p:sp>
          <p:nvSpPr>
            <p:cNvPr id="1722" name=""/>
            <p:cNvSpPr/>
            <p:nvPr/>
          </p:nvSpPr>
          <p:spPr>
            <a:xfrm>
              <a:off x="1606680" y="2162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23" name=""/>
            <p:cNvSpPr/>
            <p:nvPr/>
          </p:nvSpPr>
          <p:spPr>
            <a:xfrm>
              <a:off x="1737720" y="21477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24" name=""/>
          <p:cNvGrpSpPr/>
          <p:nvPr/>
        </p:nvGrpSpPr>
        <p:grpSpPr>
          <a:xfrm>
            <a:off x="8331120" y="1206360"/>
            <a:ext cx="467280" cy="200520"/>
            <a:chOff x="8331120" y="1206360"/>
            <a:chExt cx="467280" cy="200520"/>
          </a:xfrm>
        </p:grpSpPr>
        <p:sp>
          <p:nvSpPr>
            <p:cNvPr id="1725" name=""/>
            <p:cNvSpPr/>
            <p:nvPr/>
          </p:nvSpPr>
          <p:spPr>
            <a:xfrm>
              <a:off x="8331120" y="122076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26" name=""/>
            <p:cNvSpPr/>
            <p:nvPr/>
          </p:nvSpPr>
          <p:spPr>
            <a:xfrm>
              <a:off x="8460720" y="12063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27" name=""/>
          <p:cNvGrpSpPr/>
          <p:nvPr/>
        </p:nvGrpSpPr>
        <p:grpSpPr>
          <a:xfrm>
            <a:off x="708120" y="5686560"/>
            <a:ext cx="467280" cy="200520"/>
            <a:chOff x="708120" y="5686560"/>
            <a:chExt cx="467280" cy="200520"/>
          </a:xfrm>
        </p:grpSpPr>
        <p:sp>
          <p:nvSpPr>
            <p:cNvPr id="1728" name=""/>
            <p:cNvSpPr/>
            <p:nvPr/>
          </p:nvSpPr>
          <p:spPr>
            <a:xfrm>
              <a:off x="708120" y="570240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29" name=""/>
            <p:cNvSpPr/>
            <p:nvPr/>
          </p:nvSpPr>
          <p:spPr>
            <a:xfrm>
              <a:off x="837720" y="56865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30" name=""/>
          <p:cNvGrpSpPr/>
          <p:nvPr/>
        </p:nvGrpSpPr>
        <p:grpSpPr>
          <a:xfrm>
            <a:off x="8312040" y="2581200"/>
            <a:ext cx="467280" cy="200520"/>
            <a:chOff x="8312040" y="2581200"/>
            <a:chExt cx="467280" cy="200520"/>
          </a:xfrm>
        </p:grpSpPr>
        <p:sp>
          <p:nvSpPr>
            <p:cNvPr id="1731" name=""/>
            <p:cNvSpPr/>
            <p:nvPr/>
          </p:nvSpPr>
          <p:spPr>
            <a:xfrm>
              <a:off x="8312040" y="259560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32" name=""/>
            <p:cNvSpPr/>
            <p:nvPr/>
          </p:nvSpPr>
          <p:spPr>
            <a:xfrm>
              <a:off x="8441640" y="2581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33" name=""/>
          <p:cNvGrpSpPr/>
          <p:nvPr/>
        </p:nvGrpSpPr>
        <p:grpSpPr>
          <a:xfrm>
            <a:off x="7431120" y="4745160"/>
            <a:ext cx="468720" cy="200520"/>
            <a:chOff x="7431120" y="4745160"/>
            <a:chExt cx="468720" cy="200520"/>
          </a:xfrm>
        </p:grpSpPr>
        <p:sp>
          <p:nvSpPr>
            <p:cNvPr id="1734" name=""/>
            <p:cNvSpPr/>
            <p:nvPr/>
          </p:nvSpPr>
          <p:spPr>
            <a:xfrm>
              <a:off x="7431120" y="476100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35" name=""/>
            <p:cNvSpPr/>
            <p:nvPr/>
          </p:nvSpPr>
          <p:spPr>
            <a:xfrm>
              <a:off x="7562160" y="47451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36" name=""/>
          <p:cNvGrpSpPr/>
          <p:nvPr/>
        </p:nvGrpSpPr>
        <p:grpSpPr>
          <a:xfrm>
            <a:off x="3886200" y="5973840"/>
            <a:ext cx="461520" cy="200520"/>
            <a:chOff x="3886200" y="5973840"/>
            <a:chExt cx="461520" cy="200520"/>
          </a:xfrm>
        </p:grpSpPr>
        <p:sp>
          <p:nvSpPr>
            <p:cNvPr id="1737" name=""/>
            <p:cNvSpPr/>
            <p:nvPr/>
          </p:nvSpPr>
          <p:spPr>
            <a:xfrm>
              <a:off x="3886200" y="59896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38" name=""/>
            <p:cNvSpPr/>
            <p:nvPr/>
          </p:nvSpPr>
          <p:spPr>
            <a:xfrm>
              <a:off x="4010040" y="59738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39" name=""/>
          <p:cNvGrpSpPr/>
          <p:nvPr/>
        </p:nvGrpSpPr>
        <p:grpSpPr>
          <a:xfrm>
            <a:off x="5186520" y="4782960"/>
            <a:ext cx="468720" cy="200520"/>
            <a:chOff x="5186520" y="4782960"/>
            <a:chExt cx="468720" cy="200520"/>
          </a:xfrm>
        </p:grpSpPr>
        <p:sp>
          <p:nvSpPr>
            <p:cNvPr id="1740" name=""/>
            <p:cNvSpPr/>
            <p:nvPr/>
          </p:nvSpPr>
          <p:spPr>
            <a:xfrm>
              <a:off x="5186520" y="479916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41" name=""/>
            <p:cNvSpPr/>
            <p:nvPr/>
          </p:nvSpPr>
          <p:spPr>
            <a:xfrm>
              <a:off x="5317560" y="47829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42" name=""/>
          <p:cNvGrpSpPr/>
          <p:nvPr/>
        </p:nvGrpSpPr>
        <p:grpSpPr>
          <a:xfrm>
            <a:off x="4648320" y="990720"/>
            <a:ext cx="461520" cy="200520"/>
            <a:chOff x="4648320" y="990720"/>
            <a:chExt cx="461520" cy="200520"/>
          </a:xfrm>
        </p:grpSpPr>
        <p:sp>
          <p:nvSpPr>
            <p:cNvPr id="1743" name=""/>
            <p:cNvSpPr/>
            <p:nvPr/>
          </p:nvSpPr>
          <p:spPr>
            <a:xfrm>
              <a:off x="4648320" y="1005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44" name=""/>
            <p:cNvSpPr/>
            <p:nvPr/>
          </p:nvSpPr>
          <p:spPr>
            <a:xfrm>
              <a:off x="4772160" y="990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45" name=""/>
          <p:cNvGrpSpPr/>
          <p:nvPr/>
        </p:nvGrpSpPr>
        <p:grpSpPr>
          <a:xfrm>
            <a:off x="1878120" y="3639960"/>
            <a:ext cx="468720" cy="200520"/>
            <a:chOff x="1878120" y="3639960"/>
            <a:chExt cx="468720" cy="200520"/>
          </a:xfrm>
        </p:grpSpPr>
        <p:sp>
          <p:nvSpPr>
            <p:cNvPr id="1746" name=""/>
            <p:cNvSpPr/>
            <p:nvPr/>
          </p:nvSpPr>
          <p:spPr>
            <a:xfrm>
              <a:off x="1878120" y="3654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47" name=""/>
            <p:cNvSpPr/>
            <p:nvPr/>
          </p:nvSpPr>
          <p:spPr>
            <a:xfrm>
              <a:off x="2009160" y="36399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48" name=""/>
          <p:cNvGrpSpPr/>
          <p:nvPr/>
        </p:nvGrpSpPr>
        <p:grpSpPr>
          <a:xfrm>
            <a:off x="7315200" y="533520"/>
            <a:ext cx="460080" cy="200520"/>
            <a:chOff x="7315200" y="533520"/>
            <a:chExt cx="460080" cy="200520"/>
          </a:xfrm>
        </p:grpSpPr>
        <p:sp>
          <p:nvSpPr>
            <p:cNvPr id="1749" name=""/>
            <p:cNvSpPr/>
            <p:nvPr/>
          </p:nvSpPr>
          <p:spPr>
            <a:xfrm>
              <a:off x="7315200" y="549360"/>
              <a:ext cx="9540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50" name=""/>
            <p:cNvSpPr/>
            <p:nvPr/>
          </p:nvSpPr>
          <p:spPr>
            <a:xfrm>
              <a:off x="7437600" y="533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51" name=""/>
          <p:cNvGrpSpPr/>
          <p:nvPr/>
        </p:nvGrpSpPr>
        <p:grpSpPr>
          <a:xfrm>
            <a:off x="3182760" y="4552920"/>
            <a:ext cx="469080" cy="200520"/>
            <a:chOff x="3182760" y="4552920"/>
            <a:chExt cx="469080" cy="200520"/>
          </a:xfrm>
        </p:grpSpPr>
        <p:sp>
          <p:nvSpPr>
            <p:cNvPr id="1752" name=""/>
            <p:cNvSpPr/>
            <p:nvPr/>
          </p:nvSpPr>
          <p:spPr>
            <a:xfrm>
              <a:off x="3182760" y="45687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53" name=""/>
            <p:cNvSpPr/>
            <p:nvPr/>
          </p:nvSpPr>
          <p:spPr>
            <a:xfrm>
              <a:off x="3314160" y="4552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54" name=""/>
          <p:cNvGrpSpPr/>
          <p:nvPr/>
        </p:nvGrpSpPr>
        <p:grpSpPr>
          <a:xfrm>
            <a:off x="6248520" y="1523880"/>
            <a:ext cx="461160" cy="200520"/>
            <a:chOff x="6248520" y="1523880"/>
            <a:chExt cx="461160" cy="200520"/>
          </a:xfrm>
        </p:grpSpPr>
        <p:sp>
          <p:nvSpPr>
            <p:cNvPr id="1755" name=""/>
            <p:cNvSpPr/>
            <p:nvPr/>
          </p:nvSpPr>
          <p:spPr>
            <a:xfrm>
              <a:off x="6248520" y="15379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56" name=""/>
            <p:cNvSpPr/>
            <p:nvPr/>
          </p:nvSpPr>
          <p:spPr>
            <a:xfrm>
              <a:off x="6372000" y="1523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757" name="Oval 1756"/>
          <p:cNvSpPr/>
          <p:nvPr/>
        </p:nvSpPr>
        <p:spPr>
          <a:xfrm>
            <a:off x="5992650" y="304345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Oval 1757"/>
          <p:cNvSpPr/>
          <p:nvPr/>
        </p:nvSpPr>
        <p:spPr>
          <a:xfrm>
            <a:off x="6022650" y="307345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1759" name="Rounded Rectangle 1758"/>
          <p:cNvSpPr/>
          <p:nvPr/>
        </p:nvSpPr>
        <p:spPr>
          <a:xfrm>
            <a:off x="6200650" y="306095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1760" name="Oval 1759"/>
          <p:cNvSpPr/>
          <p:nvPr/>
        </p:nvSpPr>
        <p:spPr>
          <a:xfrm>
            <a:off x="6782041" y="297802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Oval 1760"/>
          <p:cNvSpPr/>
          <p:nvPr/>
        </p:nvSpPr>
        <p:spPr>
          <a:xfrm>
            <a:off x="6812041" y="300802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1762" name="Rounded Rectangle 1761"/>
          <p:cNvSpPr/>
          <p:nvPr/>
        </p:nvSpPr>
        <p:spPr>
          <a:xfrm>
            <a:off x="6990041" y="299552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1763" name="Oval 1762"/>
          <p:cNvSpPr/>
          <p:nvPr/>
        </p:nvSpPr>
        <p:spPr>
          <a:xfrm>
            <a:off x="7262361" y="371336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Oval 1763"/>
          <p:cNvSpPr/>
          <p:nvPr/>
        </p:nvSpPr>
        <p:spPr>
          <a:xfrm>
            <a:off x="7292361" y="374336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1765" name="Rounded Rectangle 1764"/>
          <p:cNvSpPr/>
          <p:nvPr/>
        </p:nvSpPr>
        <p:spPr>
          <a:xfrm>
            <a:off x="7470361" y="373086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1766" name="Oval 1765"/>
          <p:cNvSpPr/>
          <p:nvPr/>
        </p:nvSpPr>
        <p:spPr>
          <a:xfrm>
            <a:off x="8128985" y="629489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Oval 1766"/>
          <p:cNvSpPr/>
          <p:nvPr/>
        </p:nvSpPr>
        <p:spPr>
          <a:xfrm>
            <a:off x="8158985" y="632489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1768" name="Rounded Rectangle 1767"/>
          <p:cNvSpPr/>
          <p:nvPr/>
        </p:nvSpPr>
        <p:spPr>
          <a:xfrm>
            <a:off x="8336985" y="631239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1769" name="Oval 1768"/>
          <p:cNvSpPr/>
          <p:nvPr/>
        </p:nvSpPr>
        <p:spPr>
          <a:xfrm>
            <a:off x="759909" y="638300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Oval 1769"/>
          <p:cNvSpPr/>
          <p:nvPr/>
        </p:nvSpPr>
        <p:spPr>
          <a:xfrm>
            <a:off x="789909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1771" name="Rounded Rectangle 1770"/>
          <p:cNvSpPr/>
          <p:nvPr/>
        </p:nvSpPr>
        <p:spPr>
          <a:xfrm>
            <a:off x="967909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1772" name="Oval 1771"/>
          <p:cNvSpPr/>
          <p:nvPr/>
        </p:nvSpPr>
        <p:spPr>
          <a:xfrm>
            <a:off x="4160693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Oval 1772"/>
          <p:cNvSpPr/>
          <p:nvPr/>
        </p:nvSpPr>
        <p:spPr>
          <a:xfrm>
            <a:off x="4190693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1774" name="Rounded Rectangle 1773"/>
          <p:cNvSpPr/>
          <p:nvPr/>
        </p:nvSpPr>
        <p:spPr>
          <a:xfrm>
            <a:off x="4368693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1775" name="Oval 1774"/>
          <p:cNvSpPr/>
          <p:nvPr/>
        </p:nvSpPr>
        <p:spPr>
          <a:xfrm>
            <a:off x="251506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Oval 1775"/>
          <p:cNvSpPr/>
          <p:nvPr/>
        </p:nvSpPr>
        <p:spPr>
          <a:xfrm>
            <a:off x="254506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1777" name="Rounded Rectangle 1776"/>
          <p:cNvSpPr/>
          <p:nvPr/>
        </p:nvSpPr>
        <p:spPr>
          <a:xfrm>
            <a:off x="272306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1778" name="Oval 1777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Oval 1778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1780" name="Rounded Rectangle 1779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1781" name="Oval 1780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Oval 1781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1783" name="Rounded Rectangle 1782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1784" name="Oval 1783"/>
          <p:cNvSpPr/>
          <p:nvPr/>
        </p:nvSpPr>
        <p:spPr>
          <a:xfrm>
            <a:off x="7828589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Oval 1784"/>
          <p:cNvSpPr/>
          <p:nvPr/>
        </p:nvSpPr>
        <p:spPr>
          <a:xfrm>
            <a:off x="7858589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1786" name="Rounded Rectangle 1785"/>
          <p:cNvSpPr/>
          <p:nvPr/>
        </p:nvSpPr>
        <p:spPr>
          <a:xfrm>
            <a:off x="8036589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1787" name="Rounded Rectangle 1786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V62, V63, V64, V65,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"/>
          <p:cNvSpPr/>
          <p:nvPr/>
        </p:nvSpPr>
        <p:spPr>
          <a:xfrm>
            <a:off x="3048120" y="50760"/>
            <a:ext cx="304740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18: EBBR | RWY 25R | STAR TULN3B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8" name=""/>
          <p:cNvSpPr/>
          <p:nvPr/>
        </p:nvSpPr>
        <p:spPr>
          <a:xfrm flipV="1">
            <a:off x="1901880" y="4427640"/>
            <a:ext cx="1590480" cy="554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8640" bIns="864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9" name=""/>
          <p:cNvSpPr/>
          <p:nvPr/>
        </p:nvSpPr>
        <p:spPr>
          <a:xfrm flipV="1">
            <a:off x="3492360" y="3625560"/>
            <a:ext cx="2330640" cy="8017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"/>
          <p:cNvSpPr/>
          <p:nvPr/>
        </p:nvSpPr>
        <p:spPr>
          <a:xfrm flipV="1">
            <a:off x="5823000" y="3050640"/>
            <a:ext cx="1419120" cy="5749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1" name=""/>
          <p:cNvSpPr/>
          <p:nvPr/>
        </p:nvSpPr>
        <p:spPr>
          <a:xfrm flipH="1" flipV="1">
            <a:off x="6661080" y="2563560"/>
            <a:ext cx="581040" cy="487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"/>
          <p:cNvSpPr/>
          <p:nvPr/>
        </p:nvSpPr>
        <p:spPr>
          <a:xfrm flipH="1" flipV="1">
            <a:off x="6306840" y="2527200"/>
            <a:ext cx="353880" cy="367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10080" bIns="-10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3" name=""/>
          <p:cNvSpPr/>
          <p:nvPr/>
        </p:nvSpPr>
        <p:spPr>
          <a:xfrm flipH="1">
            <a:off x="5814720" y="2527200"/>
            <a:ext cx="492120" cy="219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4" name=""/>
          <p:cNvSpPr/>
          <p:nvPr/>
        </p:nvSpPr>
        <p:spPr>
          <a:xfrm flipH="1">
            <a:off x="5684760" y="2746440"/>
            <a:ext cx="130320" cy="60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" name=""/>
          <p:cNvSpPr/>
          <p:nvPr/>
        </p:nvSpPr>
        <p:spPr>
          <a:xfrm flipH="1">
            <a:off x="5409720" y="2806560"/>
            <a:ext cx="274680" cy="128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766" name=""/>
          <p:cNvGrpSpPr/>
          <p:nvPr/>
        </p:nvGrpSpPr>
        <p:grpSpPr>
          <a:xfrm>
            <a:off x="1838160" y="4419720"/>
            <a:ext cx="576000" cy="200520"/>
            <a:chOff x="1838160" y="4419720"/>
            <a:chExt cx="576000" cy="200520"/>
          </a:xfrm>
        </p:grpSpPr>
        <p:sp>
          <p:nvSpPr>
            <p:cNvPr id="1767" name=""/>
            <p:cNvSpPr/>
            <p:nvPr/>
          </p:nvSpPr>
          <p:spPr>
            <a:xfrm>
              <a:off x="1838160" y="4419720"/>
              <a:ext cx="127080" cy="12672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68" name=""/>
            <p:cNvSpPr/>
            <p:nvPr/>
          </p:nvSpPr>
          <p:spPr>
            <a:xfrm>
              <a:off x="1974240" y="4419720"/>
              <a:ext cx="4399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TULNI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69" name=""/>
          <p:cNvGrpSpPr/>
          <p:nvPr/>
        </p:nvGrpSpPr>
        <p:grpSpPr>
          <a:xfrm>
            <a:off x="3441600" y="4363920"/>
            <a:ext cx="468360" cy="200520"/>
            <a:chOff x="3441600" y="4363920"/>
            <a:chExt cx="468360" cy="200520"/>
          </a:xfrm>
        </p:grpSpPr>
        <p:sp>
          <p:nvSpPr>
            <p:cNvPr id="1770" name=""/>
            <p:cNvSpPr/>
            <p:nvPr/>
          </p:nvSpPr>
          <p:spPr>
            <a:xfrm>
              <a:off x="3441600" y="437688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71" name=""/>
            <p:cNvSpPr/>
            <p:nvPr/>
          </p:nvSpPr>
          <p:spPr>
            <a:xfrm>
              <a:off x="3583080" y="4363920"/>
              <a:ext cx="3268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CIV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72" name=""/>
          <p:cNvGrpSpPr/>
          <p:nvPr/>
        </p:nvGrpSpPr>
        <p:grpSpPr>
          <a:xfrm>
            <a:off x="5772240" y="3562200"/>
            <a:ext cx="483480" cy="200520"/>
            <a:chOff x="5772240" y="3562200"/>
            <a:chExt cx="483480" cy="200520"/>
          </a:xfrm>
        </p:grpSpPr>
        <p:sp>
          <p:nvSpPr>
            <p:cNvPr id="1773" name=""/>
            <p:cNvSpPr/>
            <p:nvPr/>
          </p:nvSpPr>
          <p:spPr>
            <a:xfrm>
              <a:off x="5772240" y="35751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74" name=""/>
            <p:cNvSpPr/>
            <p:nvPr/>
          </p:nvSpPr>
          <p:spPr>
            <a:xfrm>
              <a:off x="5898240" y="3562200"/>
              <a:ext cx="357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HUL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75" name=""/>
          <p:cNvGrpSpPr/>
          <p:nvPr/>
        </p:nvGrpSpPr>
        <p:grpSpPr>
          <a:xfrm>
            <a:off x="7191360" y="2987640"/>
            <a:ext cx="480600" cy="200520"/>
            <a:chOff x="7191360" y="2987640"/>
            <a:chExt cx="480600" cy="200520"/>
          </a:xfrm>
        </p:grpSpPr>
        <p:sp>
          <p:nvSpPr>
            <p:cNvPr id="1776" name=""/>
            <p:cNvSpPr/>
            <p:nvPr/>
          </p:nvSpPr>
          <p:spPr>
            <a:xfrm>
              <a:off x="7191360" y="300024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77" name=""/>
            <p:cNvSpPr/>
            <p:nvPr/>
          </p:nvSpPr>
          <p:spPr>
            <a:xfrm>
              <a:off x="7320600" y="2987640"/>
              <a:ext cx="351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FLO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78" name=""/>
          <p:cNvGrpSpPr/>
          <p:nvPr/>
        </p:nvGrpSpPr>
        <p:grpSpPr>
          <a:xfrm>
            <a:off x="6621480" y="2500200"/>
            <a:ext cx="582840" cy="200520"/>
            <a:chOff x="6621480" y="2500200"/>
            <a:chExt cx="582840" cy="200520"/>
          </a:xfrm>
        </p:grpSpPr>
        <p:sp>
          <p:nvSpPr>
            <p:cNvPr id="1779" name=""/>
            <p:cNvSpPr/>
            <p:nvPr/>
          </p:nvSpPr>
          <p:spPr>
            <a:xfrm>
              <a:off x="6621480" y="25239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80" name=""/>
            <p:cNvSpPr/>
            <p:nvPr/>
          </p:nvSpPr>
          <p:spPr>
            <a:xfrm>
              <a:off x="6724800" y="250020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FLO-10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81" name=""/>
          <p:cNvGrpSpPr/>
          <p:nvPr/>
        </p:nvGrpSpPr>
        <p:grpSpPr>
          <a:xfrm>
            <a:off x="6265800" y="2463840"/>
            <a:ext cx="479160" cy="200520"/>
            <a:chOff x="6265800" y="2463840"/>
            <a:chExt cx="479160" cy="200520"/>
          </a:xfrm>
        </p:grpSpPr>
        <p:sp>
          <p:nvSpPr>
            <p:cNvPr id="1782" name=""/>
            <p:cNvSpPr/>
            <p:nvPr/>
          </p:nvSpPr>
          <p:spPr>
            <a:xfrm>
              <a:off x="6265800" y="2486160"/>
              <a:ext cx="8244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83" name=""/>
            <p:cNvSpPr/>
            <p:nvPr/>
          </p:nvSpPr>
          <p:spPr>
            <a:xfrm>
              <a:off x="6358320" y="2463840"/>
              <a:ext cx="386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INTC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84" name=""/>
          <p:cNvGrpSpPr/>
          <p:nvPr/>
        </p:nvGrpSpPr>
        <p:grpSpPr>
          <a:xfrm>
            <a:off x="5775480" y="2682720"/>
            <a:ext cx="539280" cy="200520"/>
            <a:chOff x="5775480" y="2682720"/>
            <a:chExt cx="539280" cy="200520"/>
          </a:xfrm>
        </p:grpSpPr>
        <p:sp>
          <p:nvSpPr>
            <p:cNvPr id="1785" name=""/>
            <p:cNvSpPr/>
            <p:nvPr/>
          </p:nvSpPr>
          <p:spPr>
            <a:xfrm>
              <a:off x="5775480" y="2705040"/>
              <a:ext cx="806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86" name=""/>
            <p:cNvSpPr/>
            <p:nvPr/>
          </p:nvSpPr>
          <p:spPr>
            <a:xfrm>
              <a:off x="5855040" y="2682720"/>
              <a:ext cx="4597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CF25R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87" name=""/>
          <p:cNvGrpSpPr/>
          <p:nvPr/>
        </p:nvGrpSpPr>
        <p:grpSpPr>
          <a:xfrm>
            <a:off x="5643720" y="2743200"/>
            <a:ext cx="552960" cy="200520"/>
            <a:chOff x="5643720" y="2743200"/>
            <a:chExt cx="552960" cy="200520"/>
          </a:xfrm>
        </p:grpSpPr>
        <p:sp>
          <p:nvSpPr>
            <p:cNvPr id="1788" name=""/>
            <p:cNvSpPr/>
            <p:nvPr/>
          </p:nvSpPr>
          <p:spPr>
            <a:xfrm>
              <a:off x="5643720" y="2766960"/>
              <a:ext cx="824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89" name=""/>
            <p:cNvSpPr/>
            <p:nvPr/>
          </p:nvSpPr>
          <p:spPr>
            <a:xfrm>
              <a:off x="5712840" y="2743200"/>
              <a:ext cx="483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OM25R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90" name=""/>
          <p:cNvGrpSpPr/>
          <p:nvPr/>
        </p:nvGrpSpPr>
        <p:grpSpPr>
          <a:xfrm>
            <a:off x="5346720" y="2871720"/>
            <a:ext cx="600480" cy="200520"/>
            <a:chOff x="5346720" y="2871720"/>
            <a:chExt cx="600480" cy="200520"/>
          </a:xfrm>
        </p:grpSpPr>
        <p:sp>
          <p:nvSpPr>
            <p:cNvPr id="1791" name=""/>
            <p:cNvSpPr/>
            <p:nvPr/>
          </p:nvSpPr>
          <p:spPr>
            <a:xfrm>
              <a:off x="5346720" y="287172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92" name=""/>
            <p:cNvSpPr/>
            <p:nvPr/>
          </p:nvSpPr>
          <p:spPr>
            <a:xfrm>
              <a:off x="5457240" y="287172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RW25R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93" name=""/>
          <p:cNvGrpSpPr/>
          <p:nvPr/>
        </p:nvGrpSpPr>
        <p:grpSpPr>
          <a:xfrm>
            <a:off x="4572000" y="304920"/>
            <a:ext cx="478800" cy="200520"/>
            <a:chOff x="4572000" y="304920"/>
            <a:chExt cx="478800" cy="200520"/>
          </a:xfrm>
        </p:grpSpPr>
        <p:sp>
          <p:nvSpPr>
            <p:cNvPr id="1794" name=""/>
            <p:cNvSpPr/>
            <p:nvPr/>
          </p:nvSpPr>
          <p:spPr>
            <a:xfrm>
              <a:off x="4572000" y="31104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95" name=""/>
            <p:cNvSpPr/>
            <p:nvPr/>
          </p:nvSpPr>
          <p:spPr>
            <a:xfrm>
              <a:off x="4713120" y="304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96" name=""/>
          <p:cNvGrpSpPr/>
          <p:nvPr/>
        </p:nvGrpSpPr>
        <p:grpSpPr>
          <a:xfrm>
            <a:off x="4343400" y="5791320"/>
            <a:ext cx="478800" cy="200520"/>
            <a:chOff x="4343400" y="5791320"/>
            <a:chExt cx="478800" cy="200520"/>
          </a:xfrm>
        </p:grpSpPr>
        <p:sp>
          <p:nvSpPr>
            <p:cNvPr id="1797" name=""/>
            <p:cNvSpPr/>
            <p:nvPr/>
          </p:nvSpPr>
          <p:spPr>
            <a:xfrm>
              <a:off x="4343400" y="579744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98" name=""/>
            <p:cNvSpPr/>
            <p:nvPr/>
          </p:nvSpPr>
          <p:spPr>
            <a:xfrm>
              <a:off x="4484520" y="5791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99" name=""/>
          <p:cNvGrpSpPr/>
          <p:nvPr/>
        </p:nvGrpSpPr>
        <p:grpSpPr>
          <a:xfrm>
            <a:off x="7696080" y="5943600"/>
            <a:ext cx="479160" cy="200520"/>
            <a:chOff x="7696080" y="5943600"/>
            <a:chExt cx="479160" cy="200520"/>
          </a:xfrm>
        </p:grpSpPr>
        <p:sp>
          <p:nvSpPr>
            <p:cNvPr id="1800" name=""/>
            <p:cNvSpPr/>
            <p:nvPr/>
          </p:nvSpPr>
          <p:spPr>
            <a:xfrm>
              <a:off x="7696080" y="595008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01" name=""/>
            <p:cNvSpPr/>
            <p:nvPr/>
          </p:nvSpPr>
          <p:spPr>
            <a:xfrm>
              <a:off x="7837560" y="5943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02" name=""/>
          <p:cNvGrpSpPr/>
          <p:nvPr/>
        </p:nvGrpSpPr>
        <p:grpSpPr>
          <a:xfrm>
            <a:off x="6172200" y="4648320"/>
            <a:ext cx="461880" cy="200520"/>
            <a:chOff x="6172200" y="4648320"/>
            <a:chExt cx="461880" cy="200520"/>
          </a:xfrm>
        </p:grpSpPr>
        <p:sp>
          <p:nvSpPr>
            <p:cNvPr id="1803" name=""/>
            <p:cNvSpPr/>
            <p:nvPr/>
          </p:nvSpPr>
          <p:spPr>
            <a:xfrm>
              <a:off x="6172200" y="4664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04" name=""/>
            <p:cNvSpPr/>
            <p:nvPr/>
          </p:nvSpPr>
          <p:spPr>
            <a:xfrm>
              <a:off x="6296400" y="4648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05" name=""/>
          <p:cNvGrpSpPr/>
          <p:nvPr/>
        </p:nvGrpSpPr>
        <p:grpSpPr>
          <a:xfrm>
            <a:off x="7238880" y="2133720"/>
            <a:ext cx="460080" cy="200520"/>
            <a:chOff x="7238880" y="2133720"/>
            <a:chExt cx="460080" cy="200520"/>
          </a:xfrm>
        </p:grpSpPr>
        <p:sp>
          <p:nvSpPr>
            <p:cNvPr id="1806" name=""/>
            <p:cNvSpPr/>
            <p:nvPr/>
          </p:nvSpPr>
          <p:spPr>
            <a:xfrm>
              <a:off x="7238880" y="21495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07" name=""/>
            <p:cNvSpPr/>
            <p:nvPr/>
          </p:nvSpPr>
          <p:spPr>
            <a:xfrm>
              <a:off x="7361280" y="2133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08" name=""/>
          <p:cNvGrpSpPr/>
          <p:nvPr/>
        </p:nvGrpSpPr>
        <p:grpSpPr>
          <a:xfrm>
            <a:off x="1752480" y="3505320"/>
            <a:ext cx="461520" cy="200520"/>
            <a:chOff x="1752480" y="3505320"/>
            <a:chExt cx="461520" cy="200520"/>
          </a:xfrm>
        </p:grpSpPr>
        <p:sp>
          <p:nvSpPr>
            <p:cNvPr id="1809" name=""/>
            <p:cNvSpPr/>
            <p:nvPr/>
          </p:nvSpPr>
          <p:spPr>
            <a:xfrm>
              <a:off x="1752480" y="3521160"/>
              <a:ext cx="96840" cy="946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520" bIns="2052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10" name=""/>
            <p:cNvSpPr/>
            <p:nvPr/>
          </p:nvSpPr>
          <p:spPr>
            <a:xfrm>
              <a:off x="1876320" y="3505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11" name=""/>
          <p:cNvGrpSpPr/>
          <p:nvPr/>
        </p:nvGrpSpPr>
        <p:grpSpPr>
          <a:xfrm>
            <a:off x="6477120" y="2895480"/>
            <a:ext cx="461520" cy="200520"/>
            <a:chOff x="6477120" y="2895480"/>
            <a:chExt cx="461520" cy="200520"/>
          </a:xfrm>
        </p:grpSpPr>
        <p:sp>
          <p:nvSpPr>
            <p:cNvPr id="1812" name=""/>
            <p:cNvSpPr/>
            <p:nvPr/>
          </p:nvSpPr>
          <p:spPr>
            <a:xfrm>
              <a:off x="6477120" y="29098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13" name=""/>
            <p:cNvSpPr/>
            <p:nvPr/>
          </p:nvSpPr>
          <p:spPr>
            <a:xfrm>
              <a:off x="6600960" y="2895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14" name=""/>
          <p:cNvGrpSpPr/>
          <p:nvPr/>
        </p:nvGrpSpPr>
        <p:grpSpPr>
          <a:xfrm>
            <a:off x="5057640" y="4741920"/>
            <a:ext cx="469080" cy="200520"/>
            <a:chOff x="5057640" y="4741920"/>
            <a:chExt cx="469080" cy="200520"/>
          </a:xfrm>
        </p:grpSpPr>
        <p:sp>
          <p:nvSpPr>
            <p:cNvPr id="1815" name=""/>
            <p:cNvSpPr/>
            <p:nvPr/>
          </p:nvSpPr>
          <p:spPr>
            <a:xfrm>
              <a:off x="5057640" y="47577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16" name=""/>
            <p:cNvSpPr/>
            <p:nvPr/>
          </p:nvSpPr>
          <p:spPr>
            <a:xfrm>
              <a:off x="5189040" y="4741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17" name=""/>
          <p:cNvGrpSpPr/>
          <p:nvPr/>
        </p:nvGrpSpPr>
        <p:grpSpPr>
          <a:xfrm>
            <a:off x="7924680" y="2743200"/>
            <a:ext cx="460080" cy="200520"/>
            <a:chOff x="7924680" y="2743200"/>
            <a:chExt cx="460080" cy="200520"/>
          </a:xfrm>
        </p:grpSpPr>
        <p:sp>
          <p:nvSpPr>
            <p:cNvPr id="1818" name=""/>
            <p:cNvSpPr/>
            <p:nvPr/>
          </p:nvSpPr>
          <p:spPr>
            <a:xfrm>
              <a:off x="7924680" y="275760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19" name=""/>
            <p:cNvSpPr/>
            <p:nvPr/>
          </p:nvSpPr>
          <p:spPr>
            <a:xfrm>
              <a:off x="8047080" y="2743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20" name=""/>
          <p:cNvGrpSpPr/>
          <p:nvPr/>
        </p:nvGrpSpPr>
        <p:grpSpPr>
          <a:xfrm>
            <a:off x="1143000" y="5486400"/>
            <a:ext cx="461520" cy="200520"/>
            <a:chOff x="1143000" y="5486400"/>
            <a:chExt cx="461520" cy="200520"/>
          </a:xfrm>
        </p:grpSpPr>
        <p:sp>
          <p:nvSpPr>
            <p:cNvPr id="1821" name=""/>
            <p:cNvSpPr/>
            <p:nvPr/>
          </p:nvSpPr>
          <p:spPr>
            <a:xfrm>
              <a:off x="1143000" y="55008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22" name=""/>
            <p:cNvSpPr/>
            <p:nvPr/>
          </p:nvSpPr>
          <p:spPr>
            <a:xfrm>
              <a:off x="1266840" y="5486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23" name=""/>
          <p:cNvGrpSpPr/>
          <p:nvPr/>
        </p:nvGrpSpPr>
        <p:grpSpPr>
          <a:xfrm>
            <a:off x="2895480" y="5334120"/>
            <a:ext cx="461520" cy="200520"/>
            <a:chOff x="2895480" y="5334120"/>
            <a:chExt cx="461520" cy="200520"/>
          </a:xfrm>
        </p:grpSpPr>
        <p:sp>
          <p:nvSpPr>
            <p:cNvPr id="1824" name=""/>
            <p:cNvSpPr/>
            <p:nvPr/>
          </p:nvSpPr>
          <p:spPr>
            <a:xfrm>
              <a:off x="2895480" y="534996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25" name=""/>
            <p:cNvSpPr/>
            <p:nvPr/>
          </p:nvSpPr>
          <p:spPr>
            <a:xfrm>
              <a:off x="3019320" y="5334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26" name=""/>
          <p:cNvGrpSpPr/>
          <p:nvPr/>
        </p:nvGrpSpPr>
        <p:grpSpPr>
          <a:xfrm>
            <a:off x="3997440" y="3125880"/>
            <a:ext cx="468720" cy="200520"/>
            <a:chOff x="3997440" y="3125880"/>
            <a:chExt cx="468720" cy="200520"/>
          </a:xfrm>
        </p:grpSpPr>
        <p:sp>
          <p:nvSpPr>
            <p:cNvPr id="1827" name=""/>
            <p:cNvSpPr/>
            <p:nvPr/>
          </p:nvSpPr>
          <p:spPr>
            <a:xfrm>
              <a:off x="3997440" y="3141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28" name=""/>
            <p:cNvSpPr/>
            <p:nvPr/>
          </p:nvSpPr>
          <p:spPr>
            <a:xfrm>
              <a:off x="4128480" y="3125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29" name=""/>
          <p:cNvGrpSpPr/>
          <p:nvPr/>
        </p:nvGrpSpPr>
        <p:grpSpPr>
          <a:xfrm>
            <a:off x="4495680" y="2590920"/>
            <a:ext cx="460080" cy="200520"/>
            <a:chOff x="4495680" y="2590920"/>
            <a:chExt cx="460080" cy="200520"/>
          </a:xfrm>
        </p:grpSpPr>
        <p:sp>
          <p:nvSpPr>
            <p:cNvPr id="1830" name=""/>
            <p:cNvSpPr/>
            <p:nvPr/>
          </p:nvSpPr>
          <p:spPr>
            <a:xfrm>
              <a:off x="4495680" y="260676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31" name=""/>
            <p:cNvSpPr/>
            <p:nvPr/>
          </p:nvSpPr>
          <p:spPr>
            <a:xfrm>
              <a:off x="4618080" y="2590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32" name=""/>
          <p:cNvGrpSpPr/>
          <p:nvPr/>
        </p:nvGrpSpPr>
        <p:grpSpPr>
          <a:xfrm>
            <a:off x="7696080" y="3429000"/>
            <a:ext cx="461880" cy="200520"/>
            <a:chOff x="7696080" y="3429000"/>
            <a:chExt cx="461880" cy="200520"/>
          </a:xfrm>
        </p:grpSpPr>
        <p:sp>
          <p:nvSpPr>
            <p:cNvPr id="1833" name=""/>
            <p:cNvSpPr/>
            <p:nvPr/>
          </p:nvSpPr>
          <p:spPr>
            <a:xfrm>
              <a:off x="7696080" y="344484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34" name=""/>
            <p:cNvSpPr/>
            <p:nvPr/>
          </p:nvSpPr>
          <p:spPr>
            <a:xfrm>
              <a:off x="7820280" y="3429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35" name=""/>
          <p:cNvGrpSpPr/>
          <p:nvPr/>
        </p:nvGrpSpPr>
        <p:grpSpPr>
          <a:xfrm>
            <a:off x="5791320" y="2057400"/>
            <a:ext cx="461520" cy="200520"/>
            <a:chOff x="5791320" y="2057400"/>
            <a:chExt cx="461520" cy="200520"/>
          </a:xfrm>
        </p:grpSpPr>
        <p:sp>
          <p:nvSpPr>
            <p:cNvPr id="1836" name=""/>
            <p:cNvSpPr/>
            <p:nvPr/>
          </p:nvSpPr>
          <p:spPr>
            <a:xfrm>
              <a:off x="5791320" y="20714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37" name=""/>
            <p:cNvSpPr/>
            <p:nvPr/>
          </p:nvSpPr>
          <p:spPr>
            <a:xfrm>
              <a:off x="5915160" y="2057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38" name=""/>
          <p:cNvGrpSpPr/>
          <p:nvPr/>
        </p:nvGrpSpPr>
        <p:grpSpPr>
          <a:xfrm>
            <a:off x="6696000" y="3843360"/>
            <a:ext cx="467280" cy="200520"/>
            <a:chOff x="6696000" y="3843360"/>
            <a:chExt cx="467280" cy="200520"/>
          </a:xfrm>
        </p:grpSpPr>
        <p:sp>
          <p:nvSpPr>
            <p:cNvPr id="1839" name=""/>
            <p:cNvSpPr/>
            <p:nvPr/>
          </p:nvSpPr>
          <p:spPr>
            <a:xfrm>
              <a:off x="6696000" y="385920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40" name=""/>
            <p:cNvSpPr/>
            <p:nvPr/>
          </p:nvSpPr>
          <p:spPr>
            <a:xfrm>
              <a:off x="6825600" y="38433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41" name=""/>
          <p:cNvGrpSpPr/>
          <p:nvPr/>
        </p:nvGrpSpPr>
        <p:grpSpPr>
          <a:xfrm>
            <a:off x="1219320" y="1523880"/>
            <a:ext cx="461520" cy="200520"/>
            <a:chOff x="1219320" y="1523880"/>
            <a:chExt cx="461520" cy="200520"/>
          </a:xfrm>
        </p:grpSpPr>
        <p:sp>
          <p:nvSpPr>
            <p:cNvPr id="1842" name=""/>
            <p:cNvSpPr/>
            <p:nvPr/>
          </p:nvSpPr>
          <p:spPr>
            <a:xfrm>
              <a:off x="1219320" y="1539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43" name=""/>
            <p:cNvSpPr/>
            <p:nvPr/>
          </p:nvSpPr>
          <p:spPr>
            <a:xfrm>
              <a:off x="1343160" y="1523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44" name=""/>
          <p:cNvGrpSpPr/>
          <p:nvPr/>
        </p:nvGrpSpPr>
        <p:grpSpPr>
          <a:xfrm>
            <a:off x="4718160" y="3763800"/>
            <a:ext cx="467280" cy="200520"/>
            <a:chOff x="4718160" y="3763800"/>
            <a:chExt cx="467280" cy="200520"/>
          </a:xfrm>
        </p:grpSpPr>
        <p:sp>
          <p:nvSpPr>
            <p:cNvPr id="1845" name=""/>
            <p:cNvSpPr/>
            <p:nvPr/>
          </p:nvSpPr>
          <p:spPr>
            <a:xfrm>
              <a:off x="4718160" y="378000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46" name=""/>
            <p:cNvSpPr/>
            <p:nvPr/>
          </p:nvSpPr>
          <p:spPr>
            <a:xfrm>
              <a:off x="4847760" y="3763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47" name=""/>
          <p:cNvGrpSpPr/>
          <p:nvPr/>
        </p:nvGrpSpPr>
        <p:grpSpPr>
          <a:xfrm>
            <a:off x="2792520" y="3780000"/>
            <a:ext cx="468720" cy="200520"/>
            <a:chOff x="2792520" y="3780000"/>
            <a:chExt cx="468720" cy="200520"/>
          </a:xfrm>
        </p:grpSpPr>
        <p:sp>
          <p:nvSpPr>
            <p:cNvPr id="1848" name=""/>
            <p:cNvSpPr/>
            <p:nvPr/>
          </p:nvSpPr>
          <p:spPr>
            <a:xfrm>
              <a:off x="2792520" y="37958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49" name=""/>
            <p:cNvSpPr/>
            <p:nvPr/>
          </p:nvSpPr>
          <p:spPr>
            <a:xfrm>
              <a:off x="2923560" y="3780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50" name=""/>
          <p:cNvGrpSpPr/>
          <p:nvPr/>
        </p:nvGrpSpPr>
        <p:grpSpPr>
          <a:xfrm>
            <a:off x="3124080" y="2895480"/>
            <a:ext cx="461520" cy="200520"/>
            <a:chOff x="3124080" y="2895480"/>
            <a:chExt cx="461520" cy="200520"/>
          </a:xfrm>
        </p:grpSpPr>
        <p:sp>
          <p:nvSpPr>
            <p:cNvPr id="1851" name=""/>
            <p:cNvSpPr/>
            <p:nvPr/>
          </p:nvSpPr>
          <p:spPr>
            <a:xfrm>
              <a:off x="3124080" y="29098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52" name=""/>
            <p:cNvSpPr/>
            <p:nvPr/>
          </p:nvSpPr>
          <p:spPr>
            <a:xfrm>
              <a:off x="3247920" y="2895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53" name="Oval 1852"/>
          <p:cNvSpPr/>
          <p:nvPr/>
        </p:nvSpPr>
        <p:spPr>
          <a:xfrm>
            <a:off x="5907009" y="294671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Oval 1853"/>
          <p:cNvSpPr/>
          <p:nvPr/>
        </p:nvSpPr>
        <p:spPr>
          <a:xfrm>
            <a:off x="5937009" y="297671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1855" name="Rounded Rectangle 1854"/>
          <p:cNvSpPr/>
          <p:nvPr/>
        </p:nvSpPr>
        <p:spPr>
          <a:xfrm>
            <a:off x="6115009" y="296421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1856" name="Oval 1855"/>
          <p:cNvSpPr/>
          <p:nvPr/>
        </p:nvSpPr>
        <p:spPr>
          <a:xfrm>
            <a:off x="6246667" y="267104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7" name="Oval 1856"/>
          <p:cNvSpPr/>
          <p:nvPr/>
        </p:nvSpPr>
        <p:spPr>
          <a:xfrm>
            <a:off x="6276667" y="270104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1858" name="Rounded Rectangle 1857"/>
          <p:cNvSpPr/>
          <p:nvPr/>
        </p:nvSpPr>
        <p:spPr>
          <a:xfrm>
            <a:off x="6454667" y="268854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1859" name="Oval 1858"/>
          <p:cNvSpPr/>
          <p:nvPr/>
        </p:nvSpPr>
        <p:spPr>
          <a:xfrm>
            <a:off x="5863036" y="250121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Oval 1859"/>
          <p:cNvSpPr/>
          <p:nvPr/>
        </p:nvSpPr>
        <p:spPr>
          <a:xfrm>
            <a:off x="5893036" y="253121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1861" name="Rounded Rectangle 1860"/>
          <p:cNvSpPr/>
          <p:nvPr/>
        </p:nvSpPr>
        <p:spPr>
          <a:xfrm>
            <a:off x="6071036" y="251871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1862" name="Oval 1861"/>
          <p:cNvSpPr/>
          <p:nvPr/>
        </p:nvSpPr>
        <p:spPr>
          <a:xfrm>
            <a:off x="5793285" y="207816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3" name="Oval 1862"/>
          <p:cNvSpPr/>
          <p:nvPr/>
        </p:nvSpPr>
        <p:spPr>
          <a:xfrm>
            <a:off x="5823285" y="210816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1864" name="Rounded Rectangle 1863"/>
          <p:cNvSpPr/>
          <p:nvPr/>
        </p:nvSpPr>
        <p:spPr>
          <a:xfrm>
            <a:off x="6001285" y="209566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1865" name="Oval 1864"/>
          <p:cNvSpPr/>
          <p:nvPr/>
        </p:nvSpPr>
        <p:spPr>
          <a:xfrm>
            <a:off x="90000" y="4945537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6" name="Oval 1865"/>
          <p:cNvSpPr/>
          <p:nvPr/>
        </p:nvSpPr>
        <p:spPr>
          <a:xfrm>
            <a:off x="120000" y="497553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1867" name="Rounded Rectangle 1866"/>
          <p:cNvSpPr/>
          <p:nvPr/>
        </p:nvSpPr>
        <p:spPr>
          <a:xfrm>
            <a:off x="298000" y="496303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 ↓</a:t>
            </a:r>
          </a:p>
        </p:txBody>
      </p:sp>
      <p:sp>
        <p:nvSpPr>
          <p:cNvPr id="1868" name="Oval 1867"/>
          <p:cNvSpPr/>
          <p:nvPr/>
        </p:nvSpPr>
        <p:spPr>
          <a:xfrm>
            <a:off x="8844000" y="5221508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9" name="Oval 1868"/>
          <p:cNvSpPr/>
          <p:nvPr/>
        </p:nvSpPr>
        <p:spPr>
          <a:xfrm>
            <a:off x="8874000" y="525150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1870" name="Rounded Rectangle 1869"/>
          <p:cNvSpPr/>
          <p:nvPr/>
        </p:nvSpPr>
        <p:spPr>
          <a:xfrm>
            <a:off x="8326000" y="523900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1871" name="Oval 1870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Oval 1871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1873" name="Rounded Rectangle 1872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1874" name="Oval 1873"/>
          <p:cNvSpPr/>
          <p:nvPr/>
        </p:nvSpPr>
        <p:spPr>
          <a:xfrm>
            <a:off x="1449008" y="29192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5" name="Oval 1874"/>
          <p:cNvSpPr/>
          <p:nvPr/>
        </p:nvSpPr>
        <p:spPr>
          <a:xfrm>
            <a:off x="1479008" y="32192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1876" name="Rounded Rectangle 1875"/>
          <p:cNvSpPr/>
          <p:nvPr/>
        </p:nvSpPr>
        <p:spPr>
          <a:xfrm>
            <a:off x="1657008" y="30942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</a:t>
            </a:r>
          </a:p>
        </p:txBody>
      </p:sp>
      <p:sp>
        <p:nvSpPr>
          <p:cNvPr id="1877" name="Oval 1876"/>
          <p:cNvSpPr/>
          <p:nvPr/>
        </p:nvSpPr>
        <p:spPr>
          <a:xfrm>
            <a:off x="470977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Oval 1877"/>
          <p:cNvSpPr/>
          <p:nvPr/>
        </p:nvSpPr>
        <p:spPr>
          <a:xfrm>
            <a:off x="500977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1879" name="Rounded Rectangle 1878"/>
          <p:cNvSpPr/>
          <p:nvPr/>
        </p:nvSpPr>
        <p:spPr>
          <a:xfrm>
            <a:off x="678977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1880" name="Oval 1879"/>
          <p:cNvSpPr/>
          <p:nvPr/>
        </p:nvSpPr>
        <p:spPr>
          <a:xfrm>
            <a:off x="243527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1" name="Oval 1880"/>
          <p:cNvSpPr/>
          <p:nvPr/>
        </p:nvSpPr>
        <p:spPr>
          <a:xfrm>
            <a:off x="273527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1882" name="Rounded Rectangle 1881"/>
          <p:cNvSpPr/>
          <p:nvPr/>
        </p:nvSpPr>
        <p:spPr>
          <a:xfrm>
            <a:off x="451527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1883" name="Oval 1882"/>
          <p:cNvSpPr/>
          <p:nvPr/>
        </p:nvSpPr>
        <p:spPr>
          <a:xfrm>
            <a:off x="175293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Oval 1883"/>
          <p:cNvSpPr/>
          <p:nvPr/>
        </p:nvSpPr>
        <p:spPr>
          <a:xfrm>
            <a:off x="205293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1885" name="Rounded Rectangle 1884"/>
          <p:cNvSpPr/>
          <p:nvPr/>
        </p:nvSpPr>
        <p:spPr>
          <a:xfrm>
            <a:off x="383293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 ↓</a:t>
            </a:r>
          </a:p>
        </p:txBody>
      </p:sp>
      <p:sp>
        <p:nvSpPr>
          <p:cNvPr id="1886" name="Rounded Rectangle 1885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V61, V62, V63, V65, V66, V67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"/>
          <p:cNvSpPr/>
          <p:nvPr/>
        </p:nvSpPr>
        <p:spPr>
          <a:xfrm>
            <a:off x="2989440" y="50760"/>
            <a:ext cx="316476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19: LOWW | RWY 11 | STAR GIGOW1W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4" name=""/>
          <p:cNvSpPr/>
          <p:nvPr/>
        </p:nvSpPr>
        <p:spPr>
          <a:xfrm flipH="1">
            <a:off x="5392440" y="4437000"/>
            <a:ext cx="1849320" cy="293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5" name=""/>
          <p:cNvSpPr/>
          <p:nvPr/>
        </p:nvSpPr>
        <p:spPr>
          <a:xfrm flipH="1" flipV="1">
            <a:off x="4722480" y="3902040"/>
            <a:ext cx="669960" cy="8287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6" name=""/>
          <p:cNvSpPr/>
          <p:nvPr/>
        </p:nvSpPr>
        <p:spPr>
          <a:xfrm flipH="1" flipV="1">
            <a:off x="3700440" y="3468600"/>
            <a:ext cx="1022400" cy="4334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7" name=""/>
          <p:cNvSpPr/>
          <p:nvPr/>
        </p:nvSpPr>
        <p:spPr>
          <a:xfrm flipH="1" flipV="1">
            <a:off x="2924280" y="3053880"/>
            <a:ext cx="776160" cy="414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8" name=""/>
          <p:cNvSpPr/>
          <p:nvPr/>
        </p:nvSpPr>
        <p:spPr>
          <a:xfrm flipH="1" flipV="1">
            <a:off x="2583000" y="2909520"/>
            <a:ext cx="341280" cy="144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9" name=""/>
          <p:cNvSpPr/>
          <p:nvPr/>
        </p:nvSpPr>
        <p:spPr>
          <a:xfrm flipH="1" flipV="1">
            <a:off x="1901880" y="2620440"/>
            <a:ext cx="681120" cy="289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0" name=""/>
          <p:cNvSpPr/>
          <p:nvPr/>
        </p:nvSpPr>
        <p:spPr>
          <a:xfrm flipV="1">
            <a:off x="1901880" y="2279520"/>
            <a:ext cx="144360" cy="341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1" name=""/>
          <p:cNvSpPr/>
          <p:nvPr/>
        </p:nvSpPr>
        <p:spPr>
          <a:xfrm>
            <a:off x="2046240" y="2279520"/>
            <a:ext cx="339840" cy="146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2" name=""/>
          <p:cNvSpPr/>
          <p:nvPr/>
        </p:nvSpPr>
        <p:spPr>
          <a:xfrm>
            <a:off x="2386080" y="2425680"/>
            <a:ext cx="341280" cy="144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3" name=""/>
          <p:cNvSpPr/>
          <p:nvPr/>
        </p:nvSpPr>
        <p:spPr>
          <a:xfrm>
            <a:off x="2727360" y="2570040"/>
            <a:ext cx="326880" cy="138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4" name=""/>
          <p:cNvSpPr/>
          <p:nvPr/>
        </p:nvSpPr>
        <p:spPr>
          <a:xfrm>
            <a:off x="3054240" y="2708280"/>
            <a:ext cx="128520" cy="57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10440" bIns="1044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5" name=""/>
          <p:cNvSpPr/>
          <p:nvPr/>
        </p:nvSpPr>
        <p:spPr>
          <a:xfrm>
            <a:off x="3182760" y="2765520"/>
            <a:ext cx="327240" cy="1396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6" name=""/>
          <p:cNvSpPr/>
          <p:nvPr/>
        </p:nvSpPr>
        <p:spPr>
          <a:xfrm>
            <a:off x="3510000" y="2905200"/>
            <a:ext cx="237960" cy="100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867" name=""/>
          <p:cNvGrpSpPr/>
          <p:nvPr/>
        </p:nvGrpSpPr>
        <p:grpSpPr>
          <a:xfrm>
            <a:off x="7178760" y="4373640"/>
            <a:ext cx="592920" cy="200520"/>
            <a:chOff x="7178760" y="4373640"/>
            <a:chExt cx="592920" cy="200520"/>
          </a:xfrm>
        </p:grpSpPr>
        <p:sp>
          <p:nvSpPr>
            <p:cNvPr id="1868" name=""/>
            <p:cNvSpPr/>
            <p:nvPr/>
          </p:nvSpPr>
          <p:spPr>
            <a:xfrm>
              <a:off x="7178760" y="437364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69" name=""/>
            <p:cNvSpPr/>
            <p:nvPr/>
          </p:nvSpPr>
          <p:spPr>
            <a:xfrm>
              <a:off x="7296840" y="437364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GIGOR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70" name=""/>
          <p:cNvGrpSpPr/>
          <p:nvPr/>
        </p:nvGrpSpPr>
        <p:grpSpPr>
          <a:xfrm>
            <a:off x="5342040" y="4667400"/>
            <a:ext cx="565200" cy="200520"/>
            <a:chOff x="5342040" y="4667400"/>
            <a:chExt cx="565200" cy="200520"/>
          </a:xfrm>
        </p:grpSpPr>
        <p:sp>
          <p:nvSpPr>
            <p:cNvPr id="1871" name=""/>
            <p:cNvSpPr/>
            <p:nvPr/>
          </p:nvSpPr>
          <p:spPr>
            <a:xfrm>
              <a:off x="5342040" y="46800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72" name=""/>
            <p:cNvSpPr/>
            <p:nvPr/>
          </p:nvSpPr>
          <p:spPr>
            <a:xfrm>
              <a:off x="5437080" y="4667400"/>
              <a:ext cx="470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PESAT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73" name=""/>
          <p:cNvGrpSpPr/>
          <p:nvPr/>
        </p:nvGrpSpPr>
        <p:grpSpPr>
          <a:xfrm>
            <a:off x="4672080" y="3838680"/>
            <a:ext cx="577440" cy="200520"/>
            <a:chOff x="4672080" y="3838680"/>
            <a:chExt cx="577440" cy="200520"/>
          </a:xfrm>
        </p:grpSpPr>
        <p:sp>
          <p:nvSpPr>
            <p:cNvPr id="1874" name=""/>
            <p:cNvSpPr/>
            <p:nvPr/>
          </p:nvSpPr>
          <p:spPr>
            <a:xfrm>
              <a:off x="4672080" y="38512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75" name=""/>
            <p:cNvSpPr/>
            <p:nvPr/>
          </p:nvSpPr>
          <p:spPr>
            <a:xfrm>
              <a:off x="4754880" y="383868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WW841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76" name=""/>
          <p:cNvGrpSpPr/>
          <p:nvPr/>
        </p:nvGrpSpPr>
        <p:grpSpPr>
          <a:xfrm>
            <a:off x="3649680" y="3405240"/>
            <a:ext cx="577800" cy="200520"/>
            <a:chOff x="3649680" y="3405240"/>
            <a:chExt cx="577800" cy="200520"/>
          </a:xfrm>
        </p:grpSpPr>
        <p:sp>
          <p:nvSpPr>
            <p:cNvPr id="1877" name=""/>
            <p:cNvSpPr/>
            <p:nvPr/>
          </p:nvSpPr>
          <p:spPr>
            <a:xfrm>
              <a:off x="3649680" y="34178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78" name=""/>
            <p:cNvSpPr/>
            <p:nvPr/>
          </p:nvSpPr>
          <p:spPr>
            <a:xfrm>
              <a:off x="3732840" y="340524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WW843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79" name=""/>
          <p:cNvGrpSpPr/>
          <p:nvPr/>
        </p:nvGrpSpPr>
        <p:grpSpPr>
          <a:xfrm>
            <a:off x="2873520" y="2990880"/>
            <a:ext cx="577440" cy="200520"/>
            <a:chOff x="2873520" y="2990880"/>
            <a:chExt cx="577440" cy="200520"/>
          </a:xfrm>
        </p:grpSpPr>
        <p:sp>
          <p:nvSpPr>
            <p:cNvPr id="1880" name=""/>
            <p:cNvSpPr/>
            <p:nvPr/>
          </p:nvSpPr>
          <p:spPr>
            <a:xfrm>
              <a:off x="2873520" y="30034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81" name=""/>
            <p:cNvSpPr/>
            <p:nvPr/>
          </p:nvSpPr>
          <p:spPr>
            <a:xfrm>
              <a:off x="2956320" y="299088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WW844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82" name=""/>
          <p:cNvGrpSpPr/>
          <p:nvPr/>
        </p:nvGrpSpPr>
        <p:grpSpPr>
          <a:xfrm>
            <a:off x="2532240" y="2846520"/>
            <a:ext cx="577440" cy="200520"/>
            <a:chOff x="2532240" y="2846520"/>
            <a:chExt cx="577440" cy="200520"/>
          </a:xfrm>
        </p:grpSpPr>
        <p:sp>
          <p:nvSpPr>
            <p:cNvPr id="1883" name=""/>
            <p:cNvSpPr/>
            <p:nvPr/>
          </p:nvSpPr>
          <p:spPr>
            <a:xfrm>
              <a:off x="2532240" y="28591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84" name=""/>
            <p:cNvSpPr/>
            <p:nvPr/>
          </p:nvSpPr>
          <p:spPr>
            <a:xfrm>
              <a:off x="2615040" y="284652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WW845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85" name=""/>
          <p:cNvGrpSpPr/>
          <p:nvPr/>
        </p:nvGrpSpPr>
        <p:grpSpPr>
          <a:xfrm>
            <a:off x="1851120" y="2557440"/>
            <a:ext cx="577440" cy="200520"/>
            <a:chOff x="1851120" y="2557440"/>
            <a:chExt cx="577440" cy="200520"/>
          </a:xfrm>
        </p:grpSpPr>
        <p:sp>
          <p:nvSpPr>
            <p:cNvPr id="1886" name=""/>
            <p:cNvSpPr/>
            <p:nvPr/>
          </p:nvSpPr>
          <p:spPr>
            <a:xfrm>
              <a:off x="1851120" y="257004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87" name=""/>
            <p:cNvSpPr/>
            <p:nvPr/>
          </p:nvSpPr>
          <p:spPr>
            <a:xfrm>
              <a:off x="1933920" y="255744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WW846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88" name=""/>
          <p:cNvGrpSpPr/>
          <p:nvPr/>
        </p:nvGrpSpPr>
        <p:grpSpPr>
          <a:xfrm>
            <a:off x="2004840" y="2216160"/>
            <a:ext cx="558720" cy="200520"/>
            <a:chOff x="2004840" y="2216160"/>
            <a:chExt cx="558720" cy="200520"/>
          </a:xfrm>
        </p:grpSpPr>
        <p:sp>
          <p:nvSpPr>
            <p:cNvPr id="1889" name=""/>
            <p:cNvSpPr/>
            <p:nvPr/>
          </p:nvSpPr>
          <p:spPr>
            <a:xfrm>
              <a:off x="2004840" y="2239920"/>
              <a:ext cx="828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90" name=""/>
            <p:cNvSpPr/>
            <p:nvPr/>
          </p:nvSpPr>
          <p:spPr>
            <a:xfrm>
              <a:off x="2068920" y="221616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WW813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91" name=""/>
          <p:cNvGrpSpPr/>
          <p:nvPr/>
        </p:nvGrpSpPr>
        <p:grpSpPr>
          <a:xfrm>
            <a:off x="2346480" y="2362320"/>
            <a:ext cx="556920" cy="200520"/>
            <a:chOff x="2346480" y="2362320"/>
            <a:chExt cx="556920" cy="200520"/>
          </a:xfrm>
        </p:grpSpPr>
        <p:sp>
          <p:nvSpPr>
            <p:cNvPr id="1892" name=""/>
            <p:cNvSpPr/>
            <p:nvPr/>
          </p:nvSpPr>
          <p:spPr>
            <a:xfrm>
              <a:off x="2346480" y="2384280"/>
              <a:ext cx="806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93" name=""/>
            <p:cNvSpPr/>
            <p:nvPr/>
          </p:nvSpPr>
          <p:spPr>
            <a:xfrm>
              <a:off x="2408760" y="236232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WW812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94" name=""/>
          <p:cNvGrpSpPr/>
          <p:nvPr/>
        </p:nvGrpSpPr>
        <p:grpSpPr>
          <a:xfrm>
            <a:off x="2685960" y="2506680"/>
            <a:ext cx="558720" cy="200520"/>
            <a:chOff x="2685960" y="2506680"/>
            <a:chExt cx="558720" cy="200520"/>
          </a:xfrm>
        </p:grpSpPr>
        <p:sp>
          <p:nvSpPr>
            <p:cNvPr id="1895" name=""/>
            <p:cNvSpPr/>
            <p:nvPr/>
          </p:nvSpPr>
          <p:spPr>
            <a:xfrm>
              <a:off x="2685960" y="2529000"/>
              <a:ext cx="828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96" name=""/>
            <p:cNvSpPr/>
            <p:nvPr/>
          </p:nvSpPr>
          <p:spPr>
            <a:xfrm>
              <a:off x="2750040" y="250668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WW811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97" name=""/>
          <p:cNvGrpSpPr/>
          <p:nvPr/>
        </p:nvGrpSpPr>
        <p:grpSpPr>
          <a:xfrm>
            <a:off x="3003480" y="2644920"/>
            <a:ext cx="577800" cy="200520"/>
            <a:chOff x="3003480" y="2644920"/>
            <a:chExt cx="577800" cy="200520"/>
          </a:xfrm>
        </p:grpSpPr>
        <p:sp>
          <p:nvSpPr>
            <p:cNvPr id="1898" name=""/>
            <p:cNvSpPr/>
            <p:nvPr/>
          </p:nvSpPr>
          <p:spPr>
            <a:xfrm>
              <a:off x="3003480" y="26575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99" name=""/>
            <p:cNvSpPr/>
            <p:nvPr/>
          </p:nvSpPr>
          <p:spPr>
            <a:xfrm>
              <a:off x="3086640" y="264492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WW919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00" name=""/>
          <p:cNvGrpSpPr/>
          <p:nvPr/>
        </p:nvGrpSpPr>
        <p:grpSpPr>
          <a:xfrm>
            <a:off x="3132000" y="2701800"/>
            <a:ext cx="543600" cy="200520"/>
            <a:chOff x="3132000" y="2701800"/>
            <a:chExt cx="543600" cy="200520"/>
          </a:xfrm>
        </p:grpSpPr>
        <p:sp>
          <p:nvSpPr>
            <p:cNvPr id="1901" name=""/>
            <p:cNvSpPr/>
            <p:nvPr/>
          </p:nvSpPr>
          <p:spPr>
            <a:xfrm>
              <a:off x="3132000" y="271476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02" name=""/>
            <p:cNvSpPr/>
            <p:nvPr/>
          </p:nvSpPr>
          <p:spPr>
            <a:xfrm>
              <a:off x="3249360" y="270180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CI11X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03" name=""/>
          <p:cNvGrpSpPr/>
          <p:nvPr/>
        </p:nvGrpSpPr>
        <p:grpSpPr>
          <a:xfrm>
            <a:off x="3459240" y="2841480"/>
            <a:ext cx="567720" cy="200520"/>
            <a:chOff x="3459240" y="2841480"/>
            <a:chExt cx="567720" cy="200520"/>
          </a:xfrm>
        </p:grpSpPr>
        <p:sp>
          <p:nvSpPr>
            <p:cNvPr id="1904" name=""/>
            <p:cNvSpPr/>
            <p:nvPr/>
          </p:nvSpPr>
          <p:spPr>
            <a:xfrm>
              <a:off x="3459240" y="28544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05" name=""/>
            <p:cNvSpPr/>
            <p:nvPr/>
          </p:nvSpPr>
          <p:spPr>
            <a:xfrm>
              <a:off x="3552120" y="284148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36DME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06" name=""/>
          <p:cNvGrpSpPr/>
          <p:nvPr/>
        </p:nvGrpSpPr>
        <p:grpSpPr>
          <a:xfrm>
            <a:off x="3684600" y="2941560"/>
            <a:ext cx="543240" cy="200520"/>
            <a:chOff x="3684600" y="2941560"/>
            <a:chExt cx="543240" cy="200520"/>
          </a:xfrm>
        </p:grpSpPr>
        <p:sp>
          <p:nvSpPr>
            <p:cNvPr id="1907" name=""/>
            <p:cNvSpPr/>
            <p:nvPr/>
          </p:nvSpPr>
          <p:spPr>
            <a:xfrm>
              <a:off x="3684600" y="294156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08" name=""/>
            <p:cNvSpPr/>
            <p:nvPr/>
          </p:nvSpPr>
          <p:spPr>
            <a:xfrm>
              <a:off x="3801600" y="294156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RW11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09" name=""/>
          <p:cNvGrpSpPr/>
          <p:nvPr/>
        </p:nvGrpSpPr>
        <p:grpSpPr>
          <a:xfrm>
            <a:off x="5715000" y="4191120"/>
            <a:ext cx="461880" cy="200520"/>
            <a:chOff x="5715000" y="4191120"/>
            <a:chExt cx="461880" cy="200520"/>
          </a:xfrm>
        </p:grpSpPr>
        <p:sp>
          <p:nvSpPr>
            <p:cNvPr id="1910" name=""/>
            <p:cNvSpPr/>
            <p:nvPr/>
          </p:nvSpPr>
          <p:spPr>
            <a:xfrm>
              <a:off x="5715000" y="4206960"/>
              <a:ext cx="96840" cy="946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520" bIns="2052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11" name=""/>
            <p:cNvSpPr/>
            <p:nvPr/>
          </p:nvSpPr>
          <p:spPr>
            <a:xfrm>
              <a:off x="5839200" y="4191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12" name=""/>
          <p:cNvGrpSpPr/>
          <p:nvPr/>
        </p:nvGrpSpPr>
        <p:grpSpPr>
          <a:xfrm>
            <a:off x="7467480" y="5638680"/>
            <a:ext cx="460080" cy="200520"/>
            <a:chOff x="7467480" y="5638680"/>
            <a:chExt cx="460080" cy="200520"/>
          </a:xfrm>
        </p:grpSpPr>
        <p:sp>
          <p:nvSpPr>
            <p:cNvPr id="1913" name=""/>
            <p:cNvSpPr/>
            <p:nvPr/>
          </p:nvSpPr>
          <p:spPr>
            <a:xfrm>
              <a:off x="7467480" y="56530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14" name=""/>
            <p:cNvSpPr/>
            <p:nvPr/>
          </p:nvSpPr>
          <p:spPr>
            <a:xfrm>
              <a:off x="7589880" y="5638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15" name=""/>
          <p:cNvGrpSpPr/>
          <p:nvPr/>
        </p:nvGrpSpPr>
        <p:grpSpPr>
          <a:xfrm>
            <a:off x="2590920" y="1905120"/>
            <a:ext cx="461520" cy="200520"/>
            <a:chOff x="2590920" y="1905120"/>
            <a:chExt cx="461520" cy="200520"/>
          </a:xfrm>
        </p:grpSpPr>
        <p:sp>
          <p:nvSpPr>
            <p:cNvPr id="1916" name=""/>
            <p:cNvSpPr/>
            <p:nvPr/>
          </p:nvSpPr>
          <p:spPr>
            <a:xfrm>
              <a:off x="2590920" y="192096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17" name=""/>
            <p:cNvSpPr/>
            <p:nvPr/>
          </p:nvSpPr>
          <p:spPr>
            <a:xfrm>
              <a:off x="2714760" y="1905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18" name=""/>
          <p:cNvGrpSpPr/>
          <p:nvPr/>
        </p:nvGrpSpPr>
        <p:grpSpPr>
          <a:xfrm>
            <a:off x="5257800" y="5486400"/>
            <a:ext cx="461880" cy="200520"/>
            <a:chOff x="5257800" y="5486400"/>
            <a:chExt cx="461880" cy="200520"/>
          </a:xfrm>
        </p:grpSpPr>
        <p:sp>
          <p:nvSpPr>
            <p:cNvPr id="1919" name=""/>
            <p:cNvSpPr/>
            <p:nvPr/>
          </p:nvSpPr>
          <p:spPr>
            <a:xfrm>
              <a:off x="5257800" y="550224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20" name=""/>
            <p:cNvSpPr/>
            <p:nvPr/>
          </p:nvSpPr>
          <p:spPr>
            <a:xfrm>
              <a:off x="5382000" y="5486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21" name=""/>
          <p:cNvGrpSpPr/>
          <p:nvPr/>
        </p:nvGrpSpPr>
        <p:grpSpPr>
          <a:xfrm>
            <a:off x="7115040" y="2870280"/>
            <a:ext cx="467280" cy="200520"/>
            <a:chOff x="7115040" y="2870280"/>
            <a:chExt cx="467280" cy="200520"/>
          </a:xfrm>
        </p:grpSpPr>
        <p:sp>
          <p:nvSpPr>
            <p:cNvPr id="1922" name=""/>
            <p:cNvSpPr/>
            <p:nvPr/>
          </p:nvSpPr>
          <p:spPr>
            <a:xfrm>
              <a:off x="7115040" y="28861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23" name=""/>
            <p:cNvSpPr/>
            <p:nvPr/>
          </p:nvSpPr>
          <p:spPr>
            <a:xfrm>
              <a:off x="7244640" y="2870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24" name=""/>
          <p:cNvGrpSpPr/>
          <p:nvPr/>
        </p:nvGrpSpPr>
        <p:grpSpPr>
          <a:xfrm>
            <a:off x="1219320" y="2971800"/>
            <a:ext cx="460080" cy="200520"/>
            <a:chOff x="1219320" y="2971800"/>
            <a:chExt cx="460080" cy="200520"/>
          </a:xfrm>
        </p:grpSpPr>
        <p:sp>
          <p:nvSpPr>
            <p:cNvPr id="1925" name=""/>
            <p:cNvSpPr/>
            <p:nvPr/>
          </p:nvSpPr>
          <p:spPr>
            <a:xfrm>
              <a:off x="1219320" y="29876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26" name=""/>
            <p:cNvSpPr/>
            <p:nvPr/>
          </p:nvSpPr>
          <p:spPr>
            <a:xfrm>
              <a:off x="1341720" y="2971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27" name=""/>
          <p:cNvGrpSpPr/>
          <p:nvPr/>
        </p:nvGrpSpPr>
        <p:grpSpPr>
          <a:xfrm>
            <a:off x="8299440" y="3605040"/>
            <a:ext cx="467280" cy="200520"/>
            <a:chOff x="8299440" y="3605040"/>
            <a:chExt cx="467280" cy="200520"/>
          </a:xfrm>
        </p:grpSpPr>
        <p:sp>
          <p:nvSpPr>
            <p:cNvPr id="1928" name=""/>
            <p:cNvSpPr/>
            <p:nvPr/>
          </p:nvSpPr>
          <p:spPr>
            <a:xfrm>
              <a:off x="8299440" y="362124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29" name=""/>
            <p:cNvSpPr/>
            <p:nvPr/>
          </p:nvSpPr>
          <p:spPr>
            <a:xfrm>
              <a:off x="8429040" y="36050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30" name=""/>
          <p:cNvGrpSpPr/>
          <p:nvPr/>
        </p:nvGrpSpPr>
        <p:grpSpPr>
          <a:xfrm>
            <a:off x="2286000" y="2971800"/>
            <a:ext cx="460080" cy="200520"/>
            <a:chOff x="2286000" y="2971800"/>
            <a:chExt cx="460080" cy="200520"/>
          </a:xfrm>
        </p:grpSpPr>
        <p:sp>
          <p:nvSpPr>
            <p:cNvPr id="1931" name=""/>
            <p:cNvSpPr/>
            <p:nvPr/>
          </p:nvSpPr>
          <p:spPr>
            <a:xfrm>
              <a:off x="2286000" y="298764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32" name=""/>
            <p:cNvSpPr/>
            <p:nvPr/>
          </p:nvSpPr>
          <p:spPr>
            <a:xfrm>
              <a:off x="2408400" y="2971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33" name=""/>
          <p:cNvGrpSpPr/>
          <p:nvPr/>
        </p:nvGrpSpPr>
        <p:grpSpPr>
          <a:xfrm>
            <a:off x="1447920" y="1752480"/>
            <a:ext cx="461160" cy="200520"/>
            <a:chOff x="1447920" y="1752480"/>
            <a:chExt cx="461160" cy="200520"/>
          </a:xfrm>
        </p:grpSpPr>
        <p:sp>
          <p:nvSpPr>
            <p:cNvPr id="1934" name=""/>
            <p:cNvSpPr/>
            <p:nvPr/>
          </p:nvSpPr>
          <p:spPr>
            <a:xfrm>
              <a:off x="1447920" y="17665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35" name=""/>
            <p:cNvSpPr/>
            <p:nvPr/>
          </p:nvSpPr>
          <p:spPr>
            <a:xfrm>
              <a:off x="1571400" y="1752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36" name=""/>
          <p:cNvGrpSpPr/>
          <p:nvPr/>
        </p:nvGrpSpPr>
        <p:grpSpPr>
          <a:xfrm>
            <a:off x="3429000" y="2133720"/>
            <a:ext cx="461520" cy="200520"/>
            <a:chOff x="3429000" y="2133720"/>
            <a:chExt cx="461520" cy="200520"/>
          </a:xfrm>
        </p:grpSpPr>
        <p:sp>
          <p:nvSpPr>
            <p:cNvPr id="1937" name=""/>
            <p:cNvSpPr/>
            <p:nvPr/>
          </p:nvSpPr>
          <p:spPr>
            <a:xfrm>
              <a:off x="3429000" y="214956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38" name=""/>
            <p:cNvSpPr/>
            <p:nvPr/>
          </p:nvSpPr>
          <p:spPr>
            <a:xfrm>
              <a:off x="3552840" y="2133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39" name=""/>
          <p:cNvGrpSpPr/>
          <p:nvPr/>
        </p:nvGrpSpPr>
        <p:grpSpPr>
          <a:xfrm>
            <a:off x="6324480" y="838080"/>
            <a:ext cx="461880" cy="200520"/>
            <a:chOff x="6324480" y="838080"/>
            <a:chExt cx="461880" cy="200520"/>
          </a:xfrm>
        </p:grpSpPr>
        <p:sp>
          <p:nvSpPr>
            <p:cNvPr id="1940" name=""/>
            <p:cNvSpPr/>
            <p:nvPr/>
          </p:nvSpPr>
          <p:spPr>
            <a:xfrm>
              <a:off x="6324480" y="85392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41" name=""/>
            <p:cNvSpPr/>
            <p:nvPr/>
          </p:nvSpPr>
          <p:spPr>
            <a:xfrm>
              <a:off x="6448680" y="838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42" name=""/>
          <p:cNvGrpSpPr/>
          <p:nvPr/>
        </p:nvGrpSpPr>
        <p:grpSpPr>
          <a:xfrm>
            <a:off x="5913360" y="3278160"/>
            <a:ext cx="467280" cy="200520"/>
            <a:chOff x="5913360" y="3278160"/>
            <a:chExt cx="467280" cy="200520"/>
          </a:xfrm>
        </p:grpSpPr>
        <p:sp>
          <p:nvSpPr>
            <p:cNvPr id="1943" name=""/>
            <p:cNvSpPr/>
            <p:nvPr/>
          </p:nvSpPr>
          <p:spPr>
            <a:xfrm>
              <a:off x="5913360" y="329256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44" name=""/>
            <p:cNvSpPr/>
            <p:nvPr/>
          </p:nvSpPr>
          <p:spPr>
            <a:xfrm>
              <a:off x="6042960" y="32781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45" name=""/>
          <p:cNvGrpSpPr/>
          <p:nvPr/>
        </p:nvGrpSpPr>
        <p:grpSpPr>
          <a:xfrm>
            <a:off x="2286000" y="3962520"/>
            <a:ext cx="461880" cy="200520"/>
            <a:chOff x="2286000" y="3962520"/>
            <a:chExt cx="461880" cy="200520"/>
          </a:xfrm>
        </p:grpSpPr>
        <p:sp>
          <p:nvSpPr>
            <p:cNvPr id="1946" name=""/>
            <p:cNvSpPr/>
            <p:nvPr/>
          </p:nvSpPr>
          <p:spPr>
            <a:xfrm>
              <a:off x="2286000" y="39765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47" name=""/>
            <p:cNvSpPr/>
            <p:nvPr/>
          </p:nvSpPr>
          <p:spPr>
            <a:xfrm>
              <a:off x="2410200" y="3962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48" name=""/>
          <p:cNvGrpSpPr/>
          <p:nvPr/>
        </p:nvGrpSpPr>
        <p:grpSpPr>
          <a:xfrm>
            <a:off x="3944880" y="5083200"/>
            <a:ext cx="467280" cy="200520"/>
            <a:chOff x="3944880" y="5083200"/>
            <a:chExt cx="467280" cy="200520"/>
          </a:xfrm>
        </p:grpSpPr>
        <p:sp>
          <p:nvSpPr>
            <p:cNvPr id="1949" name=""/>
            <p:cNvSpPr/>
            <p:nvPr/>
          </p:nvSpPr>
          <p:spPr>
            <a:xfrm>
              <a:off x="3944880" y="5099040"/>
              <a:ext cx="9540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50" name=""/>
            <p:cNvSpPr/>
            <p:nvPr/>
          </p:nvSpPr>
          <p:spPr>
            <a:xfrm>
              <a:off x="4074480" y="5083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51" name=""/>
          <p:cNvGrpSpPr/>
          <p:nvPr/>
        </p:nvGrpSpPr>
        <p:grpSpPr>
          <a:xfrm>
            <a:off x="4495680" y="2286000"/>
            <a:ext cx="461880" cy="200520"/>
            <a:chOff x="4495680" y="2286000"/>
            <a:chExt cx="461880" cy="200520"/>
          </a:xfrm>
        </p:grpSpPr>
        <p:sp>
          <p:nvSpPr>
            <p:cNvPr id="1952" name=""/>
            <p:cNvSpPr/>
            <p:nvPr/>
          </p:nvSpPr>
          <p:spPr>
            <a:xfrm>
              <a:off x="4495680" y="230184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53" name=""/>
            <p:cNvSpPr/>
            <p:nvPr/>
          </p:nvSpPr>
          <p:spPr>
            <a:xfrm>
              <a:off x="4619880" y="2286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54" name=""/>
          <p:cNvGrpSpPr/>
          <p:nvPr/>
        </p:nvGrpSpPr>
        <p:grpSpPr>
          <a:xfrm>
            <a:off x="3657600" y="4038480"/>
            <a:ext cx="461880" cy="200520"/>
            <a:chOff x="3657600" y="4038480"/>
            <a:chExt cx="461880" cy="200520"/>
          </a:xfrm>
        </p:grpSpPr>
        <p:sp>
          <p:nvSpPr>
            <p:cNvPr id="1955" name=""/>
            <p:cNvSpPr/>
            <p:nvPr/>
          </p:nvSpPr>
          <p:spPr>
            <a:xfrm>
              <a:off x="3657600" y="405432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56" name=""/>
            <p:cNvSpPr/>
            <p:nvPr/>
          </p:nvSpPr>
          <p:spPr>
            <a:xfrm>
              <a:off x="3781800" y="4038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57" name=""/>
          <p:cNvGrpSpPr/>
          <p:nvPr/>
        </p:nvGrpSpPr>
        <p:grpSpPr>
          <a:xfrm>
            <a:off x="6296040" y="5122800"/>
            <a:ext cx="468720" cy="200520"/>
            <a:chOff x="6296040" y="5122800"/>
            <a:chExt cx="468720" cy="200520"/>
          </a:xfrm>
        </p:grpSpPr>
        <p:sp>
          <p:nvSpPr>
            <p:cNvPr id="1958" name=""/>
            <p:cNvSpPr/>
            <p:nvPr/>
          </p:nvSpPr>
          <p:spPr>
            <a:xfrm>
              <a:off x="6296040" y="51372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59" name=""/>
            <p:cNvSpPr/>
            <p:nvPr/>
          </p:nvSpPr>
          <p:spPr>
            <a:xfrm>
              <a:off x="6427080" y="5122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60" name=""/>
          <p:cNvGrpSpPr/>
          <p:nvPr/>
        </p:nvGrpSpPr>
        <p:grpSpPr>
          <a:xfrm>
            <a:off x="1981080" y="6172200"/>
            <a:ext cx="460080" cy="200520"/>
            <a:chOff x="1981080" y="6172200"/>
            <a:chExt cx="460080" cy="200520"/>
          </a:xfrm>
        </p:grpSpPr>
        <p:sp>
          <p:nvSpPr>
            <p:cNvPr id="1961" name=""/>
            <p:cNvSpPr/>
            <p:nvPr/>
          </p:nvSpPr>
          <p:spPr>
            <a:xfrm>
              <a:off x="1981080" y="6188040"/>
              <a:ext cx="9540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62" name=""/>
            <p:cNvSpPr/>
            <p:nvPr/>
          </p:nvSpPr>
          <p:spPr>
            <a:xfrm>
              <a:off x="2103480" y="6172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63" name=""/>
          <p:cNvGrpSpPr/>
          <p:nvPr/>
        </p:nvGrpSpPr>
        <p:grpSpPr>
          <a:xfrm>
            <a:off x="4724280" y="3352680"/>
            <a:ext cx="461880" cy="200520"/>
            <a:chOff x="4724280" y="3352680"/>
            <a:chExt cx="461880" cy="200520"/>
          </a:xfrm>
        </p:grpSpPr>
        <p:sp>
          <p:nvSpPr>
            <p:cNvPr id="1964" name=""/>
            <p:cNvSpPr/>
            <p:nvPr/>
          </p:nvSpPr>
          <p:spPr>
            <a:xfrm>
              <a:off x="4724280" y="33670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65" name=""/>
            <p:cNvSpPr/>
            <p:nvPr/>
          </p:nvSpPr>
          <p:spPr>
            <a:xfrm>
              <a:off x="4848480" y="3352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66" name=""/>
          <p:cNvGrpSpPr/>
          <p:nvPr/>
        </p:nvGrpSpPr>
        <p:grpSpPr>
          <a:xfrm>
            <a:off x="1143000" y="4800600"/>
            <a:ext cx="461880" cy="200520"/>
            <a:chOff x="1143000" y="4800600"/>
            <a:chExt cx="461880" cy="200520"/>
          </a:xfrm>
        </p:grpSpPr>
        <p:sp>
          <p:nvSpPr>
            <p:cNvPr id="1967" name=""/>
            <p:cNvSpPr/>
            <p:nvPr/>
          </p:nvSpPr>
          <p:spPr>
            <a:xfrm>
              <a:off x="1143000" y="48164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68" name=""/>
            <p:cNvSpPr/>
            <p:nvPr/>
          </p:nvSpPr>
          <p:spPr>
            <a:xfrm>
              <a:off x="1267200" y="4800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969" name="Oval 1968"/>
          <p:cNvSpPr/>
          <p:nvPr/>
        </p:nvSpPr>
        <p:spPr>
          <a:xfrm>
            <a:off x="2207524" y="165021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0" name="Oval 1969"/>
          <p:cNvSpPr/>
          <p:nvPr/>
        </p:nvSpPr>
        <p:spPr>
          <a:xfrm>
            <a:off x="2237524" y="168021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1971" name="Rounded Rectangle 1970"/>
          <p:cNvSpPr/>
          <p:nvPr/>
        </p:nvSpPr>
        <p:spPr>
          <a:xfrm>
            <a:off x="2415524" y="166771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1972" name="Oval 1971"/>
          <p:cNvSpPr/>
          <p:nvPr/>
        </p:nvSpPr>
        <p:spPr>
          <a:xfrm>
            <a:off x="3263042" y="217560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3" name="Oval 1972"/>
          <p:cNvSpPr/>
          <p:nvPr/>
        </p:nvSpPr>
        <p:spPr>
          <a:xfrm>
            <a:off x="3293042" y="220560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1974" name="Rounded Rectangle 1973"/>
          <p:cNvSpPr/>
          <p:nvPr/>
        </p:nvSpPr>
        <p:spPr>
          <a:xfrm>
            <a:off x="3471042" y="219310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1975" name="Oval 1974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6" name="Oval 1975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1977" name="Rounded Rectangle 1976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 ↓</a:t>
            </a:r>
          </a:p>
        </p:txBody>
      </p:sp>
      <p:sp>
        <p:nvSpPr>
          <p:cNvPr id="1978" name="Oval 1977"/>
          <p:cNvSpPr/>
          <p:nvPr/>
        </p:nvSpPr>
        <p:spPr>
          <a:xfrm>
            <a:off x="8844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9" name="Oval 1978"/>
          <p:cNvSpPr/>
          <p:nvPr/>
        </p:nvSpPr>
        <p:spPr>
          <a:xfrm>
            <a:off x="8874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1980" name="Rounded Rectangle 1979"/>
          <p:cNvSpPr/>
          <p:nvPr/>
        </p:nvSpPr>
        <p:spPr>
          <a:xfrm>
            <a:off x="8326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1981" name="Oval 1980"/>
          <p:cNvSpPr/>
          <p:nvPr/>
        </p:nvSpPr>
        <p:spPr>
          <a:xfrm>
            <a:off x="8844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2" name="Oval 1981"/>
          <p:cNvSpPr/>
          <p:nvPr/>
        </p:nvSpPr>
        <p:spPr>
          <a:xfrm>
            <a:off x="8874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1983" name="Rounded Rectangle 1982"/>
          <p:cNvSpPr/>
          <p:nvPr/>
        </p:nvSpPr>
        <p:spPr>
          <a:xfrm>
            <a:off x="8326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1984" name="Oval 1983"/>
          <p:cNvSpPr/>
          <p:nvPr/>
        </p:nvSpPr>
        <p:spPr>
          <a:xfrm>
            <a:off x="8844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5" name="Oval 1984"/>
          <p:cNvSpPr/>
          <p:nvPr/>
        </p:nvSpPr>
        <p:spPr>
          <a:xfrm>
            <a:off x="8874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1986" name="Rounded Rectangle 1985"/>
          <p:cNvSpPr/>
          <p:nvPr/>
        </p:nvSpPr>
        <p:spPr>
          <a:xfrm>
            <a:off x="8326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1987" name="Oval 1986"/>
          <p:cNvSpPr/>
          <p:nvPr/>
        </p:nvSpPr>
        <p:spPr>
          <a:xfrm>
            <a:off x="402473" y="502529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8" name="Oval 1987"/>
          <p:cNvSpPr/>
          <p:nvPr/>
        </p:nvSpPr>
        <p:spPr>
          <a:xfrm>
            <a:off x="432473" y="505529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1989" name="Rounded Rectangle 1988"/>
          <p:cNvSpPr/>
          <p:nvPr/>
        </p:nvSpPr>
        <p:spPr>
          <a:xfrm>
            <a:off x="610473" y="504279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</a:t>
            </a:r>
          </a:p>
        </p:txBody>
      </p:sp>
      <p:sp>
        <p:nvSpPr>
          <p:cNvPr id="1990" name="Oval 1989"/>
          <p:cNvSpPr/>
          <p:nvPr/>
        </p:nvSpPr>
        <p:spPr>
          <a:xfrm>
            <a:off x="1796683" y="638300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1" name="Oval 1990"/>
          <p:cNvSpPr/>
          <p:nvPr/>
        </p:nvSpPr>
        <p:spPr>
          <a:xfrm>
            <a:off x="1826683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1992" name="Rounded Rectangle 1991"/>
          <p:cNvSpPr/>
          <p:nvPr/>
        </p:nvSpPr>
        <p:spPr>
          <a:xfrm>
            <a:off x="2004683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</a:t>
            </a:r>
          </a:p>
        </p:txBody>
      </p:sp>
      <p:sp>
        <p:nvSpPr>
          <p:cNvPr id="1993" name="Rounded Rectangle 1992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V61, V62, V63, V64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9" name=""/>
          <p:cNvSpPr/>
          <p:nvPr/>
        </p:nvSpPr>
        <p:spPr>
          <a:xfrm>
            <a:off x="3044520" y="50760"/>
            <a:ext cx="305496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20: LOWW | RWY 34 | STAR LANU5W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0" name=""/>
          <p:cNvSpPr/>
          <p:nvPr/>
        </p:nvSpPr>
        <p:spPr>
          <a:xfrm>
            <a:off x="2827440" y="1639800"/>
            <a:ext cx="1135080" cy="13050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1" name=""/>
          <p:cNvSpPr/>
          <p:nvPr/>
        </p:nvSpPr>
        <p:spPr>
          <a:xfrm>
            <a:off x="3962520" y="2944800"/>
            <a:ext cx="1344600" cy="515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2" name=""/>
          <p:cNvSpPr/>
          <p:nvPr/>
        </p:nvSpPr>
        <p:spPr>
          <a:xfrm>
            <a:off x="5307120" y="3460680"/>
            <a:ext cx="734760" cy="762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3" name=""/>
          <p:cNvSpPr/>
          <p:nvPr/>
        </p:nvSpPr>
        <p:spPr>
          <a:xfrm>
            <a:off x="6041880" y="4222800"/>
            <a:ext cx="41400" cy="11476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4" name=""/>
          <p:cNvSpPr/>
          <p:nvPr/>
        </p:nvSpPr>
        <p:spPr>
          <a:xfrm flipV="1">
            <a:off x="6083280" y="4868640"/>
            <a:ext cx="233280" cy="501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5" name=""/>
          <p:cNvSpPr/>
          <p:nvPr/>
        </p:nvSpPr>
        <p:spPr>
          <a:xfrm flipH="1" flipV="1">
            <a:off x="6135840" y="4346280"/>
            <a:ext cx="180720" cy="522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6" name=""/>
          <p:cNvSpPr/>
          <p:nvPr/>
        </p:nvSpPr>
        <p:spPr>
          <a:xfrm flipH="1" flipV="1">
            <a:off x="6076800" y="4160880"/>
            <a:ext cx="59040" cy="185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7" name=""/>
          <p:cNvSpPr/>
          <p:nvPr/>
        </p:nvSpPr>
        <p:spPr>
          <a:xfrm flipH="1" flipV="1">
            <a:off x="6009840" y="3971520"/>
            <a:ext cx="66600" cy="1890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8" name=""/>
          <p:cNvSpPr/>
          <p:nvPr/>
        </p:nvSpPr>
        <p:spPr>
          <a:xfrm flipH="1" flipV="1">
            <a:off x="5913000" y="3691080"/>
            <a:ext cx="96840" cy="2808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979" name=""/>
          <p:cNvGrpSpPr/>
          <p:nvPr/>
        </p:nvGrpSpPr>
        <p:grpSpPr>
          <a:xfrm>
            <a:off x="2763720" y="1576440"/>
            <a:ext cx="597960" cy="200520"/>
            <a:chOff x="2763720" y="1576440"/>
            <a:chExt cx="597960" cy="200520"/>
          </a:xfrm>
        </p:grpSpPr>
        <p:sp>
          <p:nvSpPr>
            <p:cNvPr id="1980" name=""/>
            <p:cNvSpPr/>
            <p:nvPr/>
          </p:nvSpPr>
          <p:spPr>
            <a:xfrm>
              <a:off x="2763720" y="157644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81" name=""/>
            <p:cNvSpPr/>
            <p:nvPr/>
          </p:nvSpPr>
          <p:spPr>
            <a:xfrm>
              <a:off x="2877840" y="1576440"/>
              <a:ext cx="483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LANUX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82" name=""/>
          <p:cNvGrpSpPr/>
          <p:nvPr/>
        </p:nvGrpSpPr>
        <p:grpSpPr>
          <a:xfrm>
            <a:off x="3911760" y="2881440"/>
            <a:ext cx="577440" cy="200520"/>
            <a:chOff x="3911760" y="2881440"/>
            <a:chExt cx="577440" cy="200520"/>
          </a:xfrm>
        </p:grpSpPr>
        <p:sp>
          <p:nvSpPr>
            <p:cNvPr id="1983" name=""/>
            <p:cNvSpPr/>
            <p:nvPr/>
          </p:nvSpPr>
          <p:spPr>
            <a:xfrm>
              <a:off x="3911760" y="28940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84" name=""/>
            <p:cNvSpPr/>
            <p:nvPr/>
          </p:nvSpPr>
          <p:spPr>
            <a:xfrm>
              <a:off x="3994560" y="288144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NERDU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85" name=""/>
          <p:cNvGrpSpPr/>
          <p:nvPr/>
        </p:nvGrpSpPr>
        <p:grpSpPr>
          <a:xfrm>
            <a:off x="5256360" y="3397320"/>
            <a:ext cx="577440" cy="200520"/>
            <a:chOff x="5256360" y="3397320"/>
            <a:chExt cx="577440" cy="200520"/>
          </a:xfrm>
        </p:grpSpPr>
        <p:sp>
          <p:nvSpPr>
            <p:cNvPr id="1986" name=""/>
            <p:cNvSpPr/>
            <p:nvPr/>
          </p:nvSpPr>
          <p:spPr>
            <a:xfrm>
              <a:off x="5256360" y="34099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87" name=""/>
            <p:cNvSpPr/>
            <p:nvPr/>
          </p:nvSpPr>
          <p:spPr>
            <a:xfrm>
              <a:off x="5339160" y="339732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WW925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88" name=""/>
          <p:cNvGrpSpPr/>
          <p:nvPr/>
        </p:nvGrpSpPr>
        <p:grpSpPr>
          <a:xfrm>
            <a:off x="5991120" y="4159080"/>
            <a:ext cx="577800" cy="200520"/>
            <a:chOff x="5991120" y="4159080"/>
            <a:chExt cx="577800" cy="200520"/>
          </a:xfrm>
        </p:grpSpPr>
        <p:sp>
          <p:nvSpPr>
            <p:cNvPr id="1989" name=""/>
            <p:cNvSpPr/>
            <p:nvPr/>
          </p:nvSpPr>
          <p:spPr>
            <a:xfrm>
              <a:off x="5991120" y="417204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90" name=""/>
            <p:cNvSpPr/>
            <p:nvPr/>
          </p:nvSpPr>
          <p:spPr>
            <a:xfrm>
              <a:off x="6074280" y="415908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WW926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91" name=""/>
          <p:cNvGrpSpPr/>
          <p:nvPr/>
        </p:nvGrpSpPr>
        <p:grpSpPr>
          <a:xfrm>
            <a:off x="6041880" y="5307120"/>
            <a:ext cx="557280" cy="200520"/>
            <a:chOff x="6041880" y="5307120"/>
            <a:chExt cx="557280" cy="200520"/>
          </a:xfrm>
        </p:grpSpPr>
        <p:sp>
          <p:nvSpPr>
            <p:cNvPr id="1992" name=""/>
            <p:cNvSpPr/>
            <p:nvPr/>
          </p:nvSpPr>
          <p:spPr>
            <a:xfrm>
              <a:off x="6041880" y="533088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93" name=""/>
            <p:cNvSpPr/>
            <p:nvPr/>
          </p:nvSpPr>
          <p:spPr>
            <a:xfrm>
              <a:off x="6104520" y="530712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WW927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94" name=""/>
          <p:cNvGrpSpPr/>
          <p:nvPr/>
        </p:nvGrpSpPr>
        <p:grpSpPr>
          <a:xfrm>
            <a:off x="6275520" y="4805280"/>
            <a:ext cx="558360" cy="200520"/>
            <a:chOff x="6275520" y="4805280"/>
            <a:chExt cx="558360" cy="200520"/>
          </a:xfrm>
        </p:grpSpPr>
        <p:sp>
          <p:nvSpPr>
            <p:cNvPr id="1995" name=""/>
            <p:cNvSpPr/>
            <p:nvPr/>
          </p:nvSpPr>
          <p:spPr>
            <a:xfrm>
              <a:off x="6275520" y="4829040"/>
              <a:ext cx="824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96" name=""/>
            <p:cNvSpPr/>
            <p:nvPr/>
          </p:nvSpPr>
          <p:spPr>
            <a:xfrm>
              <a:off x="6339240" y="480528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WW924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97" name=""/>
          <p:cNvGrpSpPr/>
          <p:nvPr/>
        </p:nvGrpSpPr>
        <p:grpSpPr>
          <a:xfrm>
            <a:off x="6095880" y="4282920"/>
            <a:ext cx="557280" cy="200520"/>
            <a:chOff x="6095880" y="4282920"/>
            <a:chExt cx="557280" cy="200520"/>
          </a:xfrm>
        </p:grpSpPr>
        <p:sp>
          <p:nvSpPr>
            <p:cNvPr id="1998" name=""/>
            <p:cNvSpPr/>
            <p:nvPr/>
          </p:nvSpPr>
          <p:spPr>
            <a:xfrm>
              <a:off x="6095880" y="430524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99" name=""/>
            <p:cNvSpPr/>
            <p:nvPr/>
          </p:nvSpPr>
          <p:spPr>
            <a:xfrm>
              <a:off x="6158520" y="428292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WW834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00" name=""/>
          <p:cNvGrpSpPr/>
          <p:nvPr/>
        </p:nvGrpSpPr>
        <p:grpSpPr>
          <a:xfrm>
            <a:off x="6035760" y="4097160"/>
            <a:ext cx="467280" cy="200520"/>
            <a:chOff x="6035760" y="4097160"/>
            <a:chExt cx="467280" cy="200520"/>
          </a:xfrm>
        </p:grpSpPr>
        <p:sp>
          <p:nvSpPr>
            <p:cNvPr id="2001" name=""/>
            <p:cNvSpPr/>
            <p:nvPr/>
          </p:nvSpPr>
          <p:spPr>
            <a:xfrm>
              <a:off x="6035760" y="412128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02" name=""/>
            <p:cNvSpPr/>
            <p:nvPr/>
          </p:nvSpPr>
          <p:spPr>
            <a:xfrm>
              <a:off x="6136560" y="4097160"/>
              <a:ext cx="36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CI34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03" name=""/>
          <p:cNvGrpSpPr/>
          <p:nvPr/>
        </p:nvGrpSpPr>
        <p:grpSpPr>
          <a:xfrm>
            <a:off x="5970600" y="3908520"/>
            <a:ext cx="494280" cy="200520"/>
            <a:chOff x="5970600" y="3908520"/>
            <a:chExt cx="494280" cy="200520"/>
          </a:xfrm>
        </p:grpSpPr>
        <p:sp>
          <p:nvSpPr>
            <p:cNvPr id="2004" name=""/>
            <p:cNvSpPr/>
            <p:nvPr/>
          </p:nvSpPr>
          <p:spPr>
            <a:xfrm>
              <a:off x="5970600" y="393048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05" name=""/>
            <p:cNvSpPr/>
            <p:nvPr/>
          </p:nvSpPr>
          <p:spPr>
            <a:xfrm>
              <a:off x="6044760" y="3908520"/>
              <a:ext cx="4201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OM34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06" name=""/>
          <p:cNvGrpSpPr/>
          <p:nvPr/>
        </p:nvGrpSpPr>
        <p:grpSpPr>
          <a:xfrm>
            <a:off x="5850000" y="3627360"/>
            <a:ext cx="543240" cy="200520"/>
            <a:chOff x="5850000" y="3627360"/>
            <a:chExt cx="543240" cy="200520"/>
          </a:xfrm>
        </p:grpSpPr>
        <p:sp>
          <p:nvSpPr>
            <p:cNvPr id="2007" name=""/>
            <p:cNvSpPr/>
            <p:nvPr/>
          </p:nvSpPr>
          <p:spPr>
            <a:xfrm>
              <a:off x="5850000" y="362736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08" name=""/>
            <p:cNvSpPr/>
            <p:nvPr/>
          </p:nvSpPr>
          <p:spPr>
            <a:xfrm>
              <a:off x="5967000" y="362736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RW34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09" name=""/>
          <p:cNvGrpSpPr/>
          <p:nvPr/>
        </p:nvGrpSpPr>
        <p:grpSpPr>
          <a:xfrm>
            <a:off x="1371600" y="1371600"/>
            <a:ext cx="479160" cy="200520"/>
            <a:chOff x="1371600" y="1371600"/>
            <a:chExt cx="479160" cy="200520"/>
          </a:xfrm>
        </p:grpSpPr>
        <p:sp>
          <p:nvSpPr>
            <p:cNvPr id="2010" name=""/>
            <p:cNvSpPr/>
            <p:nvPr/>
          </p:nvSpPr>
          <p:spPr>
            <a:xfrm>
              <a:off x="1371600" y="1377720"/>
              <a:ext cx="11448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11" name=""/>
            <p:cNvSpPr/>
            <p:nvPr/>
          </p:nvSpPr>
          <p:spPr>
            <a:xfrm>
              <a:off x="1513080" y="1371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12" name=""/>
          <p:cNvGrpSpPr/>
          <p:nvPr/>
        </p:nvGrpSpPr>
        <p:grpSpPr>
          <a:xfrm>
            <a:off x="5562720" y="2819520"/>
            <a:ext cx="478800" cy="200520"/>
            <a:chOff x="5562720" y="2819520"/>
            <a:chExt cx="478800" cy="200520"/>
          </a:xfrm>
        </p:grpSpPr>
        <p:sp>
          <p:nvSpPr>
            <p:cNvPr id="2013" name=""/>
            <p:cNvSpPr/>
            <p:nvPr/>
          </p:nvSpPr>
          <p:spPr>
            <a:xfrm>
              <a:off x="5562720" y="2825640"/>
              <a:ext cx="114120" cy="11376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3840" bIns="338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14" name=""/>
            <p:cNvSpPr/>
            <p:nvPr/>
          </p:nvSpPr>
          <p:spPr>
            <a:xfrm>
              <a:off x="5703840" y="2819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15" name=""/>
          <p:cNvGrpSpPr/>
          <p:nvPr/>
        </p:nvGrpSpPr>
        <p:grpSpPr>
          <a:xfrm>
            <a:off x="1371600" y="4191120"/>
            <a:ext cx="461880" cy="200520"/>
            <a:chOff x="1371600" y="4191120"/>
            <a:chExt cx="461880" cy="200520"/>
          </a:xfrm>
        </p:grpSpPr>
        <p:sp>
          <p:nvSpPr>
            <p:cNvPr id="2016" name=""/>
            <p:cNvSpPr/>
            <p:nvPr/>
          </p:nvSpPr>
          <p:spPr>
            <a:xfrm>
              <a:off x="1371600" y="420696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17" name=""/>
            <p:cNvSpPr/>
            <p:nvPr/>
          </p:nvSpPr>
          <p:spPr>
            <a:xfrm>
              <a:off x="1495800" y="4191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18" name=""/>
          <p:cNvGrpSpPr/>
          <p:nvPr/>
        </p:nvGrpSpPr>
        <p:grpSpPr>
          <a:xfrm>
            <a:off x="4724280" y="5105520"/>
            <a:ext cx="461520" cy="200520"/>
            <a:chOff x="4724280" y="5105520"/>
            <a:chExt cx="461520" cy="200520"/>
          </a:xfrm>
        </p:grpSpPr>
        <p:sp>
          <p:nvSpPr>
            <p:cNvPr id="2019" name=""/>
            <p:cNvSpPr/>
            <p:nvPr/>
          </p:nvSpPr>
          <p:spPr>
            <a:xfrm>
              <a:off x="4724280" y="5121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20" name=""/>
            <p:cNvSpPr/>
            <p:nvPr/>
          </p:nvSpPr>
          <p:spPr>
            <a:xfrm>
              <a:off x="4848120" y="5105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21" name=""/>
          <p:cNvGrpSpPr/>
          <p:nvPr/>
        </p:nvGrpSpPr>
        <p:grpSpPr>
          <a:xfrm>
            <a:off x="4714920" y="846000"/>
            <a:ext cx="468720" cy="200520"/>
            <a:chOff x="4714920" y="846000"/>
            <a:chExt cx="468720" cy="200520"/>
          </a:xfrm>
        </p:grpSpPr>
        <p:sp>
          <p:nvSpPr>
            <p:cNvPr id="2022" name=""/>
            <p:cNvSpPr/>
            <p:nvPr/>
          </p:nvSpPr>
          <p:spPr>
            <a:xfrm>
              <a:off x="4714920" y="8618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23" name=""/>
            <p:cNvSpPr/>
            <p:nvPr/>
          </p:nvSpPr>
          <p:spPr>
            <a:xfrm>
              <a:off x="4845960" y="846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24" name=""/>
          <p:cNvGrpSpPr/>
          <p:nvPr/>
        </p:nvGrpSpPr>
        <p:grpSpPr>
          <a:xfrm>
            <a:off x="7467480" y="2438280"/>
            <a:ext cx="460080" cy="200520"/>
            <a:chOff x="7467480" y="2438280"/>
            <a:chExt cx="460080" cy="200520"/>
          </a:xfrm>
        </p:grpSpPr>
        <p:sp>
          <p:nvSpPr>
            <p:cNvPr id="2025" name=""/>
            <p:cNvSpPr/>
            <p:nvPr/>
          </p:nvSpPr>
          <p:spPr>
            <a:xfrm>
              <a:off x="7467480" y="245412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26" name=""/>
            <p:cNvSpPr/>
            <p:nvPr/>
          </p:nvSpPr>
          <p:spPr>
            <a:xfrm>
              <a:off x="7589880" y="2438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27" name=""/>
          <p:cNvGrpSpPr/>
          <p:nvPr/>
        </p:nvGrpSpPr>
        <p:grpSpPr>
          <a:xfrm>
            <a:off x="7086600" y="533520"/>
            <a:ext cx="461880" cy="200520"/>
            <a:chOff x="7086600" y="533520"/>
            <a:chExt cx="461880" cy="200520"/>
          </a:xfrm>
        </p:grpSpPr>
        <p:sp>
          <p:nvSpPr>
            <p:cNvPr id="2028" name=""/>
            <p:cNvSpPr/>
            <p:nvPr/>
          </p:nvSpPr>
          <p:spPr>
            <a:xfrm>
              <a:off x="7086600" y="549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29" name=""/>
            <p:cNvSpPr/>
            <p:nvPr/>
          </p:nvSpPr>
          <p:spPr>
            <a:xfrm>
              <a:off x="7210800" y="533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30" name=""/>
          <p:cNvGrpSpPr/>
          <p:nvPr/>
        </p:nvGrpSpPr>
        <p:grpSpPr>
          <a:xfrm>
            <a:off x="5638680" y="5029200"/>
            <a:ext cx="461520" cy="200520"/>
            <a:chOff x="5638680" y="5029200"/>
            <a:chExt cx="461520" cy="200520"/>
          </a:xfrm>
        </p:grpSpPr>
        <p:sp>
          <p:nvSpPr>
            <p:cNvPr id="2031" name=""/>
            <p:cNvSpPr/>
            <p:nvPr/>
          </p:nvSpPr>
          <p:spPr>
            <a:xfrm>
              <a:off x="5638680" y="5043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32" name=""/>
            <p:cNvSpPr/>
            <p:nvPr/>
          </p:nvSpPr>
          <p:spPr>
            <a:xfrm>
              <a:off x="5762520" y="5029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33" name=""/>
          <p:cNvGrpSpPr/>
          <p:nvPr/>
        </p:nvGrpSpPr>
        <p:grpSpPr>
          <a:xfrm>
            <a:off x="2057400" y="5486400"/>
            <a:ext cx="461880" cy="200520"/>
            <a:chOff x="2057400" y="5486400"/>
            <a:chExt cx="461880" cy="200520"/>
          </a:xfrm>
        </p:grpSpPr>
        <p:sp>
          <p:nvSpPr>
            <p:cNvPr id="2034" name=""/>
            <p:cNvSpPr/>
            <p:nvPr/>
          </p:nvSpPr>
          <p:spPr>
            <a:xfrm>
              <a:off x="2057400" y="5502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35" name=""/>
            <p:cNvSpPr/>
            <p:nvPr/>
          </p:nvSpPr>
          <p:spPr>
            <a:xfrm>
              <a:off x="2181600" y="5486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36" name=""/>
          <p:cNvGrpSpPr/>
          <p:nvPr/>
        </p:nvGrpSpPr>
        <p:grpSpPr>
          <a:xfrm>
            <a:off x="2455920" y="2854440"/>
            <a:ext cx="468720" cy="200520"/>
            <a:chOff x="2455920" y="2854440"/>
            <a:chExt cx="468720" cy="200520"/>
          </a:xfrm>
        </p:grpSpPr>
        <p:sp>
          <p:nvSpPr>
            <p:cNvPr id="2037" name=""/>
            <p:cNvSpPr/>
            <p:nvPr/>
          </p:nvSpPr>
          <p:spPr>
            <a:xfrm>
              <a:off x="2455920" y="28702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38" name=""/>
            <p:cNvSpPr/>
            <p:nvPr/>
          </p:nvSpPr>
          <p:spPr>
            <a:xfrm>
              <a:off x="2586960" y="28544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39" name=""/>
          <p:cNvGrpSpPr/>
          <p:nvPr/>
        </p:nvGrpSpPr>
        <p:grpSpPr>
          <a:xfrm>
            <a:off x="5562720" y="5791320"/>
            <a:ext cx="460080" cy="200520"/>
            <a:chOff x="5562720" y="5791320"/>
            <a:chExt cx="460080" cy="200520"/>
          </a:xfrm>
        </p:grpSpPr>
        <p:sp>
          <p:nvSpPr>
            <p:cNvPr id="2040" name=""/>
            <p:cNvSpPr/>
            <p:nvPr/>
          </p:nvSpPr>
          <p:spPr>
            <a:xfrm>
              <a:off x="5562720" y="58071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41" name=""/>
            <p:cNvSpPr/>
            <p:nvPr/>
          </p:nvSpPr>
          <p:spPr>
            <a:xfrm>
              <a:off x="5685120" y="5791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42" name=""/>
          <p:cNvGrpSpPr/>
          <p:nvPr/>
        </p:nvGrpSpPr>
        <p:grpSpPr>
          <a:xfrm>
            <a:off x="6934320" y="6053040"/>
            <a:ext cx="467280" cy="200520"/>
            <a:chOff x="6934320" y="6053040"/>
            <a:chExt cx="467280" cy="200520"/>
          </a:xfrm>
        </p:grpSpPr>
        <p:sp>
          <p:nvSpPr>
            <p:cNvPr id="2043" name=""/>
            <p:cNvSpPr/>
            <p:nvPr/>
          </p:nvSpPr>
          <p:spPr>
            <a:xfrm>
              <a:off x="6934320" y="60688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44" name=""/>
            <p:cNvSpPr/>
            <p:nvPr/>
          </p:nvSpPr>
          <p:spPr>
            <a:xfrm>
              <a:off x="7063920" y="60530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45" name=""/>
          <p:cNvGrpSpPr/>
          <p:nvPr/>
        </p:nvGrpSpPr>
        <p:grpSpPr>
          <a:xfrm>
            <a:off x="4191120" y="4114800"/>
            <a:ext cx="461520" cy="200520"/>
            <a:chOff x="4191120" y="4114800"/>
            <a:chExt cx="461520" cy="200520"/>
          </a:xfrm>
        </p:grpSpPr>
        <p:sp>
          <p:nvSpPr>
            <p:cNvPr id="2046" name=""/>
            <p:cNvSpPr/>
            <p:nvPr/>
          </p:nvSpPr>
          <p:spPr>
            <a:xfrm>
              <a:off x="4191120" y="41288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47" name=""/>
            <p:cNvSpPr/>
            <p:nvPr/>
          </p:nvSpPr>
          <p:spPr>
            <a:xfrm>
              <a:off x="4314960" y="4114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48" name=""/>
          <p:cNvGrpSpPr/>
          <p:nvPr/>
        </p:nvGrpSpPr>
        <p:grpSpPr>
          <a:xfrm>
            <a:off x="4699080" y="2028960"/>
            <a:ext cx="468720" cy="200520"/>
            <a:chOff x="4699080" y="2028960"/>
            <a:chExt cx="468720" cy="200520"/>
          </a:xfrm>
        </p:grpSpPr>
        <p:sp>
          <p:nvSpPr>
            <p:cNvPr id="2049" name=""/>
            <p:cNvSpPr/>
            <p:nvPr/>
          </p:nvSpPr>
          <p:spPr>
            <a:xfrm>
              <a:off x="4699080" y="20448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50" name=""/>
            <p:cNvSpPr/>
            <p:nvPr/>
          </p:nvSpPr>
          <p:spPr>
            <a:xfrm>
              <a:off x="4830120" y="20289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51" name=""/>
          <p:cNvGrpSpPr/>
          <p:nvPr/>
        </p:nvGrpSpPr>
        <p:grpSpPr>
          <a:xfrm>
            <a:off x="3200400" y="3581280"/>
            <a:ext cx="460080" cy="200520"/>
            <a:chOff x="3200400" y="3581280"/>
            <a:chExt cx="460080" cy="200520"/>
          </a:xfrm>
        </p:grpSpPr>
        <p:sp>
          <p:nvSpPr>
            <p:cNvPr id="2052" name=""/>
            <p:cNvSpPr/>
            <p:nvPr/>
          </p:nvSpPr>
          <p:spPr>
            <a:xfrm>
              <a:off x="3200400" y="359712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53" name=""/>
            <p:cNvSpPr/>
            <p:nvPr/>
          </p:nvSpPr>
          <p:spPr>
            <a:xfrm>
              <a:off x="3322800" y="3581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54" name=""/>
          <p:cNvGrpSpPr/>
          <p:nvPr/>
        </p:nvGrpSpPr>
        <p:grpSpPr>
          <a:xfrm>
            <a:off x="3560760" y="855720"/>
            <a:ext cx="468720" cy="200520"/>
            <a:chOff x="3560760" y="855720"/>
            <a:chExt cx="468720" cy="200520"/>
          </a:xfrm>
        </p:grpSpPr>
        <p:sp>
          <p:nvSpPr>
            <p:cNvPr id="2055" name=""/>
            <p:cNvSpPr/>
            <p:nvPr/>
          </p:nvSpPr>
          <p:spPr>
            <a:xfrm>
              <a:off x="3560760" y="870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56" name=""/>
            <p:cNvSpPr/>
            <p:nvPr/>
          </p:nvSpPr>
          <p:spPr>
            <a:xfrm>
              <a:off x="3691800" y="855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57" name=""/>
          <p:cNvGrpSpPr/>
          <p:nvPr/>
        </p:nvGrpSpPr>
        <p:grpSpPr>
          <a:xfrm>
            <a:off x="5181480" y="4343400"/>
            <a:ext cx="461880" cy="200520"/>
            <a:chOff x="5181480" y="4343400"/>
            <a:chExt cx="461880" cy="200520"/>
          </a:xfrm>
        </p:grpSpPr>
        <p:sp>
          <p:nvSpPr>
            <p:cNvPr id="2058" name=""/>
            <p:cNvSpPr/>
            <p:nvPr/>
          </p:nvSpPr>
          <p:spPr>
            <a:xfrm>
              <a:off x="5181480" y="43592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59" name=""/>
            <p:cNvSpPr/>
            <p:nvPr/>
          </p:nvSpPr>
          <p:spPr>
            <a:xfrm>
              <a:off x="5305680" y="4343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60" name=""/>
          <p:cNvGrpSpPr/>
          <p:nvPr/>
        </p:nvGrpSpPr>
        <p:grpSpPr>
          <a:xfrm>
            <a:off x="6966000" y="3629160"/>
            <a:ext cx="468720" cy="200520"/>
            <a:chOff x="6966000" y="3629160"/>
            <a:chExt cx="468720" cy="200520"/>
          </a:xfrm>
        </p:grpSpPr>
        <p:sp>
          <p:nvSpPr>
            <p:cNvPr id="2061" name=""/>
            <p:cNvSpPr/>
            <p:nvPr/>
          </p:nvSpPr>
          <p:spPr>
            <a:xfrm>
              <a:off x="6966000" y="36432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62" name=""/>
            <p:cNvSpPr/>
            <p:nvPr/>
          </p:nvSpPr>
          <p:spPr>
            <a:xfrm>
              <a:off x="7097040" y="36291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63" name=""/>
          <p:cNvGrpSpPr/>
          <p:nvPr/>
        </p:nvGrpSpPr>
        <p:grpSpPr>
          <a:xfrm>
            <a:off x="3962520" y="1676520"/>
            <a:ext cx="461160" cy="200520"/>
            <a:chOff x="3962520" y="1676520"/>
            <a:chExt cx="461160" cy="200520"/>
          </a:xfrm>
        </p:grpSpPr>
        <p:sp>
          <p:nvSpPr>
            <p:cNvPr id="2064" name=""/>
            <p:cNvSpPr/>
            <p:nvPr/>
          </p:nvSpPr>
          <p:spPr>
            <a:xfrm>
              <a:off x="3962520" y="1692000"/>
              <a:ext cx="9648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65" name=""/>
            <p:cNvSpPr/>
            <p:nvPr/>
          </p:nvSpPr>
          <p:spPr>
            <a:xfrm>
              <a:off x="4086000" y="1676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66" name=""/>
          <p:cNvGrpSpPr/>
          <p:nvPr/>
        </p:nvGrpSpPr>
        <p:grpSpPr>
          <a:xfrm>
            <a:off x="6705720" y="4724280"/>
            <a:ext cx="461160" cy="200520"/>
            <a:chOff x="6705720" y="4724280"/>
            <a:chExt cx="461160" cy="200520"/>
          </a:xfrm>
        </p:grpSpPr>
        <p:sp>
          <p:nvSpPr>
            <p:cNvPr id="2067" name=""/>
            <p:cNvSpPr/>
            <p:nvPr/>
          </p:nvSpPr>
          <p:spPr>
            <a:xfrm>
              <a:off x="6705720" y="473868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68" name=""/>
            <p:cNvSpPr/>
            <p:nvPr/>
          </p:nvSpPr>
          <p:spPr>
            <a:xfrm>
              <a:off x="6829200" y="4724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069" name="Oval 2068"/>
          <p:cNvSpPr/>
          <p:nvPr/>
        </p:nvSpPr>
        <p:spPr>
          <a:xfrm>
            <a:off x="5797821" y="497262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0" name="Oval 2069"/>
          <p:cNvSpPr/>
          <p:nvPr/>
        </p:nvSpPr>
        <p:spPr>
          <a:xfrm>
            <a:off x="5827821" y="500262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2071" name="Rounded Rectangle 2070"/>
          <p:cNvSpPr/>
          <p:nvPr/>
        </p:nvSpPr>
        <p:spPr>
          <a:xfrm>
            <a:off x="6005821" y="499012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2072" name="Oval 2071"/>
          <p:cNvSpPr/>
          <p:nvPr/>
        </p:nvSpPr>
        <p:spPr>
          <a:xfrm>
            <a:off x="6048812" y="455505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3" name="Oval 2072"/>
          <p:cNvSpPr/>
          <p:nvPr/>
        </p:nvSpPr>
        <p:spPr>
          <a:xfrm>
            <a:off x="6078812" y="458505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2074" name="Rounded Rectangle 2073"/>
          <p:cNvSpPr/>
          <p:nvPr/>
        </p:nvSpPr>
        <p:spPr>
          <a:xfrm>
            <a:off x="6256812" y="457255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2075" name="Oval 2074"/>
          <p:cNvSpPr/>
          <p:nvPr/>
        </p:nvSpPr>
        <p:spPr>
          <a:xfrm>
            <a:off x="6502889" y="480547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6" name="Oval 2075"/>
          <p:cNvSpPr/>
          <p:nvPr/>
        </p:nvSpPr>
        <p:spPr>
          <a:xfrm>
            <a:off x="6532889" y="483547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2077" name="Rounded Rectangle 2076"/>
          <p:cNvSpPr/>
          <p:nvPr/>
        </p:nvSpPr>
        <p:spPr>
          <a:xfrm>
            <a:off x="6710889" y="482297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2078" name="Oval 2077"/>
          <p:cNvSpPr/>
          <p:nvPr/>
        </p:nvSpPr>
        <p:spPr>
          <a:xfrm>
            <a:off x="6570776" y="377115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9" name="Oval 2078"/>
          <p:cNvSpPr/>
          <p:nvPr/>
        </p:nvSpPr>
        <p:spPr>
          <a:xfrm>
            <a:off x="6600776" y="380115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2080" name="Rounded Rectangle 2079"/>
          <p:cNvSpPr/>
          <p:nvPr/>
        </p:nvSpPr>
        <p:spPr>
          <a:xfrm>
            <a:off x="6778776" y="378865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2081" name="Oval 2080"/>
          <p:cNvSpPr/>
          <p:nvPr/>
        </p:nvSpPr>
        <p:spPr>
          <a:xfrm>
            <a:off x="913702" y="9000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2" name="Oval 2081"/>
          <p:cNvSpPr/>
          <p:nvPr/>
        </p:nvSpPr>
        <p:spPr>
          <a:xfrm>
            <a:off x="943702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083" name="Rounded Rectangle 2082"/>
          <p:cNvSpPr/>
          <p:nvPr/>
        </p:nvSpPr>
        <p:spPr>
          <a:xfrm>
            <a:off x="1121702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2084" name="Oval 2083"/>
          <p:cNvSpPr/>
          <p:nvPr/>
        </p:nvSpPr>
        <p:spPr>
          <a:xfrm>
            <a:off x="3635609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5" name="Oval 2084"/>
          <p:cNvSpPr/>
          <p:nvPr/>
        </p:nvSpPr>
        <p:spPr>
          <a:xfrm>
            <a:off x="3665609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2086" name="Rounded Rectangle 2085"/>
          <p:cNvSpPr/>
          <p:nvPr/>
        </p:nvSpPr>
        <p:spPr>
          <a:xfrm>
            <a:off x="3843609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2087" name="Oval 2086"/>
          <p:cNvSpPr/>
          <p:nvPr/>
        </p:nvSpPr>
        <p:spPr>
          <a:xfrm>
            <a:off x="2783814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8" name="Oval 2087"/>
          <p:cNvSpPr/>
          <p:nvPr/>
        </p:nvSpPr>
        <p:spPr>
          <a:xfrm>
            <a:off x="2813814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2089" name="Rounded Rectangle 2088"/>
          <p:cNvSpPr/>
          <p:nvPr/>
        </p:nvSpPr>
        <p:spPr>
          <a:xfrm>
            <a:off x="2991814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2090" name="Oval 2089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1" name="Oval 2090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092" name="Rounded Rectangle 2091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2093" name="Oval 2092"/>
          <p:cNvSpPr/>
          <p:nvPr/>
        </p:nvSpPr>
        <p:spPr>
          <a:xfrm>
            <a:off x="8844000" y="343472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4" name="Oval 2093"/>
          <p:cNvSpPr/>
          <p:nvPr/>
        </p:nvSpPr>
        <p:spPr>
          <a:xfrm>
            <a:off x="8874000" y="37347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2095" name="Rounded Rectangle 2094"/>
          <p:cNvSpPr/>
          <p:nvPr/>
        </p:nvSpPr>
        <p:spPr>
          <a:xfrm>
            <a:off x="8326000" y="36097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2096" name="Oval 2095"/>
          <p:cNvSpPr/>
          <p:nvPr/>
        </p:nvSpPr>
        <p:spPr>
          <a:xfrm>
            <a:off x="7625592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" name="Oval 2096"/>
          <p:cNvSpPr/>
          <p:nvPr/>
        </p:nvSpPr>
        <p:spPr>
          <a:xfrm>
            <a:off x="7655592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2098" name="Rounded Rectangle 2097"/>
          <p:cNvSpPr/>
          <p:nvPr/>
        </p:nvSpPr>
        <p:spPr>
          <a:xfrm>
            <a:off x="7833592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2099" name="Rounded Rectangle 2098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V62, V63, V64, V65,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9" name=""/>
          <p:cNvSpPr/>
          <p:nvPr/>
        </p:nvSpPr>
        <p:spPr>
          <a:xfrm>
            <a:off x="3114360" y="50760"/>
            <a:ext cx="291492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21: LTFJ | RWY 06 | STAR GELG1G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0" name=""/>
          <p:cNvSpPr/>
          <p:nvPr/>
        </p:nvSpPr>
        <p:spPr>
          <a:xfrm>
            <a:off x="1901880" y="3057480"/>
            <a:ext cx="1066680" cy="776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1" name=""/>
          <p:cNvSpPr/>
          <p:nvPr/>
        </p:nvSpPr>
        <p:spPr>
          <a:xfrm flipV="1">
            <a:off x="2968560" y="3611160"/>
            <a:ext cx="1144800" cy="222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2" name=""/>
          <p:cNvSpPr/>
          <p:nvPr/>
        </p:nvSpPr>
        <p:spPr>
          <a:xfrm flipV="1">
            <a:off x="4113360" y="3582720"/>
            <a:ext cx="1649160" cy="284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18360" bIns="-18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3" name=""/>
          <p:cNvSpPr/>
          <p:nvPr/>
        </p:nvSpPr>
        <p:spPr>
          <a:xfrm>
            <a:off x="5762520" y="3583080"/>
            <a:ext cx="279360" cy="465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4" name=""/>
          <p:cNvSpPr/>
          <p:nvPr/>
        </p:nvSpPr>
        <p:spPr>
          <a:xfrm flipV="1">
            <a:off x="6041880" y="3652920"/>
            <a:ext cx="657360" cy="395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5" name=""/>
          <p:cNvSpPr/>
          <p:nvPr/>
        </p:nvSpPr>
        <p:spPr>
          <a:xfrm flipV="1">
            <a:off x="6699240" y="3526920"/>
            <a:ext cx="216000" cy="1256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6" name=""/>
          <p:cNvSpPr/>
          <p:nvPr/>
        </p:nvSpPr>
        <p:spPr>
          <a:xfrm flipV="1">
            <a:off x="6915240" y="3338640"/>
            <a:ext cx="326880" cy="1886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7" name=""/>
          <p:cNvSpPr/>
          <p:nvPr/>
        </p:nvSpPr>
        <p:spPr>
          <a:xfrm flipH="1" flipV="1">
            <a:off x="7043400" y="2993760"/>
            <a:ext cx="198360" cy="344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8" name=""/>
          <p:cNvSpPr/>
          <p:nvPr/>
        </p:nvSpPr>
        <p:spPr>
          <a:xfrm flipH="1">
            <a:off x="6714720" y="2994120"/>
            <a:ext cx="328680" cy="1886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9" name=""/>
          <p:cNvSpPr/>
          <p:nvPr/>
        </p:nvSpPr>
        <p:spPr>
          <a:xfrm flipH="1">
            <a:off x="6499080" y="3182760"/>
            <a:ext cx="216000" cy="1256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0" name=""/>
          <p:cNvSpPr/>
          <p:nvPr/>
        </p:nvSpPr>
        <p:spPr>
          <a:xfrm flipH="1">
            <a:off x="6372360" y="3308400"/>
            <a:ext cx="126720" cy="763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29520" bIns="295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1" name=""/>
          <p:cNvSpPr/>
          <p:nvPr/>
        </p:nvSpPr>
        <p:spPr>
          <a:xfrm flipV="1">
            <a:off x="6372360" y="3184560"/>
            <a:ext cx="0" cy="200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2" name=""/>
          <p:cNvSpPr/>
          <p:nvPr/>
        </p:nvSpPr>
        <p:spPr>
          <a:xfrm>
            <a:off x="6372360" y="3184560"/>
            <a:ext cx="0" cy="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0" bIns="-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3" name=""/>
          <p:cNvSpPr/>
          <p:nvPr/>
        </p:nvSpPr>
        <p:spPr>
          <a:xfrm flipV="1">
            <a:off x="6372360" y="3144960"/>
            <a:ext cx="68040" cy="39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7200" bIns="-72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4" name=""/>
          <p:cNvSpPr/>
          <p:nvPr/>
        </p:nvSpPr>
        <p:spPr>
          <a:xfrm flipV="1">
            <a:off x="6440400" y="3067200"/>
            <a:ext cx="127080" cy="77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30960" bIns="309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5" name=""/>
          <p:cNvSpPr/>
          <p:nvPr/>
        </p:nvSpPr>
        <p:spPr>
          <a:xfrm flipV="1">
            <a:off x="6567480" y="2962080"/>
            <a:ext cx="181080" cy="104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086" name=""/>
          <p:cNvGrpSpPr/>
          <p:nvPr/>
        </p:nvGrpSpPr>
        <p:grpSpPr>
          <a:xfrm>
            <a:off x="1838160" y="2994120"/>
            <a:ext cx="600840" cy="200520"/>
            <a:chOff x="1838160" y="2994120"/>
            <a:chExt cx="600840" cy="200520"/>
          </a:xfrm>
        </p:grpSpPr>
        <p:sp>
          <p:nvSpPr>
            <p:cNvPr id="2087" name=""/>
            <p:cNvSpPr/>
            <p:nvPr/>
          </p:nvSpPr>
          <p:spPr>
            <a:xfrm>
              <a:off x="1838160" y="299412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88" name=""/>
            <p:cNvSpPr/>
            <p:nvPr/>
          </p:nvSpPr>
          <p:spPr>
            <a:xfrm>
              <a:off x="1949040" y="299412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GELBU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89" name=""/>
          <p:cNvGrpSpPr/>
          <p:nvPr/>
        </p:nvGrpSpPr>
        <p:grpSpPr>
          <a:xfrm>
            <a:off x="2917800" y="3770280"/>
            <a:ext cx="575280" cy="200520"/>
            <a:chOff x="2917800" y="3770280"/>
            <a:chExt cx="575280" cy="200520"/>
          </a:xfrm>
        </p:grpSpPr>
        <p:sp>
          <p:nvSpPr>
            <p:cNvPr id="2090" name=""/>
            <p:cNvSpPr/>
            <p:nvPr/>
          </p:nvSpPr>
          <p:spPr>
            <a:xfrm>
              <a:off x="2917800" y="378288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91" name=""/>
            <p:cNvSpPr/>
            <p:nvPr/>
          </p:nvSpPr>
          <p:spPr>
            <a:xfrm>
              <a:off x="3003120" y="377028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TURKO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92" name=""/>
          <p:cNvGrpSpPr/>
          <p:nvPr/>
        </p:nvGrpSpPr>
        <p:grpSpPr>
          <a:xfrm>
            <a:off x="4062240" y="3548160"/>
            <a:ext cx="543600" cy="200520"/>
            <a:chOff x="4062240" y="3548160"/>
            <a:chExt cx="543600" cy="200520"/>
          </a:xfrm>
        </p:grpSpPr>
        <p:sp>
          <p:nvSpPr>
            <p:cNvPr id="2093" name=""/>
            <p:cNvSpPr/>
            <p:nvPr/>
          </p:nvSpPr>
          <p:spPr>
            <a:xfrm>
              <a:off x="4062240" y="356076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94" name=""/>
            <p:cNvSpPr/>
            <p:nvPr/>
          </p:nvSpPr>
          <p:spPr>
            <a:xfrm>
              <a:off x="4179600" y="354816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FJ510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95" name=""/>
          <p:cNvGrpSpPr/>
          <p:nvPr/>
        </p:nvGrpSpPr>
        <p:grpSpPr>
          <a:xfrm>
            <a:off x="5711760" y="3519360"/>
            <a:ext cx="543600" cy="200520"/>
            <a:chOff x="5711760" y="3519360"/>
            <a:chExt cx="543600" cy="200520"/>
          </a:xfrm>
        </p:grpSpPr>
        <p:sp>
          <p:nvSpPr>
            <p:cNvPr id="2096" name=""/>
            <p:cNvSpPr/>
            <p:nvPr/>
          </p:nvSpPr>
          <p:spPr>
            <a:xfrm>
              <a:off x="5711760" y="35323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97" name=""/>
            <p:cNvSpPr/>
            <p:nvPr/>
          </p:nvSpPr>
          <p:spPr>
            <a:xfrm>
              <a:off x="5829120" y="351936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FJ511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98" name=""/>
          <p:cNvGrpSpPr/>
          <p:nvPr/>
        </p:nvGrpSpPr>
        <p:grpSpPr>
          <a:xfrm>
            <a:off x="5991120" y="3984480"/>
            <a:ext cx="543600" cy="200520"/>
            <a:chOff x="5991120" y="3984480"/>
            <a:chExt cx="543600" cy="200520"/>
          </a:xfrm>
        </p:grpSpPr>
        <p:sp>
          <p:nvSpPr>
            <p:cNvPr id="2099" name=""/>
            <p:cNvSpPr/>
            <p:nvPr/>
          </p:nvSpPr>
          <p:spPr>
            <a:xfrm>
              <a:off x="5991120" y="399744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00" name=""/>
            <p:cNvSpPr/>
            <p:nvPr/>
          </p:nvSpPr>
          <p:spPr>
            <a:xfrm>
              <a:off x="6108480" y="398448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FJ512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01" name=""/>
          <p:cNvGrpSpPr/>
          <p:nvPr/>
        </p:nvGrpSpPr>
        <p:grpSpPr>
          <a:xfrm>
            <a:off x="6648480" y="3589200"/>
            <a:ext cx="543600" cy="200520"/>
            <a:chOff x="6648480" y="3589200"/>
            <a:chExt cx="543600" cy="200520"/>
          </a:xfrm>
        </p:grpSpPr>
        <p:sp>
          <p:nvSpPr>
            <p:cNvPr id="2102" name=""/>
            <p:cNvSpPr/>
            <p:nvPr/>
          </p:nvSpPr>
          <p:spPr>
            <a:xfrm>
              <a:off x="6648480" y="36021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03" name=""/>
            <p:cNvSpPr/>
            <p:nvPr/>
          </p:nvSpPr>
          <p:spPr>
            <a:xfrm>
              <a:off x="6765840" y="358920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FJ513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04" name=""/>
          <p:cNvGrpSpPr/>
          <p:nvPr/>
        </p:nvGrpSpPr>
        <p:grpSpPr>
          <a:xfrm>
            <a:off x="6864480" y="3463920"/>
            <a:ext cx="572040" cy="200520"/>
            <a:chOff x="6864480" y="3463920"/>
            <a:chExt cx="572040" cy="200520"/>
          </a:xfrm>
        </p:grpSpPr>
        <p:sp>
          <p:nvSpPr>
            <p:cNvPr id="2105" name=""/>
            <p:cNvSpPr/>
            <p:nvPr/>
          </p:nvSpPr>
          <p:spPr>
            <a:xfrm>
              <a:off x="6864480" y="347652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06" name=""/>
            <p:cNvSpPr/>
            <p:nvPr/>
          </p:nvSpPr>
          <p:spPr>
            <a:xfrm>
              <a:off x="6952680" y="3463920"/>
              <a:ext cx="483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BUKED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07" name=""/>
          <p:cNvGrpSpPr/>
          <p:nvPr/>
        </p:nvGrpSpPr>
        <p:grpSpPr>
          <a:xfrm>
            <a:off x="7191360" y="3274920"/>
            <a:ext cx="543600" cy="200520"/>
            <a:chOff x="7191360" y="3274920"/>
            <a:chExt cx="543600" cy="200520"/>
          </a:xfrm>
        </p:grpSpPr>
        <p:sp>
          <p:nvSpPr>
            <p:cNvPr id="2108" name=""/>
            <p:cNvSpPr/>
            <p:nvPr/>
          </p:nvSpPr>
          <p:spPr>
            <a:xfrm>
              <a:off x="7191360" y="32878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09" name=""/>
            <p:cNvSpPr/>
            <p:nvPr/>
          </p:nvSpPr>
          <p:spPr>
            <a:xfrm>
              <a:off x="7308720" y="327492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FJ515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10" name=""/>
          <p:cNvGrpSpPr/>
          <p:nvPr/>
        </p:nvGrpSpPr>
        <p:grpSpPr>
          <a:xfrm>
            <a:off x="7002360" y="2930400"/>
            <a:ext cx="523080" cy="200520"/>
            <a:chOff x="7002360" y="2930400"/>
            <a:chExt cx="523080" cy="200520"/>
          </a:xfrm>
        </p:grpSpPr>
        <p:sp>
          <p:nvSpPr>
            <p:cNvPr id="2111" name=""/>
            <p:cNvSpPr/>
            <p:nvPr/>
          </p:nvSpPr>
          <p:spPr>
            <a:xfrm>
              <a:off x="7002360" y="295272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12" name=""/>
            <p:cNvSpPr/>
            <p:nvPr/>
          </p:nvSpPr>
          <p:spPr>
            <a:xfrm>
              <a:off x="7099200" y="293040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FJ516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13" name=""/>
          <p:cNvGrpSpPr/>
          <p:nvPr/>
        </p:nvGrpSpPr>
        <p:grpSpPr>
          <a:xfrm>
            <a:off x="6675480" y="3119400"/>
            <a:ext cx="522720" cy="200520"/>
            <a:chOff x="6675480" y="3119400"/>
            <a:chExt cx="522720" cy="200520"/>
          </a:xfrm>
        </p:grpSpPr>
        <p:sp>
          <p:nvSpPr>
            <p:cNvPr id="2114" name=""/>
            <p:cNvSpPr/>
            <p:nvPr/>
          </p:nvSpPr>
          <p:spPr>
            <a:xfrm>
              <a:off x="6675480" y="314172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15" name=""/>
            <p:cNvSpPr/>
            <p:nvPr/>
          </p:nvSpPr>
          <p:spPr>
            <a:xfrm>
              <a:off x="6771960" y="311940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FJ517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16" name=""/>
          <p:cNvGrpSpPr/>
          <p:nvPr/>
        </p:nvGrpSpPr>
        <p:grpSpPr>
          <a:xfrm>
            <a:off x="6448320" y="3244680"/>
            <a:ext cx="543600" cy="200520"/>
            <a:chOff x="6448320" y="3244680"/>
            <a:chExt cx="543600" cy="200520"/>
          </a:xfrm>
        </p:grpSpPr>
        <p:sp>
          <p:nvSpPr>
            <p:cNvPr id="2117" name=""/>
            <p:cNvSpPr/>
            <p:nvPr/>
          </p:nvSpPr>
          <p:spPr>
            <a:xfrm>
              <a:off x="6448320" y="325764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18" name=""/>
            <p:cNvSpPr/>
            <p:nvPr/>
          </p:nvSpPr>
          <p:spPr>
            <a:xfrm>
              <a:off x="6565680" y="324468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FJ518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19" name=""/>
          <p:cNvGrpSpPr/>
          <p:nvPr/>
        </p:nvGrpSpPr>
        <p:grpSpPr>
          <a:xfrm>
            <a:off x="6321600" y="3321000"/>
            <a:ext cx="543240" cy="200520"/>
            <a:chOff x="6321600" y="3321000"/>
            <a:chExt cx="543240" cy="200520"/>
          </a:xfrm>
        </p:grpSpPr>
        <p:sp>
          <p:nvSpPr>
            <p:cNvPr id="2120" name=""/>
            <p:cNvSpPr/>
            <p:nvPr/>
          </p:nvSpPr>
          <p:spPr>
            <a:xfrm>
              <a:off x="6321600" y="333360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21" name=""/>
            <p:cNvSpPr/>
            <p:nvPr/>
          </p:nvSpPr>
          <p:spPr>
            <a:xfrm>
              <a:off x="6438600" y="332100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FJ519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22" name=""/>
          <p:cNvGrpSpPr/>
          <p:nvPr/>
        </p:nvGrpSpPr>
        <p:grpSpPr>
          <a:xfrm>
            <a:off x="6321600" y="3121200"/>
            <a:ext cx="500040" cy="200520"/>
            <a:chOff x="6321600" y="3121200"/>
            <a:chExt cx="500040" cy="200520"/>
          </a:xfrm>
        </p:grpSpPr>
        <p:sp>
          <p:nvSpPr>
            <p:cNvPr id="2123" name=""/>
            <p:cNvSpPr/>
            <p:nvPr/>
          </p:nvSpPr>
          <p:spPr>
            <a:xfrm>
              <a:off x="6321600" y="31338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24" name=""/>
            <p:cNvSpPr/>
            <p:nvPr/>
          </p:nvSpPr>
          <p:spPr>
            <a:xfrm>
              <a:off x="6430680" y="3121200"/>
              <a:ext cx="390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DISC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25" name=""/>
          <p:cNvGrpSpPr/>
          <p:nvPr/>
        </p:nvGrpSpPr>
        <p:grpSpPr>
          <a:xfrm>
            <a:off x="6330960" y="3121200"/>
            <a:ext cx="549360" cy="200520"/>
            <a:chOff x="6330960" y="3121200"/>
            <a:chExt cx="549360" cy="200520"/>
          </a:xfrm>
        </p:grpSpPr>
        <p:sp>
          <p:nvSpPr>
            <p:cNvPr id="2126" name=""/>
            <p:cNvSpPr/>
            <p:nvPr/>
          </p:nvSpPr>
          <p:spPr>
            <a:xfrm>
              <a:off x="6330960" y="31449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27" name=""/>
            <p:cNvSpPr/>
            <p:nvPr/>
          </p:nvSpPr>
          <p:spPr>
            <a:xfrm>
              <a:off x="6400800" y="312120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ASDEV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28" name=""/>
          <p:cNvGrpSpPr/>
          <p:nvPr/>
        </p:nvGrpSpPr>
        <p:grpSpPr>
          <a:xfrm>
            <a:off x="6399360" y="3081240"/>
            <a:ext cx="467280" cy="200520"/>
            <a:chOff x="6399360" y="3081240"/>
            <a:chExt cx="467280" cy="200520"/>
          </a:xfrm>
        </p:grpSpPr>
        <p:sp>
          <p:nvSpPr>
            <p:cNvPr id="2129" name=""/>
            <p:cNvSpPr/>
            <p:nvPr/>
          </p:nvSpPr>
          <p:spPr>
            <a:xfrm>
              <a:off x="6399360" y="3103560"/>
              <a:ext cx="806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30" name=""/>
            <p:cNvSpPr/>
            <p:nvPr/>
          </p:nvSpPr>
          <p:spPr>
            <a:xfrm>
              <a:off x="6500160" y="3081240"/>
              <a:ext cx="36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CI06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31" name=""/>
          <p:cNvGrpSpPr/>
          <p:nvPr/>
        </p:nvGrpSpPr>
        <p:grpSpPr>
          <a:xfrm>
            <a:off x="6527880" y="3003480"/>
            <a:ext cx="462960" cy="200520"/>
            <a:chOff x="6527880" y="3003480"/>
            <a:chExt cx="462960" cy="200520"/>
          </a:xfrm>
        </p:grpSpPr>
        <p:sp>
          <p:nvSpPr>
            <p:cNvPr id="2132" name=""/>
            <p:cNvSpPr/>
            <p:nvPr/>
          </p:nvSpPr>
          <p:spPr>
            <a:xfrm>
              <a:off x="6527880" y="302724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33" name=""/>
            <p:cNvSpPr/>
            <p:nvPr/>
          </p:nvSpPr>
          <p:spPr>
            <a:xfrm>
              <a:off x="6633360" y="3003480"/>
              <a:ext cx="357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FI06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34" name=""/>
          <p:cNvGrpSpPr/>
          <p:nvPr/>
        </p:nvGrpSpPr>
        <p:grpSpPr>
          <a:xfrm>
            <a:off x="6684840" y="2898720"/>
            <a:ext cx="543600" cy="200520"/>
            <a:chOff x="6684840" y="2898720"/>
            <a:chExt cx="543600" cy="200520"/>
          </a:xfrm>
        </p:grpSpPr>
        <p:sp>
          <p:nvSpPr>
            <p:cNvPr id="2135" name=""/>
            <p:cNvSpPr/>
            <p:nvPr/>
          </p:nvSpPr>
          <p:spPr>
            <a:xfrm>
              <a:off x="6684840" y="289872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36" name=""/>
            <p:cNvSpPr/>
            <p:nvPr/>
          </p:nvSpPr>
          <p:spPr>
            <a:xfrm>
              <a:off x="6802200" y="289872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RW06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37" name=""/>
          <p:cNvGrpSpPr/>
          <p:nvPr/>
        </p:nvGrpSpPr>
        <p:grpSpPr>
          <a:xfrm>
            <a:off x="380880" y="5334120"/>
            <a:ext cx="479160" cy="200520"/>
            <a:chOff x="380880" y="5334120"/>
            <a:chExt cx="479160" cy="200520"/>
          </a:xfrm>
        </p:grpSpPr>
        <p:sp>
          <p:nvSpPr>
            <p:cNvPr id="2138" name=""/>
            <p:cNvSpPr/>
            <p:nvPr/>
          </p:nvSpPr>
          <p:spPr>
            <a:xfrm>
              <a:off x="380880" y="534024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39" name=""/>
            <p:cNvSpPr/>
            <p:nvPr/>
          </p:nvSpPr>
          <p:spPr>
            <a:xfrm>
              <a:off x="522360" y="5334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40" name=""/>
          <p:cNvGrpSpPr/>
          <p:nvPr/>
        </p:nvGrpSpPr>
        <p:grpSpPr>
          <a:xfrm>
            <a:off x="6172200" y="3657600"/>
            <a:ext cx="479160" cy="200520"/>
            <a:chOff x="6172200" y="3657600"/>
            <a:chExt cx="479160" cy="200520"/>
          </a:xfrm>
        </p:grpSpPr>
        <p:sp>
          <p:nvSpPr>
            <p:cNvPr id="2141" name=""/>
            <p:cNvSpPr/>
            <p:nvPr/>
          </p:nvSpPr>
          <p:spPr>
            <a:xfrm>
              <a:off x="6172200" y="3663720"/>
              <a:ext cx="11448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42" name=""/>
            <p:cNvSpPr/>
            <p:nvPr/>
          </p:nvSpPr>
          <p:spPr>
            <a:xfrm>
              <a:off x="6313680" y="3657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43" name=""/>
          <p:cNvGrpSpPr/>
          <p:nvPr/>
        </p:nvGrpSpPr>
        <p:grpSpPr>
          <a:xfrm>
            <a:off x="8229600" y="914400"/>
            <a:ext cx="461880" cy="200520"/>
            <a:chOff x="8229600" y="914400"/>
            <a:chExt cx="461880" cy="200520"/>
          </a:xfrm>
        </p:grpSpPr>
        <p:sp>
          <p:nvSpPr>
            <p:cNvPr id="2144" name=""/>
            <p:cNvSpPr/>
            <p:nvPr/>
          </p:nvSpPr>
          <p:spPr>
            <a:xfrm>
              <a:off x="8229600" y="930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45" name=""/>
            <p:cNvSpPr/>
            <p:nvPr/>
          </p:nvSpPr>
          <p:spPr>
            <a:xfrm>
              <a:off x="8353800" y="914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46" name=""/>
          <p:cNvGrpSpPr/>
          <p:nvPr/>
        </p:nvGrpSpPr>
        <p:grpSpPr>
          <a:xfrm>
            <a:off x="304920" y="2743200"/>
            <a:ext cx="461520" cy="200520"/>
            <a:chOff x="304920" y="2743200"/>
            <a:chExt cx="461520" cy="200520"/>
          </a:xfrm>
        </p:grpSpPr>
        <p:sp>
          <p:nvSpPr>
            <p:cNvPr id="2147" name=""/>
            <p:cNvSpPr/>
            <p:nvPr/>
          </p:nvSpPr>
          <p:spPr>
            <a:xfrm>
              <a:off x="304920" y="27590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48" name=""/>
            <p:cNvSpPr/>
            <p:nvPr/>
          </p:nvSpPr>
          <p:spPr>
            <a:xfrm>
              <a:off x="428760" y="2743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49" name=""/>
          <p:cNvGrpSpPr/>
          <p:nvPr/>
        </p:nvGrpSpPr>
        <p:grpSpPr>
          <a:xfrm>
            <a:off x="4724280" y="2438280"/>
            <a:ext cx="461520" cy="200520"/>
            <a:chOff x="4724280" y="2438280"/>
            <a:chExt cx="461520" cy="200520"/>
          </a:xfrm>
        </p:grpSpPr>
        <p:sp>
          <p:nvSpPr>
            <p:cNvPr id="2150" name=""/>
            <p:cNvSpPr/>
            <p:nvPr/>
          </p:nvSpPr>
          <p:spPr>
            <a:xfrm>
              <a:off x="4724280" y="245268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51" name=""/>
            <p:cNvSpPr/>
            <p:nvPr/>
          </p:nvSpPr>
          <p:spPr>
            <a:xfrm>
              <a:off x="4848120" y="2438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52" name=""/>
          <p:cNvGrpSpPr/>
          <p:nvPr/>
        </p:nvGrpSpPr>
        <p:grpSpPr>
          <a:xfrm>
            <a:off x="3505320" y="2743200"/>
            <a:ext cx="460080" cy="200520"/>
            <a:chOff x="3505320" y="2743200"/>
            <a:chExt cx="460080" cy="200520"/>
          </a:xfrm>
        </p:grpSpPr>
        <p:sp>
          <p:nvSpPr>
            <p:cNvPr id="2153" name=""/>
            <p:cNvSpPr/>
            <p:nvPr/>
          </p:nvSpPr>
          <p:spPr>
            <a:xfrm>
              <a:off x="3505320" y="2759040"/>
              <a:ext cx="950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54" name=""/>
            <p:cNvSpPr/>
            <p:nvPr/>
          </p:nvSpPr>
          <p:spPr>
            <a:xfrm>
              <a:off x="3627720" y="2743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55" name=""/>
          <p:cNvGrpSpPr/>
          <p:nvPr/>
        </p:nvGrpSpPr>
        <p:grpSpPr>
          <a:xfrm>
            <a:off x="2133720" y="4191120"/>
            <a:ext cx="459720" cy="200520"/>
            <a:chOff x="2133720" y="4191120"/>
            <a:chExt cx="459720" cy="200520"/>
          </a:xfrm>
        </p:grpSpPr>
        <p:sp>
          <p:nvSpPr>
            <p:cNvPr id="2156" name=""/>
            <p:cNvSpPr/>
            <p:nvPr/>
          </p:nvSpPr>
          <p:spPr>
            <a:xfrm>
              <a:off x="2133720" y="420552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57" name=""/>
            <p:cNvSpPr/>
            <p:nvPr/>
          </p:nvSpPr>
          <p:spPr>
            <a:xfrm>
              <a:off x="2255760" y="4191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58" name=""/>
          <p:cNvGrpSpPr/>
          <p:nvPr/>
        </p:nvGrpSpPr>
        <p:grpSpPr>
          <a:xfrm>
            <a:off x="5105520" y="4572000"/>
            <a:ext cx="461160" cy="200520"/>
            <a:chOff x="5105520" y="4572000"/>
            <a:chExt cx="461160" cy="200520"/>
          </a:xfrm>
        </p:grpSpPr>
        <p:sp>
          <p:nvSpPr>
            <p:cNvPr id="2159" name=""/>
            <p:cNvSpPr/>
            <p:nvPr/>
          </p:nvSpPr>
          <p:spPr>
            <a:xfrm>
              <a:off x="5105520" y="4587840"/>
              <a:ext cx="9648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60" name=""/>
            <p:cNvSpPr/>
            <p:nvPr/>
          </p:nvSpPr>
          <p:spPr>
            <a:xfrm>
              <a:off x="5229000" y="4572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61" name=""/>
          <p:cNvGrpSpPr/>
          <p:nvPr/>
        </p:nvGrpSpPr>
        <p:grpSpPr>
          <a:xfrm>
            <a:off x="7010280" y="3962520"/>
            <a:ext cx="460080" cy="200520"/>
            <a:chOff x="7010280" y="3962520"/>
            <a:chExt cx="460080" cy="200520"/>
          </a:xfrm>
        </p:grpSpPr>
        <p:sp>
          <p:nvSpPr>
            <p:cNvPr id="2162" name=""/>
            <p:cNvSpPr/>
            <p:nvPr/>
          </p:nvSpPr>
          <p:spPr>
            <a:xfrm>
              <a:off x="7010280" y="397656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63" name=""/>
            <p:cNvSpPr/>
            <p:nvPr/>
          </p:nvSpPr>
          <p:spPr>
            <a:xfrm>
              <a:off x="7132680" y="3962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64" name=""/>
          <p:cNvGrpSpPr/>
          <p:nvPr/>
        </p:nvGrpSpPr>
        <p:grpSpPr>
          <a:xfrm>
            <a:off x="990720" y="3809880"/>
            <a:ext cx="461520" cy="200520"/>
            <a:chOff x="990720" y="3809880"/>
            <a:chExt cx="461520" cy="200520"/>
          </a:xfrm>
        </p:grpSpPr>
        <p:sp>
          <p:nvSpPr>
            <p:cNvPr id="2165" name=""/>
            <p:cNvSpPr/>
            <p:nvPr/>
          </p:nvSpPr>
          <p:spPr>
            <a:xfrm>
              <a:off x="990720" y="38239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66" name=""/>
            <p:cNvSpPr/>
            <p:nvPr/>
          </p:nvSpPr>
          <p:spPr>
            <a:xfrm>
              <a:off x="1114560" y="3809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67" name=""/>
          <p:cNvGrpSpPr/>
          <p:nvPr/>
        </p:nvGrpSpPr>
        <p:grpSpPr>
          <a:xfrm>
            <a:off x="3886200" y="1371600"/>
            <a:ext cx="461520" cy="200520"/>
            <a:chOff x="3886200" y="1371600"/>
            <a:chExt cx="461520" cy="200520"/>
          </a:xfrm>
        </p:grpSpPr>
        <p:sp>
          <p:nvSpPr>
            <p:cNvPr id="2168" name=""/>
            <p:cNvSpPr/>
            <p:nvPr/>
          </p:nvSpPr>
          <p:spPr>
            <a:xfrm>
              <a:off x="3886200" y="138708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69" name=""/>
            <p:cNvSpPr/>
            <p:nvPr/>
          </p:nvSpPr>
          <p:spPr>
            <a:xfrm>
              <a:off x="4010040" y="1371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70" name=""/>
          <p:cNvGrpSpPr/>
          <p:nvPr/>
        </p:nvGrpSpPr>
        <p:grpSpPr>
          <a:xfrm>
            <a:off x="8120160" y="3433680"/>
            <a:ext cx="468720" cy="200520"/>
            <a:chOff x="8120160" y="3433680"/>
            <a:chExt cx="468720" cy="200520"/>
          </a:xfrm>
        </p:grpSpPr>
        <p:sp>
          <p:nvSpPr>
            <p:cNvPr id="2171" name=""/>
            <p:cNvSpPr/>
            <p:nvPr/>
          </p:nvSpPr>
          <p:spPr>
            <a:xfrm>
              <a:off x="8120160" y="3449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72" name=""/>
            <p:cNvSpPr/>
            <p:nvPr/>
          </p:nvSpPr>
          <p:spPr>
            <a:xfrm>
              <a:off x="8251200" y="3433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73" name=""/>
          <p:cNvGrpSpPr/>
          <p:nvPr/>
        </p:nvGrpSpPr>
        <p:grpSpPr>
          <a:xfrm>
            <a:off x="3733920" y="4267080"/>
            <a:ext cx="461520" cy="200520"/>
            <a:chOff x="3733920" y="4267080"/>
            <a:chExt cx="461520" cy="200520"/>
          </a:xfrm>
        </p:grpSpPr>
        <p:sp>
          <p:nvSpPr>
            <p:cNvPr id="2174" name=""/>
            <p:cNvSpPr/>
            <p:nvPr/>
          </p:nvSpPr>
          <p:spPr>
            <a:xfrm>
              <a:off x="3733920" y="42814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75" name=""/>
            <p:cNvSpPr/>
            <p:nvPr/>
          </p:nvSpPr>
          <p:spPr>
            <a:xfrm>
              <a:off x="3857760" y="4267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76" name=""/>
          <p:cNvGrpSpPr/>
          <p:nvPr/>
        </p:nvGrpSpPr>
        <p:grpSpPr>
          <a:xfrm>
            <a:off x="2619360" y="3057480"/>
            <a:ext cx="468720" cy="200520"/>
            <a:chOff x="2619360" y="3057480"/>
            <a:chExt cx="468720" cy="200520"/>
          </a:xfrm>
        </p:grpSpPr>
        <p:sp>
          <p:nvSpPr>
            <p:cNvPr id="2177" name=""/>
            <p:cNvSpPr/>
            <p:nvPr/>
          </p:nvSpPr>
          <p:spPr>
            <a:xfrm>
              <a:off x="2619360" y="3073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78" name=""/>
            <p:cNvSpPr/>
            <p:nvPr/>
          </p:nvSpPr>
          <p:spPr>
            <a:xfrm>
              <a:off x="2750400" y="3057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79" name=""/>
          <p:cNvGrpSpPr/>
          <p:nvPr/>
        </p:nvGrpSpPr>
        <p:grpSpPr>
          <a:xfrm>
            <a:off x="5710320" y="3002040"/>
            <a:ext cx="460080" cy="200520"/>
            <a:chOff x="5710320" y="3002040"/>
            <a:chExt cx="460080" cy="200520"/>
          </a:xfrm>
        </p:grpSpPr>
        <p:sp>
          <p:nvSpPr>
            <p:cNvPr id="2180" name=""/>
            <p:cNvSpPr/>
            <p:nvPr/>
          </p:nvSpPr>
          <p:spPr>
            <a:xfrm>
              <a:off x="5710320" y="30164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81" name=""/>
            <p:cNvSpPr/>
            <p:nvPr/>
          </p:nvSpPr>
          <p:spPr>
            <a:xfrm>
              <a:off x="5832720" y="30020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82" name=""/>
          <p:cNvGrpSpPr/>
          <p:nvPr/>
        </p:nvGrpSpPr>
        <p:grpSpPr>
          <a:xfrm>
            <a:off x="4038480" y="6553080"/>
            <a:ext cx="461880" cy="200520"/>
            <a:chOff x="4038480" y="6553080"/>
            <a:chExt cx="461880" cy="200520"/>
          </a:xfrm>
        </p:grpSpPr>
        <p:sp>
          <p:nvSpPr>
            <p:cNvPr id="2183" name=""/>
            <p:cNvSpPr/>
            <p:nvPr/>
          </p:nvSpPr>
          <p:spPr>
            <a:xfrm>
              <a:off x="4038480" y="656892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84" name=""/>
            <p:cNvSpPr/>
            <p:nvPr/>
          </p:nvSpPr>
          <p:spPr>
            <a:xfrm>
              <a:off x="4162680" y="6553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85" name=""/>
          <p:cNvGrpSpPr/>
          <p:nvPr/>
        </p:nvGrpSpPr>
        <p:grpSpPr>
          <a:xfrm>
            <a:off x="7608960" y="2762280"/>
            <a:ext cx="468720" cy="200520"/>
            <a:chOff x="7608960" y="2762280"/>
            <a:chExt cx="468720" cy="200520"/>
          </a:xfrm>
        </p:grpSpPr>
        <p:sp>
          <p:nvSpPr>
            <p:cNvPr id="2186" name=""/>
            <p:cNvSpPr/>
            <p:nvPr/>
          </p:nvSpPr>
          <p:spPr>
            <a:xfrm>
              <a:off x="7608960" y="27766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87" name=""/>
            <p:cNvSpPr/>
            <p:nvPr/>
          </p:nvSpPr>
          <p:spPr>
            <a:xfrm>
              <a:off x="7740000" y="2762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88" name=""/>
          <p:cNvGrpSpPr/>
          <p:nvPr/>
        </p:nvGrpSpPr>
        <p:grpSpPr>
          <a:xfrm>
            <a:off x="990720" y="6095880"/>
            <a:ext cx="461160" cy="200520"/>
            <a:chOff x="990720" y="6095880"/>
            <a:chExt cx="461160" cy="200520"/>
          </a:xfrm>
        </p:grpSpPr>
        <p:sp>
          <p:nvSpPr>
            <p:cNvPr id="2189" name=""/>
            <p:cNvSpPr/>
            <p:nvPr/>
          </p:nvSpPr>
          <p:spPr>
            <a:xfrm>
              <a:off x="990720" y="6111720"/>
              <a:ext cx="9648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90" name=""/>
            <p:cNvSpPr/>
            <p:nvPr/>
          </p:nvSpPr>
          <p:spPr>
            <a:xfrm>
              <a:off x="1114200" y="6095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91" name=""/>
          <p:cNvGrpSpPr/>
          <p:nvPr/>
        </p:nvGrpSpPr>
        <p:grpSpPr>
          <a:xfrm>
            <a:off x="1752480" y="1905120"/>
            <a:ext cx="461520" cy="200520"/>
            <a:chOff x="1752480" y="1905120"/>
            <a:chExt cx="461520" cy="200520"/>
          </a:xfrm>
        </p:grpSpPr>
        <p:sp>
          <p:nvSpPr>
            <p:cNvPr id="2192" name=""/>
            <p:cNvSpPr/>
            <p:nvPr/>
          </p:nvSpPr>
          <p:spPr>
            <a:xfrm>
              <a:off x="1752480" y="1920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93" name=""/>
            <p:cNvSpPr/>
            <p:nvPr/>
          </p:nvSpPr>
          <p:spPr>
            <a:xfrm>
              <a:off x="1876320" y="1905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94" name=""/>
          <p:cNvGrpSpPr/>
          <p:nvPr/>
        </p:nvGrpSpPr>
        <p:grpSpPr>
          <a:xfrm>
            <a:off x="6629400" y="5715000"/>
            <a:ext cx="461880" cy="200520"/>
            <a:chOff x="6629400" y="5715000"/>
            <a:chExt cx="461880" cy="200520"/>
          </a:xfrm>
        </p:grpSpPr>
        <p:sp>
          <p:nvSpPr>
            <p:cNvPr id="2195" name=""/>
            <p:cNvSpPr/>
            <p:nvPr/>
          </p:nvSpPr>
          <p:spPr>
            <a:xfrm>
              <a:off x="6629400" y="573084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96" name=""/>
            <p:cNvSpPr/>
            <p:nvPr/>
          </p:nvSpPr>
          <p:spPr>
            <a:xfrm>
              <a:off x="6753600" y="5715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197" name="Oval 2196"/>
          <p:cNvSpPr/>
          <p:nvPr/>
        </p:nvSpPr>
        <p:spPr>
          <a:xfrm>
            <a:off x="6131743" y="320282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8" name="Oval 2197"/>
          <p:cNvSpPr/>
          <p:nvPr/>
        </p:nvSpPr>
        <p:spPr>
          <a:xfrm>
            <a:off x="6161743" y="323282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2199" name="Rounded Rectangle 2198"/>
          <p:cNvSpPr/>
          <p:nvPr/>
        </p:nvSpPr>
        <p:spPr>
          <a:xfrm>
            <a:off x="6339743" y="322032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2200" name="Oval 2199"/>
          <p:cNvSpPr/>
          <p:nvPr/>
        </p:nvSpPr>
        <p:spPr>
          <a:xfrm>
            <a:off x="6131743" y="307829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1" name="Oval 2200"/>
          <p:cNvSpPr/>
          <p:nvPr/>
        </p:nvSpPr>
        <p:spPr>
          <a:xfrm>
            <a:off x="6161743" y="310829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2202" name="Rounded Rectangle 2201"/>
          <p:cNvSpPr/>
          <p:nvPr/>
        </p:nvSpPr>
        <p:spPr>
          <a:xfrm>
            <a:off x="6339743" y="309579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2203" name="Oval 2202"/>
          <p:cNvSpPr/>
          <p:nvPr/>
        </p:nvSpPr>
        <p:spPr>
          <a:xfrm>
            <a:off x="461323" y="97223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4" name="Oval 2203"/>
          <p:cNvSpPr/>
          <p:nvPr/>
        </p:nvSpPr>
        <p:spPr>
          <a:xfrm>
            <a:off x="491323" y="100223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205" name="Rounded Rectangle 2204"/>
          <p:cNvSpPr/>
          <p:nvPr/>
        </p:nvSpPr>
        <p:spPr>
          <a:xfrm>
            <a:off x="669323" y="98973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2206" name="Oval 2205"/>
          <p:cNvSpPr/>
          <p:nvPr/>
        </p:nvSpPr>
        <p:spPr>
          <a:xfrm>
            <a:off x="3290605" y="616765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7" name="Oval 2206"/>
          <p:cNvSpPr/>
          <p:nvPr/>
        </p:nvSpPr>
        <p:spPr>
          <a:xfrm>
            <a:off x="3320605" y="619765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2208" name="Rounded Rectangle 2207"/>
          <p:cNvSpPr/>
          <p:nvPr/>
        </p:nvSpPr>
        <p:spPr>
          <a:xfrm>
            <a:off x="3498605" y="618515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2209" name="Oval 2208"/>
          <p:cNvSpPr/>
          <p:nvPr/>
        </p:nvSpPr>
        <p:spPr>
          <a:xfrm>
            <a:off x="2154887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0" name="Oval 2209"/>
          <p:cNvSpPr/>
          <p:nvPr/>
        </p:nvSpPr>
        <p:spPr>
          <a:xfrm>
            <a:off x="2184887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2211" name="Rounded Rectangle 2210"/>
          <p:cNvSpPr/>
          <p:nvPr/>
        </p:nvSpPr>
        <p:spPr>
          <a:xfrm>
            <a:off x="2362887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2212" name="Oval 2211"/>
          <p:cNvSpPr/>
          <p:nvPr/>
        </p:nvSpPr>
        <p:spPr>
          <a:xfrm>
            <a:off x="1110674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3" name="Oval 2212"/>
          <p:cNvSpPr/>
          <p:nvPr/>
        </p:nvSpPr>
        <p:spPr>
          <a:xfrm>
            <a:off x="1140674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214" name="Rounded Rectangle 2213"/>
          <p:cNvSpPr/>
          <p:nvPr/>
        </p:nvSpPr>
        <p:spPr>
          <a:xfrm>
            <a:off x="1318674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2215" name="Oval 2214"/>
          <p:cNvSpPr/>
          <p:nvPr/>
        </p:nvSpPr>
        <p:spPr>
          <a:xfrm>
            <a:off x="8844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6" name="Oval 2215"/>
          <p:cNvSpPr/>
          <p:nvPr/>
        </p:nvSpPr>
        <p:spPr>
          <a:xfrm>
            <a:off x="8874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2217" name="Rounded Rectangle 2216"/>
          <p:cNvSpPr/>
          <p:nvPr/>
        </p:nvSpPr>
        <p:spPr>
          <a:xfrm>
            <a:off x="8326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2218" name="Oval 2217"/>
          <p:cNvSpPr/>
          <p:nvPr/>
        </p:nvSpPr>
        <p:spPr>
          <a:xfrm>
            <a:off x="8844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9" name="Oval 2218"/>
          <p:cNvSpPr/>
          <p:nvPr/>
        </p:nvSpPr>
        <p:spPr>
          <a:xfrm>
            <a:off x="8874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2220" name="Rounded Rectangle 2219"/>
          <p:cNvSpPr/>
          <p:nvPr/>
        </p:nvSpPr>
        <p:spPr>
          <a:xfrm>
            <a:off x="8326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2221" name="Oval 2220"/>
          <p:cNvSpPr/>
          <p:nvPr/>
        </p:nvSpPr>
        <p:spPr>
          <a:xfrm>
            <a:off x="5443837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2" name="Oval 2221"/>
          <p:cNvSpPr/>
          <p:nvPr/>
        </p:nvSpPr>
        <p:spPr>
          <a:xfrm>
            <a:off x="5473837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2223" name="Rounded Rectangle 2222"/>
          <p:cNvSpPr/>
          <p:nvPr/>
        </p:nvSpPr>
        <p:spPr>
          <a:xfrm>
            <a:off x="5651837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 ↓</a:t>
            </a:r>
          </a:p>
        </p:txBody>
      </p:sp>
      <p:sp>
        <p:nvSpPr>
          <p:cNvPr id="2224" name="Rounded Rectangle 2223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V63, V64, V65, V66, V67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7" name=""/>
          <p:cNvSpPr/>
          <p:nvPr/>
        </p:nvSpPr>
        <p:spPr>
          <a:xfrm>
            <a:off x="3137400" y="50760"/>
            <a:ext cx="286920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22: LTFJ | RWY 24 | STAR TETS1H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8" name=""/>
          <p:cNvSpPr/>
          <p:nvPr/>
        </p:nvSpPr>
        <p:spPr>
          <a:xfrm>
            <a:off x="2592360" y="1639800"/>
            <a:ext cx="2487600" cy="9540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9" name=""/>
          <p:cNvSpPr/>
          <p:nvPr/>
        </p:nvSpPr>
        <p:spPr>
          <a:xfrm>
            <a:off x="5079960" y="2593800"/>
            <a:ext cx="1471680" cy="5954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0" name=""/>
          <p:cNvSpPr/>
          <p:nvPr/>
        </p:nvSpPr>
        <p:spPr>
          <a:xfrm flipH="1">
            <a:off x="6157800" y="3189240"/>
            <a:ext cx="393840" cy="1851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1" name=""/>
          <p:cNvSpPr/>
          <p:nvPr/>
        </p:nvSpPr>
        <p:spPr>
          <a:xfrm flipH="1">
            <a:off x="5586120" y="5040360"/>
            <a:ext cx="571320" cy="330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2" name=""/>
          <p:cNvSpPr/>
          <p:nvPr/>
        </p:nvSpPr>
        <p:spPr>
          <a:xfrm flipH="1" flipV="1">
            <a:off x="5376960" y="5009760"/>
            <a:ext cx="209520" cy="360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3" name=""/>
          <p:cNvSpPr/>
          <p:nvPr/>
        </p:nvSpPr>
        <p:spPr>
          <a:xfrm flipV="1">
            <a:off x="5376960" y="4905000"/>
            <a:ext cx="180720" cy="104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4" name=""/>
          <p:cNvSpPr/>
          <p:nvPr/>
        </p:nvSpPr>
        <p:spPr>
          <a:xfrm flipV="1">
            <a:off x="5557680" y="4800240"/>
            <a:ext cx="181080" cy="104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5" name=""/>
          <p:cNvSpPr/>
          <p:nvPr/>
        </p:nvSpPr>
        <p:spPr>
          <a:xfrm flipV="1">
            <a:off x="5738760" y="4695480"/>
            <a:ext cx="181080" cy="104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6" name=""/>
          <p:cNvSpPr/>
          <p:nvPr/>
        </p:nvSpPr>
        <p:spPr>
          <a:xfrm>
            <a:off x="5919840" y="4695840"/>
            <a:ext cx="0" cy="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0" bIns="-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7" name=""/>
          <p:cNvSpPr/>
          <p:nvPr/>
        </p:nvSpPr>
        <p:spPr>
          <a:xfrm flipH="1">
            <a:off x="5292720" y="4695840"/>
            <a:ext cx="627120" cy="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0" bIns="-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8" name=""/>
          <p:cNvSpPr/>
          <p:nvPr/>
        </p:nvSpPr>
        <p:spPr>
          <a:xfrm flipH="1">
            <a:off x="5214960" y="4695840"/>
            <a:ext cx="77760" cy="46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720" bIns="-7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9" name=""/>
          <p:cNvSpPr/>
          <p:nvPr/>
        </p:nvSpPr>
        <p:spPr>
          <a:xfrm flipH="1">
            <a:off x="4943520" y="4741920"/>
            <a:ext cx="271440" cy="1569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0" name=""/>
          <p:cNvSpPr/>
          <p:nvPr/>
        </p:nvSpPr>
        <p:spPr>
          <a:xfrm flipH="1">
            <a:off x="4702320" y="4898880"/>
            <a:ext cx="241200" cy="138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11" name=""/>
          <p:cNvGrpSpPr/>
          <p:nvPr/>
        </p:nvGrpSpPr>
        <p:grpSpPr>
          <a:xfrm>
            <a:off x="2529000" y="1576440"/>
            <a:ext cx="590760" cy="200520"/>
            <a:chOff x="2529000" y="1576440"/>
            <a:chExt cx="590760" cy="200520"/>
          </a:xfrm>
        </p:grpSpPr>
        <p:sp>
          <p:nvSpPr>
            <p:cNvPr id="2212" name=""/>
            <p:cNvSpPr/>
            <p:nvPr/>
          </p:nvSpPr>
          <p:spPr>
            <a:xfrm>
              <a:off x="2529000" y="1576440"/>
              <a:ext cx="12672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13" name=""/>
            <p:cNvSpPr/>
            <p:nvPr/>
          </p:nvSpPr>
          <p:spPr>
            <a:xfrm>
              <a:off x="2649600" y="1576440"/>
              <a:ext cx="470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TETSA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14" name=""/>
          <p:cNvGrpSpPr/>
          <p:nvPr/>
        </p:nvGrpSpPr>
        <p:grpSpPr>
          <a:xfrm>
            <a:off x="5029200" y="2530440"/>
            <a:ext cx="575280" cy="200520"/>
            <a:chOff x="5029200" y="2530440"/>
            <a:chExt cx="575280" cy="200520"/>
          </a:xfrm>
        </p:grpSpPr>
        <p:sp>
          <p:nvSpPr>
            <p:cNvPr id="2215" name=""/>
            <p:cNvSpPr/>
            <p:nvPr/>
          </p:nvSpPr>
          <p:spPr>
            <a:xfrm>
              <a:off x="5029200" y="254304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16" name=""/>
            <p:cNvSpPr/>
            <p:nvPr/>
          </p:nvSpPr>
          <p:spPr>
            <a:xfrm>
              <a:off x="5114520" y="253044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PABDO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17" name=""/>
          <p:cNvGrpSpPr/>
          <p:nvPr/>
        </p:nvGrpSpPr>
        <p:grpSpPr>
          <a:xfrm>
            <a:off x="6500880" y="3125880"/>
            <a:ext cx="567720" cy="200520"/>
            <a:chOff x="6500880" y="3125880"/>
            <a:chExt cx="567720" cy="200520"/>
          </a:xfrm>
        </p:grpSpPr>
        <p:sp>
          <p:nvSpPr>
            <p:cNvPr id="2218" name=""/>
            <p:cNvSpPr/>
            <p:nvPr/>
          </p:nvSpPr>
          <p:spPr>
            <a:xfrm>
              <a:off x="6500880" y="31384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19" name=""/>
            <p:cNvSpPr/>
            <p:nvPr/>
          </p:nvSpPr>
          <p:spPr>
            <a:xfrm>
              <a:off x="6593760" y="312588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PAZAR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20" name=""/>
          <p:cNvGrpSpPr/>
          <p:nvPr/>
        </p:nvGrpSpPr>
        <p:grpSpPr>
          <a:xfrm>
            <a:off x="6118200" y="4976640"/>
            <a:ext cx="559440" cy="200520"/>
            <a:chOff x="6118200" y="4976640"/>
            <a:chExt cx="559440" cy="200520"/>
          </a:xfrm>
        </p:grpSpPr>
        <p:sp>
          <p:nvSpPr>
            <p:cNvPr id="2221" name=""/>
            <p:cNvSpPr/>
            <p:nvPr/>
          </p:nvSpPr>
          <p:spPr>
            <a:xfrm>
              <a:off x="6118200" y="50007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22" name=""/>
            <p:cNvSpPr/>
            <p:nvPr/>
          </p:nvSpPr>
          <p:spPr>
            <a:xfrm>
              <a:off x="6178320" y="4976640"/>
              <a:ext cx="4993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MEBOV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23" name=""/>
          <p:cNvGrpSpPr/>
          <p:nvPr/>
        </p:nvGrpSpPr>
        <p:grpSpPr>
          <a:xfrm>
            <a:off x="5535720" y="5307120"/>
            <a:ext cx="543240" cy="200520"/>
            <a:chOff x="5535720" y="5307120"/>
            <a:chExt cx="543240" cy="200520"/>
          </a:xfrm>
        </p:grpSpPr>
        <p:sp>
          <p:nvSpPr>
            <p:cNvPr id="2224" name=""/>
            <p:cNvSpPr/>
            <p:nvPr/>
          </p:nvSpPr>
          <p:spPr>
            <a:xfrm>
              <a:off x="5535720" y="53197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25" name=""/>
            <p:cNvSpPr/>
            <p:nvPr/>
          </p:nvSpPr>
          <p:spPr>
            <a:xfrm>
              <a:off x="5652720" y="530712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FJ931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26" name=""/>
          <p:cNvGrpSpPr/>
          <p:nvPr/>
        </p:nvGrpSpPr>
        <p:grpSpPr>
          <a:xfrm>
            <a:off x="5326200" y="4946760"/>
            <a:ext cx="543240" cy="200520"/>
            <a:chOff x="5326200" y="4946760"/>
            <a:chExt cx="543240" cy="200520"/>
          </a:xfrm>
        </p:grpSpPr>
        <p:sp>
          <p:nvSpPr>
            <p:cNvPr id="2227" name=""/>
            <p:cNvSpPr/>
            <p:nvPr/>
          </p:nvSpPr>
          <p:spPr>
            <a:xfrm>
              <a:off x="5326200" y="49593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28" name=""/>
            <p:cNvSpPr/>
            <p:nvPr/>
          </p:nvSpPr>
          <p:spPr>
            <a:xfrm>
              <a:off x="5443200" y="494676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FJ932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29" name=""/>
          <p:cNvGrpSpPr/>
          <p:nvPr/>
        </p:nvGrpSpPr>
        <p:grpSpPr>
          <a:xfrm>
            <a:off x="5506920" y="4842000"/>
            <a:ext cx="543600" cy="200520"/>
            <a:chOff x="5506920" y="4842000"/>
            <a:chExt cx="543600" cy="200520"/>
          </a:xfrm>
        </p:grpSpPr>
        <p:sp>
          <p:nvSpPr>
            <p:cNvPr id="2230" name=""/>
            <p:cNvSpPr/>
            <p:nvPr/>
          </p:nvSpPr>
          <p:spPr>
            <a:xfrm>
              <a:off x="5506920" y="485460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31" name=""/>
            <p:cNvSpPr/>
            <p:nvPr/>
          </p:nvSpPr>
          <p:spPr>
            <a:xfrm>
              <a:off x="5624280" y="484200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FJ933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32" name=""/>
          <p:cNvGrpSpPr/>
          <p:nvPr/>
        </p:nvGrpSpPr>
        <p:grpSpPr>
          <a:xfrm>
            <a:off x="5688000" y="4737240"/>
            <a:ext cx="543600" cy="200520"/>
            <a:chOff x="5688000" y="4737240"/>
            <a:chExt cx="543600" cy="200520"/>
          </a:xfrm>
        </p:grpSpPr>
        <p:sp>
          <p:nvSpPr>
            <p:cNvPr id="2233" name=""/>
            <p:cNvSpPr/>
            <p:nvPr/>
          </p:nvSpPr>
          <p:spPr>
            <a:xfrm>
              <a:off x="5688000" y="47498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34" name=""/>
            <p:cNvSpPr/>
            <p:nvPr/>
          </p:nvSpPr>
          <p:spPr>
            <a:xfrm>
              <a:off x="5805360" y="473724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FJ934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35" name=""/>
          <p:cNvGrpSpPr/>
          <p:nvPr/>
        </p:nvGrpSpPr>
        <p:grpSpPr>
          <a:xfrm>
            <a:off x="5869080" y="4632480"/>
            <a:ext cx="543240" cy="200520"/>
            <a:chOff x="5869080" y="4632480"/>
            <a:chExt cx="543240" cy="200520"/>
          </a:xfrm>
        </p:grpSpPr>
        <p:sp>
          <p:nvSpPr>
            <p:cNvPr id="2236" name=""/>
            <p:cNvSpPr/>
            <p:nvPr/>
          </p:nvSpPr>
          <p:spPr>
            <a:xfrm>
              <a:off x="5869080" y="46450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37" name=""/>
            <p:cNvSpPr/>
            <p:nvPr/>
          </p:nvSpPr>
          <p:spPr>
            <a:xfrm>
              <a:off x="5986080" y="463248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FJ935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38" name=""/>
          <p:cNvGrpSpPr/>
          <p:nvPr/>
        </p:nvGrpSpPr>
        <p:grpSpPr>
          <a:xfrm>
            <a:off x="5878440" y="4632480"/>
            <a:ext cx="479880" cy="200520"/>
            <a:chOff x="5878440" y="4632480"/>
            <a:chExt cx="479880" cy="200520"/>
          </a:xfrm>
        </p:grpSpPr>
        <p:sp>
          <p:nvSpPr>
            <p:cNvPr id="2239" name=""/>
            <p:cNvSpPr/>
            <p:nvPr/>
          </p:nvSpPr>
          <p:spPr>
            <a:xfrm>
              <a:off x="5878440" y="465624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40" name=""/>
            <p:cNvSpPr/>
            <p:nvPr/>
          </p:nvSpPr>
          <p:spPr>
            <a:xfrm>
              <a:off x="5967360" y="4632480"/>
              <a:ext cx="390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DISC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41" name=""/>
          <p:cNvGrpSpPr/>
          <p:nvPr/>
        </p:nvGrpSpPr>
        <p:grpSpPr>
          <a:xfrm>
            <a:off x="5253120" y="4632480"/>
            <a:ext cx="554400" cy="200520"/>
            <a:chOff x="5253120" y="4632480"/>
            <a:chExt cx="554400" cy="200520"/>
          </a:xfrm>
        </p:grpSpPr>
        <p:sp>
          <p:nvSpPr>
            <p:cNvPr id="2242" name=""/>
            <p:cNvSpPr/>
            <p:nvPr/>
          </p:nvSpPr>
          <p:spPr>
            <a:xfrm>
              <a:off x="5253120" y="465624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43" name=""/>
            <p:cNvSpPr/>
            <p:nvPr/>
          </p:nvSpPr>
          <p:spPr>
            <a:xfrm>
              <a:off x="5317560" y="463248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BEMKA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44" name=""/>
          <p:cNvGrpSpPr/>
          <p:nvPr/>
        </p:nvGrpSpPr>
        <p:grpSpPr>
          <a:xfrm>
            <a:off x="5173560" y="4678200"/>
            <a:ext cx="467640" cy="200520"/>
            <a:chOff x="5173560" y="4678200"/>
            <a:chExt cx="467640" cy="200520"/>
          </a:xfrm>
        </p:grpSpPr>
        <p:sp>
          <p:nvSpPr>
            <p:cNvPr id="2245" name=""/>
            <p:cNvSpPr/>
            <p:nvPr/>
          </p:nvSpPr>
          <p:spPr>
            <a:xfrm>
              <a:off x="5173560" y="470052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46" name=""/>
            <p:cNvSpPr/>
            <p:nvPr/>
          </p:nvSpPr>
          <p:spPr>
            <a:xfrm>
              <a:off x="5274720" y="4678200"/>
              <a:ext cx="36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CI24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47" name=""/>
          <p:cNvGrpSpPr/>
          <p:nvPr/>
        </p:nvGrpSpPr>
        <p:grpSpPr>
          <a:xfrm>
            <a:off x="4902120" y="4835520"/>
            <a:ext cx="464760" cy="200520"/>
            <a:chOff x="4902120" y="4835520"/>
            <a:chExt cx="464760" cy="200520"/>
          </a:xfrm>
        </p:grpSpPr>
        <p:sp>
          <p:nvSpPr>
            <p:cNvPr id="2248" name=""/>
            <p:cNvSpPr/>
            <p:nvPr/>
          </p:nvSpPr>
          <p:spPr>
            <a:xfrm>
              <a:off x="4902120" y="4857840"/>
              <a:ext cx="828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49" name=""/>
            <p:cNvSpPr/>
            <p:nvPr/>
          </p:nvSpPr>
          <p:spPr>
            <a:xfrm>
              <a:off x="5009400" y="4835520"/>
              <a:ext cx="357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FI24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50" name=""/>
          <p:cNvGrpSpPr/>
          <p:nvPr/>
        </p:nvGrpSpPr>
        <p:grpSpPr>
          <a:xfrm>
            <a:off x="4638600" y="4973760"/>
            <a:ext cx="543600" cy="200520"/>
            <a:chOff x="4638600" y="4973760"/>
            <a:chExt cx="543600" cy="200520"/>
          </a:xfrm>
        </p:grpSpPr>
        <p:sp>
          <p:nvSpPr>
            <p:cNvPr id="2251" name=""/>
            <p:cNvSpPr/>
            <p:nvPr/>
          </p:nvSpPr>
          <p:spPr>
            <a:xfrm>
              <a:off x="4638600" y="4973760"/>
              <a:ext cx="127080" cy="12672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52" name=""/>
            <p:cNvSpPr/>
            <p:nvPr/>
          </p:nvSpPr>
          <p:spPr>
            <a:xfrm>
              <a:off x="4755960" y="497376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RW24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53" name=""/>
          <p:cNvGrpSpPr/>
          <p:nvPr/>
        </p:nvGrpSpPr>
        <p:grpSpPr>
          <a:xfrm>
            <a:off x="4800600" y="5486400"/>
            <a:ext cx="479160" cy="200520"/>
            <a:chOff x="4800600" y="5486400"/>
            <a:chExt cx="479160" cy="200520"/>
          </a:xfrm>
        </p:grpSpPr>
        <p:sp>
          <p:nvSpPr>
            <p:cNvPr id="2254" name=""/>
            <p:cNvSpPr/>
            <p:nvPr/>
          </p:nvSpPr>
          <p:spPr>
            <a:xfrm>
              <a:off x="4800600" y="5492520"/>
              <a:ext cx="11448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55" name=""/>
            <p:cNvSpPr/>
            <p:nvPr/>
          </p:nvSpPr>
          <p:spPr>
            <a:xfrm>
              <a:off x="4942080" y="5486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56" name=""/>
          <p:cNvGrpSpPr/>
          <p:nvPr/>
        </p:nvGrpSpPr>
        <p:grpSpPr>
          <a:xfrm>
            <a:off x="8458200" y="3352680"/>
            <a:ext cx="461880" cy="200520"/>
            <a:chOff x="8458200" y="3352680"/>
            <a:chExt cx="461880" cy="200520"/>
          </a:xfrm>
        </p:grpSpPr>
        <p:sp>
          <p:nvSpPr>
            <p:cNvPr id="2257" name=""/>
            <p:cNvSpPr/>
            <p:nvPr/>
          </p:nvSpPr>
          <p:spPr>
            <a:xfrm>
              <a:off x="8458200" y="336852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58" name=""/>
            <p:cNvSpPr/>
            <p:nvPr/>
          </p:nvSpPr>
          <p:spPr>
            <a:xfrm>
              <a:off x="8582400" y="3352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59" name=""/>
          <p:cNvGrpSpPr/>
          <p:nvPr/>
        </p:nvGrpSpPr>
        <p:grpSpPr>
          <a:xfrm>
            <a:off x="2514600" y="3124080"/>
            <a:ext cx="461880" cy="200520"/>
            <a:chOff x="2514600" y="3124080"/>
            <a:chExt cx="461880" cy="200520"/>
          </a:xfrm>
        </p:grpSpPr>
        <p:sp>
          <p:nvSpPr>
            <p:cNvPr id="2260" name=""/>
            <p:cNvSpPr/>
            <p:nvPr/>
          </p:nvSpPr>
          <p:spPr>
            <a:xfrm>
              <a:off x="2514600" y="313992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61" name=""/>
            <p:cNvSpPr/>
            <p:nvPr/>
          </p:nvSpPr>
          <p:spPr>
            <a:xfrm>
              <a:off x="2638800" y="3124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62" name=""/>
          <p:cNvGrpSpPr/>
          <p:nvPr/>
        </p:nvGrpSpPr>
        <p:grpSpPr>
          <a:xfrm>
            <a:off x="152280" y="1676520"/>
            <a:ext cx="461880" cy="200520"/>
            <a:chOff x="152280" y="1676520"/>
            <a:chExt cx="461880" cy="200520"/>
          </a:xfrm>
        </p:grpSpPr>
        <p:sp>
          <p:nvSpPr>
            <p:cNvPr id="2263" name=""/>
            <p:cNvSpPr/>
            <p:nvPr/>
          </p:nvSpPr>
          <p:spPr>
            <a:xfrm>
              <a:off x="152280" y="169236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64" name=""/>
            <p:cNvSpPr/>
            <p:nvPr/>
          </p:nvSpPr>
          <p:spPr>
            <a:xfrm>
              <a:off x="276480" y="1676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65" name=""/>
          <p:cNvGrpSpPr/>
          <p:nvPr/>
        </p:nvGrpSpPr>
        <p:grpSpPr>
          <a:xfrm>
            <a:off x="5562720" y="4038480"/>
            <a:ext cx="460080" cy="200520"/>
            <a:chOff x="5562720" y="4038480"/>
            <a:chExt cx="460080" cy="200520"/>
          </a:xfrm>
        </p:grpSpPr>
        <p:sp>
          <p:nvSpPr>
            <p:cNvPr id="2266" name=""/>
            <p:cNvSpPr/>
            <p:nvPr/>
          </p:nvSpPr>
          <p:spPr>
            <a:xfrm>
              <a:off x="5562720" y="4054320"/>
              <a:ext cx="9540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67" name=""/>
            <p:cNvSpPr/>
            <p:nvPr/>
          </p:nvSpPr>
          <p:spPr>
            <a:xfrm>
              <a:off x="5685120" y="4038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68" name=""/>
          <p:cNvGrpSpPr/>
          <p:nvPr/>
        </p:nvGrpSpPr>
        <p:grpSpPr>
          <a:xfrm>
            <a:off x="7010280" y="5638680"/>
            <a:ext cx="461880" cy="200520"/>
            <a:chOff x="7010280" y="5638680"/>
            <a:chExt cx="461880" cy="200520"/>
          </a:xfrm>
        </p:grpSpPr>
        <p:sp>
          <p:nvSpPr>
            <p:cNvPr id="2269" name=""/>
            <p:cNvSpPr/>
            <p:nvPr/>
          </p:nvSpPr>
          <p:spPr>
            <a:xfrm>
              <a:off x="7010280" y="565452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70" name=""/>
            <p:cNvSpPr/>
            <p:nvPr/>
          </p:nvSpPr>
          <p:spPr>
            <a:xfrm>
              <a:off x="7134480" y="5638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71" name=""/>
          <p:cNvGrpSpPr/>
          <p:nvPr/>
        </p:nvGrpSpPr>
        <p:grpSpPr>
          <a:xfrm>
            <a:off x="5105520" y="3505320"/>
            <a:ext cx="461520" cy="200520"/>
            <a:chOff x="5105520" y="3505320"/>
            <a:chExt cx="461520" cy="200520"/>
          </a:xfrm>
        </p:grpSpPr>
        <p:sp>
          <p:nvSpPr>
            <p:cNvPr id="2272" name=""/>
            <p:cNvSpPr/>
            <p:nvPr/>
          </p:nvSpPr>
          <p:spPr>
            <a:xfrm>
              <a:off x="5105520" y="352116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73" name=""/>
            <p:cNvSpPr/>
            <p:nvPr/>
          </p:nvSpPr>
          <p:spPr>
            <a:xfrm>
              <a:off x="5229360" y="3505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74" name=""/>
          <p:cNvGrpSpPr/>
          <p:nvPr/>
        </p:nvGrpSpPr>
        <p:grpSpPr>
          <a:xfrm>
            <a:off x="6119640" y="1714680"/>
            <a:ext cx="469080" cy="200520"/>
            <a:chOff x="6119640" y="1714680"/>
            <a:chExt cx="469080" cy="200520"/>
          </a:xfrm>
        </p:grpSpPr>
        <p:sp>
          <p:nvSpPr>
            <p:cNvPr id="2275" name=""/>
            <p:cNvSpPr/>
            <p:nvPr/>
          </p:nvSpPr>
          <p:spPr>
            <a:xfrm>
              <a:off x="6119640" y="173052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76" name=""/>
            <p:cNvSpPr/>
            <p:nvPr/>
          </p:nvSpPr>
          <p:spPr>
            <a:xfrm>
              <a:off x="6251040" y="1714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77" name=""/>
          <p:cNvGrpSpPr/>
          <p:nvPr/>
        </p:nvGrpSpPr>
        <p:grpSpPr>
          <a:xfrm>
            <a:off x="3719520" y="3006720"/>
            <a:ext cx="468720" cy="200520"/>
            <a:chOff x="3719520" y="3006720"/>
            <a:chExt cx="468720" cy="200520"/>
          </a:xfrm>
        </p:grpSpPr>
        <p:sp>
          <p:nvSpPr>
            <p:cNvPr id="2278" name=""/>
            <p:cNvSpPr/>
            <p:nvPr/>
          </p:nvSpPr>
          <p:spPr>
            <a:xfrm>
              <a:off x="3719520" y="3021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79" name=""/>
            <p:cNvSpPr/>
            <p:nvPr/>
          </p:nvSpPr>
          <p:spPr>
            <a:xfrm>
              <a:off x="3850560" y="3006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80" name=""/>
          <p:cNvGrpSpPr/>
          <p:nvPr/>
        </p:nvGrpSpPr>
        <p:grpSpPr>
          <a:xfrm>
            <a:off x="7308720" y="4316400"/>
            <a:ext cx="469080" cy="200520"/>
            <a:chOff x="7308720" y="4316400"/>
            <a:chExt cx="469080" cy="200520"/>
          </a:xfrm>
        </p:grpSpPr>
        <p:sp>
          <p:nvSpPr>
            <p:cNvPr id="2281" name=""/>
            <p:cNvSpPr/>
            <p:nvPr/>
          </p:nvSpPr>
          <p:spPr>
            <a:xfrm>
              <a:off x="7308720" y="4332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82" name=""/>
            <p:cNvSpPr/>
            <p:nvPr/>
          </p:nvSpPr>
          <p:spPr>
            <a:xfrm>
              <a:off x="7440120" y="4316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83" name=""/>
          <p:cNvGrpSpPr/>
          <p:nvPr/>
        </p:nvGrpSpPr>
        <p:grpSpPr>
          <a:xfrm>
            <a:off x="1747800" y="2576520"/>
            <a:ext cx="468720" cy="200520"/>
            <a:chOff x="1747800" y="2576520"/>
            <a:chExt cx="468720" cy="200520"/>
          </a:xfrm>
        </p:grpSpPr>
        <p:sp>
          <p:nvSpPr>
            <p:cNvPr id="2284" name=""/>
            <p:cNvSpPr/>
            <p:nvPr/>
          </p:nvSpPr>
          <p:spPr>
            <a:xfrm>
              <a:off x="1747800" y="25909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85" name=""/>
            <p:cNvSpPr/>
            <p:nvPr/>
          </p:nvSpPr>
          <p:spPr>
            <a:xfrm>
              <a:off x="1878840" y="2576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86" name=""/>
          <p:cNvGrpSpPr/>
          <p:nvPr/>
        </p:nvGrpSpPr>
        <p:grpSpPr>
          <a:xfrm>
            <a:off x="7238880" y="2590920"/>
            <a:ext cx="461880" cy="200520"/>
            <a:chOff x="7238880" y="2590920"/>
            <a:chExt cx="461880" cy="200520"/>
          </a:xfrm>
        </p:grpSpPr>
        <p:sp>
          <p:nvSpPr>
            <p:cNvPr id="2287" name=""/>
            <p:cNvSpPr/>
            <p:nvPr/>
          </p:nvSpPr>
          <p:spPr>
            <a:xfrm>
              <a:off x="7238880" y="2605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88" name=""/>
            <p:cNvSpPr/>
            <p:nvPr/>
          </p:nvSpPr>
          <p:spPr>
            <a:xfrm>
              <a:off x="7363080" y="2590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89" name=""/>
          <p:cNvGrpSpPr/>
          <p:nvPr/>
        </p:nvGrpSpPr>
        <p:grpSpPr>
          <a:xfrm>
            <a:off x="3962520" y="4114800"/>
            <a:ext cx="461160" cy="200520"/>
            <a:chOff x="3962520" y="4114800"/>
            <a:chExt cx="461160" cy="200520"/>
          </a:xfrm>
        </p:grpSpPr>
        <p:sp>
          <p:nvSpPr>
            <p:cNvPr id="2290" name=""/>
            <p:cNvSpPr/>
            <p:nvPr/>
          </p:nvSpPr>
          <p:spPr>
            <a:xfrm>
              <a:off x="3962520" y="4130640"/>
              <a:ext cx="9648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91" name=""/>
            <p:cNvSpPr/>
            <p:nvPr/>
          </p:nvSpPr>
          <p:spPr>
            <a:xfrm>
              <a:off x="4086000" y="4114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92" name=""/>
          <p:cNvGrpSpPr/>
          <p:nvPr/>
        </p:nvGrpSpPr>
        <p:grpSpPr>
          <a:xfrm>
            <a:off x="1730520" y="835200"/>
            <a:ext cx="468720" cy="200520"/>
            <a:chOff x="1730520" y="835200"/>
            <a:chExt cx="468720" cy="200520"/>
          </a:xfrm>
        </p:grpSpPr>
        <p:sp>
          <p:nvSpPr>
            <p:cNvPr id="2293" name=""/>
            <p:cNvSpPr/>
            <p:nvPr/>
          </p:nvSpPr>
          <p:spPr>
            <a:xfrm>
              <a:off x="1730520" y="85104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94" name=""/>
            <p:cNvSpPr/>
            <p:nvPr/>
          </p:nvSpPr>
          <p:spPr>
            <a:xfrm>
              <a:off x="1861560" y="835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95" name=""/>
          <p:cNvGrpSpPr/>
          <p:nvPr/>
        </p:nvGrpSpPr>
        <p:grpSpPr>
          <a:xfrm>
            <a:off x="5937120" y="4495680"/>
            <a:ext cx="461520" cy="200520"/>
            <a:chOff x="5937120" y="4495680"/>
            <a:chExt cx="461520" cy="200520"/>
          </a:xfrm>
        </p:grpSpPr>
        <p:sp>
          <p:nvSpPr>
            <p:cNvPr id="2296" name=""/>
            <p:cNvSpPr/>
            <p:nvPr/>
          </p:nvSpPr>
          <p:spPr>
            <a:xfrm>
              <a:off x="5937120" y="451152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97" name=""/>
            <p:cNvSpPr/>
            <p:nvPr/>
          </p:nvSpPr>
          <p:spPr>
            <a:xfrm>
              <a:off x="6060960" y="4495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98" name=""/>
          <p:cNvGrpSpPr/>
          <p:nvPr/>
        </p:nvGrpSpPr>
        <p:grpSpPr>
          <a:xfrm>
            <a:off x="3124080" y="6324480"/>
            <a:ext cx="461520" cy="200520"/>
            <a:chOff x="3124080" y="6324480"/>
            <a:chExt cx="461520" cy="200520"/>
          </a:xfrm>
        </p:grpSpPr>
        <p:sp>
          <p:nvSpPr>
            <p:cNvPr id="2299" name=""/>
            <p:cNvSpPr/>
            <p:nvPr/>
          </p:nvSpPr>
          <p:spPr>
            <a:xfrm>
              <a:off x="3124080" y="6340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00" name=""/>
            <p:cNvSpPr/>
            <p:nvPr/>
          </p:nvSpPr>
          <p:spPr>
            <a:xfrm>
              <a:off x="3247920" y="6324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01" name=""/>
          <p:cNvGrpSpPr/>
          <p:nvPr/>
        </p:nvGrpSpPr>
        <p:grpSpPr>
          <a:xfrm>
            <a:off x="3340080" y="844560"/>
            <a:ext cx="468720" cy="200520"/>
            <a:chOff x="3340080" y="844560"/>
            <a:chExt cx="468720" cy="200520"/>
          </a:xfrm>
        </p:grpSpPr>
        <p:sp>
          <p:nvSpPr>
            <p:cNvPr id="2302" name=""/>
            <p:cNvSpPr/>
            <p:nvPr/>
          </p:nvSpPr>
          <p:spPr>
            <a:xfrm>
              <a:off x="3340080" y="858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03" name=""/>
            <p:cNvSpPr/>
            <p:nvPr/>
          </p:nvSpPr>
          <p:spPr>
            <a:xfrm>
              <a:off x="3471120" y="8445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04" name=""/>
          <p:cNvGrpSpPr/>
          <p:nvPr/>
        </p:nvGrpSpPr>
        <p:grpSpPr>
          <a:xfrm>
            <a:off x="1447920" y="5105520"/>
            <a:ext cx="461520" cy="200520"/>
            <a:chOff x="1447920" y="5105520"/>
            <a:chExt cx="461520" cy="200520"/>
          </a:xfrm>
        </p:grpSpPr>
        <p:sp>
          <p:nvSpPr>
            <p:cNvPr id="2305" name=""/>
            <p:cNvSpPr/>
            <p:nvPr/>
          </p:nvSpPr>
          <p:spPr>
            <a:xfrm>
              <a:off x="1447920" y="51195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06" name=""/>
            <p:cNvSpPr/>
            <p:nvPr/>
          </p:nvSpPr>
          <p:spPr>
            <a:xfrm>
              <a:off x="1571760" y="5105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07" name=""/>
          <p:cNvGrpSpPr/>
          <p:nvPr/>
        </p:nvGrpSpPr>
        <p:grpSpPr>
          <a:xfrm>
            <a:off x="5562720" y="609480"/>
            <a:ext cx="461160" cy="200520"/>
            <a:chOff x="5562720" y="609480"/>
            <a:chExt cx="461160" cy="200520"/>
          </a:xfrm>
        </p:grpSpPr>
        <p:sp>
          <p:nvSpPr>
            <p:cNvPr id="2308" name=""/>
            <p:cNvSpPr/>
            <p:nvPr/>
          </p:nvSpPr>
          <p:spPr>
            <a:xfrm>
              <a:off x="5562720" y="62388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09" name=""/>
            <p:cNvSpPr/>
            <p:nvPr/>
          </p:nvSpPr>
          <p:spPr>
            <a:xfrm>
              <a:off x="5686200" y="609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10" name=""/>
          <p:cNvGrpSpPr/>
          <p:nvPr/>
        </p:nvGrpSpPr>
        <p:grpSpPr>
          <a:xfrm>
            <a:off x="4267080" y="1371600"/>
            <a:ext cx="460080" cy="200520"/>
            <a:chOff x="4267080" y="1371600"/>
            <a:chExt cx="460080" cy="200520"/>
          </a:xfrm>
        </p:grpSpPr>
        <p:sp>
          <p:nvSpPr>
            <p:cNvPr id="2311" name=""/>
            <p:cNvSpPr/>
            <p:nvPr/>
          </p:nvSpPr>
          <p:spPr>
            <a:xfrm>
              <a:off x="4267080" y="13856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12" name=""/>
            <p:cNvSpPr/>
            <p:nvPr/>
          </p:nvSpPr>
          <p:spPr>
            <a:xfrm>
              <a:off x="4389480" y="1371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313" name="Oval 2312"/>
          <p:cNvSpPr/>
          <p:nvPr/>
        </p:nvSpPr>
        <p:spPr>
          <a:xfrm>
            <a:off x="5374298" y="445100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4" name="Oval 2313"/>
          <p:cNvSpPr/>
          <p:nvPr/>
        </p:nvSpPr>
        <p:spPr>
          <a:xfrm>
            <a:off x="5404298" y="448100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2315" name="Rounded Rectangle 2314"/>
          <p:cNvSpPr/>
          <p:nvPr/>
        </p:nvSpPr>
        <p:spPr>
          <a:xfrm>
            <a:off x="5582298" y="446850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2316" name="Oval 2315"/>
          <p:cNvSpPr/>
          <p:nvPr/>
        </p:nvSpPr>
        <p:spPr>
          <a:xfrm>
            <a:off x="4688109" y="441759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7" name="Oval 2316"/>
          <p:cNvSpPr/>
          <p:nvPr/>
        </p:nvSpPr>
        <p:spPr>
          <a:xfrm>
            <a:off x="4718109" y="444759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2318" name="Rounded Rectangle 2317"/>
          <p:cNvSpPr/>
          <p:nvPr/>
        </p:nvSpPr>
        <p:spPr>
          <a:xfrm>
            <a:off x="4896109" y="443509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2319" name="Oval 2318"/>
          <p:cNvSpPr/>
          <p:nvPr/>
        </p:nvSpPr>
        <p:spPr>
          <a:xfrm>
            <a:off x="747042" y="16544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0" name="Oval 2319"/>
          <p:cNvSpPr/>
          <p:nvPr/>
        </p:nvSpPr>
        <p:spPr>
          <a:xfrm>
            <a:off x="777042" y="19544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321" name="Rounded Rectangle 2320"/>
          <p:cNvSpPr/>
          <p:nvPr/>
        </p:nvSpPr>
        <p:spPr>
          <a:xfrm>
            <a:off x="955042" y="18294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2322" name="Oval 2321"/>
          <p:cNvSpPr/>
          <p:nvPr/>
        </p:nvSpPr>
        <p:spPr>
          <a:xfrm>
            <a:off x="90000" y="2162774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3" name="Oval 2322"/>
          <p:cNvSpPr/>
          <p:nvPr/>
        </p:nvSpPr>
        <p:spPr>
          <a:xfrm>
            <a:off x="120000" y="219277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2324" name="Rounded Rectangle 2323"/>
          <p:cNvSpPr/>
          <p:nvPr/>
        </p:nvSpPr>
        <p:spPr>
          <a:xfrm>
            <a:off x="298000" y="218027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2325" name="Oval 2324"/>
          <p:cNvSpPr/>
          <p:nvPr/>
        </p:nvSpPr>
        <p:spPr>
          <a:xfrm>
            <a:off x="54528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6" name="Oval 2325"/>
          <p:cNvSpPr/>
          <p:nvPr/>
        </p:nvSpPr>
        <p:spPr>
          <a:xfrm>
            <a:off x="54828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2327" name="Rounded Rectangle 2326"/>
          <p:cNvSpPr/>
          <p:nvPr/>
        </p:nvSpPr>
        <p:spPr>
          <a:xfrm>
            <a:off x="56608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2328" name="Oval 2327"/>
          <p:cNvSpPr/>
          <p:nvPr/>
        </p:nvSpPr>
        <p:spPr>
          <a:xfrm>
            <a:off x="8844000" y="4904742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9" name="Oval 2328"/>
          <p:cNvSpPr/>
          <p:nvPr/>
        </p:nvSpPr>
        <p:spPr>
          <a:xfrm>
            <a:off x="8874000" y="493474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330" name="Rounded Rectangle 2329"/>
          <p:cNvSpPr/>
          <p:nvPr/>
        </p:nvSpPr>
        <p:spPr>
          <a:xfrm>
            <a:off x="8326000" y="492224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2331" name="Oval 2330"/>
          <p:cNvSpPr/>
          <p:nvPr/>
        </p:nvSpPr>
        <p:spPr>
          <a:xfrm>
            <a:off x="8844000" y="2549017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2" name="Oval 2331"/>
          <p:cNvSpPr/>
          <p:nvPr/>
        </p:nvSpPr>
        <p:spPr>
          <a:xfrm>
            <a:off x="8874000" y="257901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2333" name="Rounded Rectangle 2332"/>
          <p:cNvSpPr/>
          <p:nvPr/>
        </p:nvSpPr>
        <p:spPr>
          <a:xfrm>
            <a:off x="8326000" y="256651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2334" name="Oval 2333"/>
          <p:cNvSpPr/>
          <p:nvPr/>
        </p:nvSpPr>
        <p:spPr>
          <a:xfrm>
            <a:off x="6685436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5" name="Oval 2334"/>
          <p:cNvSpPr/>
          <p:nvPr/>
        </p:nvSpPr>
        <p:spPr>
          <a:xfrm>
            <a:off x="6715436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2336" name="Rounded Rectangle 2335"/>
          <p:cNvSpPr/>
          <p:nvPr/>
        </p:nvSpPr>
        <p:spPr>
          <a:xfrm>
            <a:off x="6893436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2337" name="Rounded Rectangle 2336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V62, V63, V64, V65,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3" name=""/>
          <p:cNvSpPr/>
          <p:nvPr/>
        </p:nvSpPr>
        <p:spPr>
          <a:xfrm>
            <a:off x="3083400" y="50760"/>
            <a:ext cx="297720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23: VTBS | RWY 01L | STAR CABI1B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4" name=""/>
          <p:cNvSpPr/>
          <p:nvPr/>
        </p:nvSpPr>
        <p:spPr>
          <a:xfrm flipH="1" flipV="1">
            <a:off x="4452480" y="2295360"/>
            <a:ext cx="2490840" cy="3075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5" name=""/>
          <p:cNvSpPr/>
          <p:nvPr/>
        </p:nvSpPr>
        <p:spPr>
          <a:xfrm flipH="1" flipV="1">
            <a:off x="3483000" y="2108160"/>
            <a:ext cx="969840" cy="1872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6" name=""/>
          <p:cNvSpPr/>
          <p:nvPr/>
        </p:nvSpPr>
        <p:spPr>
          <a:xfrm flipH="1">
            <a:off x="3056040" y="2108160"/>
            <a:ext cx="426960" cy="1592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7" name=""/>
          <p:cNvSpPr/>
          <p:nvPr/>
        </p:nvSpPr>
        <p:spPr>
          <a:xfrm flipH="1" flipV="1">
            <a:off x="2259000" y="3485880"/>
            <a:ext cx="797040" cy="2142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8" name=""/>
          <p:cNvSpPr/>
          <p:nvPr/>
        </p:nvSpPr>
        <p:spPr>
          <a:xfrm flipH="1" flipV="1">
            <a:off x="2199960" y="2928960"/>
            <a:ext cx="58680" cy="557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9" name=""/>
          <p:cNvSpPr/>
          <p:nvPr/>
        </p:nvSpPr>
        <p:spPr>
          <a:xfrm flipV="1">
            <a:off x="2200320" y="2658960"/>
            <a:ext cx="73080" cy="2700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0" name=""/>
          <p:cNvSpPr/>
          <p:nvPr/>
        </p:nvSpPr>
        <p:spPr>
          <a:xfrm flipV="1">
            <a:off x="2273400" y="2260080"/>
            <a:ext cx="106200" cy="398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1" name=""/>
          <p:cNvSpPr/>
          <p:nvPr/>
        </p:nvSpPr>
        <p:spPr>
          <a:xfrm flipV="1">
            <a:off x="2379600" y="1639800"/>
            <a:ext cx="166680" cy="6206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322" name=""/>
          <p:cNvGrpSpPr/>
          <p:nvPr/>
        </p:nvGrpSpPr>
        <p:grpSpPr>
          <a:xfrm>
            <a:off x="6880320" y="5307120"/>
            <a:ext cx="585360" cy="200520"/>
            <a:chOff x="6880320" y="5307120"/>
            <a:chExt cx="585360" cy="200520"/>
          </a:xfrm>
        </p:grpSpPr>
        <p:sp>
          <p:nvSpPr>
            <p:cNvPr id="2323" name=""/>
            <p:cNvSpPr/>
            <p:nvPr/>
          </p:nvSpPr>
          <p:spPr>
            <a:xfrm>
              <a:off x="6880320" y="5307120"/>
              <a:ext cx="127080" cy="12672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24" name=""/>
            <p:cNvSpPr/>
            <p:nvPr/>
          </p:nvSpPr>
          <p:spPr>
            <a:xfrm>
              <a:off x="7005960" y="5307120"/>
              <a:ext cx="4597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CABIN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25" name=""/>
          <p:cNvGrpSpPr/>
          <p:nvPr/>
        </p:nvGrpSpPr>
        <p:grpSpPr>
          <a:xfrm>
            <a:off x="4402080" y="2232000"/>
            <a:ext cx="553320" cy="200520"/>
            <a:chOff x="4402080" y="2232000"/>
            <a:chExt cx="553320" cy="200520"/>
          </a:xfrm>
        </p:grpSpPr>
        <p:sp>
          <p:nvSpPr>
            <p:cNvPr id="2326" name=""/>
            <p:cNvSpPr/>
            <p:nvPr/>
          </p:nvSpPr>
          <p:spPr>
            <a:xfrm>
              <a:off x="4402080" y="224460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27" name=""/>
            <p:cNvSpPr/>
            <p:nvPr/>
          </p:nvSpPr>
          <p:spPr>
            <a:xfrm>
              <a:off x="4509360" y="223200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BS652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28" name=""/>
          <p:cNvGrpSpPr/>
          <p:nvPr/>
        </p:nvGrpSpPr>
        <p:grpSpPr>
          <a:xfrm>
            <a:off x="3432240" y="2044800"/>
            <a:ext cx="553320" cy="200520"/>
            <a:chOff x="3432240" y="2044800"/>
            <a:chExt cx="553320" cy="200520"/>
          </a:xfrm>
        </p:grpSpPr>
        <p:sp>
          <p:nvSpPr>
            <p:cNvPr id="2329" name=""/>
            <p:cNvSpPr/>
            <p:nvPr/>
          </p:nvSpPr>
          <p:spPr>
            <a:xfrm>
              <a:off x="3432240" y="20574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30" name=""/>
            <p:cNvSpPr/>
            <p:nvPr/>
          </p:nvSpPr>
          <p:spPr>
            <a:xfrm>
              <a:off x="3539520" y="204480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BS651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31" name=""/>
          <p:cNvGrpSpPr/>
          <p:nvPr/>
        </p:nvGrpSpPr>
        <p:grpSpPr>
          <a:xfrm>
            <a:off x="3005280" y="3637080"/>
            <a:ext cx="569880" cy="200520"/>
            <a:chOff x="3005280" y="3637080"/>
            <a:chExt cx="569880" cy="200520"/>
          </a:xfrm>
        </p:grpSpPr>
        <p:sp>
          <p:nvSpPr>
            <p:cNvPr id="2332" name=""/>
            <p:cNvSpPr/>
            <p:nvPr/>
          </p:nvSpPr>
          <p:spPr>
            <a:xfrm>
              <a:off x="3005280" y="36496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33" name=""/>
            <p:cNvSpPr/>
            <p:nvPr/>
          </p:nvSpPr>
          <p:spPr>
            <a:xfrm>
              <a:off x="3095640" y="363708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BYLON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34" name=""/>
          <p:cNvGrpSpPr/>
          <p:nvPr/>
        </p:nvGrpSpPr>
        <p:grpSpPr>
          <a:xfrm>
            <a:off x="2208240" y="3422520"/>
            <a:ext cx="572400" cy="200520"/>
            <a:chOff x="2208240" y="3422520"/>
            <a:chExt cx="572400" cy="200520"/>
          </a:xfrm>
        </p:grpSpPr>
        <p:sp>
          <p:nvSpPr>
            <p:cNvPr id="2335" name=""/>
            <p:cNvSpPr/>
            <p:nvPr/>
          </p:nvSpPr>
          <p:spPr>
            <a:xfrm>
              <a:off x="2208240" y="34354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36" name=""/>
            <p:cNvSpPr/>
            <p:nvPr/>
          </p:nvSpPr>
          <p:spPr>
            <a:xfrm>
              <a:off x="2296800" y="3422520"/>
              <a:ext cx="483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SHEEN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37" name=""/>
          <p:cNvGrpSpPr/>
          <p:nvPr/>
        </p:nvGrpSpPr>
        <p:grpSpPr>
          <a:xfrm>
            <a:off x="2149560" y="2865600"/>
            <a:ext cx="565200" cy="200520"/>
            <a:chOff x="2149560" y="2865600"/>
            <a:chExt cx="565200" cy="200520"/>
          </a:xfrm>
        </p:grpSpPr>
        <p:sp>
          <p:nvSpPr>
            <p:cNvPr id="2338" name=""/>
            <p:cNvSpPr/>
            <p:nvPr/>
          </p:nvSpPr>
          <p:spPr>
            <a:xfrm>
              <a:off x="2149560" y="28782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39" name=""/>
            <p:cNvSpPr/>
            <p:nvPr/>
          </p:nvSpPr>
          <p:spPr>
            <a:xfrm>
              <a:off x="2244600" y="2865600"/>
              <a:ext cx="470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LASER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40" name=""/>
          <p:cNvGrpSpPr/>
          <p:nvPr/>
        </p:nvGrpSpPr>
        <p:grpSpPr>
          <a:xfrm>
            <a:off x="2222640" y="2595600"/>
            <a:ext cx="547560" cy="200520"/>
            <a:chOff x="2222640" y="2595600"/>
            <a:chExt cx="547560" cy="200520"/>
          </a:xfrm>
        </p:grpSpPr>
        <p:sp>
          <p:nvSpPr>
            <p:cNvPr id="2341" name=""/>
            <p:cNvSpPr/>
            <p:nvPr/>
          </p:nvSpPr>
          <p:spPr>
            <a:xfrm>
              <a:off x="2222640" y="26082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42" name=""/>
            <p:cNvSpPr/>
            <p:nvPr/>
          </p:nvSpPr>
          <p:spPr>
            <a:xfrm>
              <a:off x="2334960" y="2595600"/>
              <a:ext cx="435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LEVIN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43" name=""/>
          <p:cNvGrpSpPr/>
          <p:nvPr/>
        </p:nvGrpSpPr>
        <p:grpSpPr>
          <a:xfrm>
            <a:off x="2328840" y="2197080"/>
            <a:ext cx="533520" cy="200520"/>
            <a:chOff x="2328840" y="2197080"/>
            <a:chExt cx="533520" cy="200520"/>
          </a:xfrm>
        </p:grpSpPr>
        <p:sp>
          <p:nvSpPr>
            <p:cNvPr id="2344" name=""/>
            <p:cNvSpPr/>
            <p:nvPr/>
          </p:nvSpPr>
          <p:spPr>
            <a:xfrm>
              <a:off x="2328840" y="220968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45" name=""/>
            <p:cNvSpPr/>
            <p:nvPr/>
          </p:nvSpPr>
          <p:spPr>
            <a:xfrm>
              <a:off x="2455920" y="2197080"/>
              <a:ext cx="4064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FI09L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46" name=""/>
          <p:cNvGrpSpPr/>
          <p:nvPr/>
        </p:nvGrpSpPr>
        <p:grpSpPr>
          <a:xfrm>
            <a:off x="2482920" y="1576440"/>
            <a:ext cx="595440" cy="200520"/>
            <a:chOff x="2482920" y="1576440"/>
            <a:chExt cx="595440" cy="200520"/>
          </a:xfrm>
        </p:grpSpPr>
        <p:sp>
          <p:nvSpPr>
            <p:cNvPr id="2347" name=""/>
            <p:cNvSpPr/>
            <p:nvPr/>
          </p:nvSpPr>
          <p:spPr>
            <a:xfrm>
              <a:off x="2482920" y="157644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48" name=""/>
            <p:cNvSpPr/>
            <p:nvPr/>
          </p:nvSpPr>
          <p:spPr>
            <a:xfrm>
              <a:off x="2598840" y="157644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RW01L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49" name=""/>
          <p:cNvGrpSpPr/>
          <p:nvPr/>
        </p:nvGrpSpPr>
        <p:grpSpPr>
          <a:xfrm>
            <a:off x="1295280" y="3048120"/>
            <a:ext cx="461880" cy="200520"/>
            <a:chOff x="1295280" y="3048120"/>
            <a:chExt cx="461880" cy="200520"/>
          </a:xfrm>
        </p:grpSpPr>
        <p:sp>
          <p:nvSpPr>
            <p:cNvPr id="2350" name=""/>
            <p:cNvSpPr/>
            <p:nvPr/>
          </p:nvSpPr>
          <p:spPr>
            <a:xfrm>
              <a:off x="1295280" y="3062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51" name=""/>
            <p:cNvSpPr/>
            <p:nvPr/>
          </p:nvSpPr>
          <p:spPr>
            <a:xfrm>
              <a:off x="1419480" y="3048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52" name=""/>
          <p:cNvGrpSpPr/>
          <p:nvPr/>
        </p:nvGrpSpPr>
        <p:grpSpPr>
          <a:xfrm>
            <a:off x="533520" y="6324480"/>
            <a:ext cx="461160" cy="200520"/>
            <a:chOff x="533520" y="6324480"/>
            <a:chExt cx="461160" cy="200520"/>
          </a:xfrm>
        </p:grpSpPr>
        <p:sp>
          <p:nvSpPr>
            <p:cNvPr id="2353" name=""/>
            <p:cNvSpPr/>
            <p:nvPr/>
          </p:nvSpPr>
          <p:spPr>
            <a:xfrm>
              <a:off x="533520" y="6340680"/>
              <a:ext cx="9648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54" name=""/>
            <p:cNvSpPr/>
            <p:nvPr/>
          </p:nvSpPr>
          <p:spPr>
            <a:xfrm>
              <a:off x="657000" y="6324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55" name=""/>
          <p:cNvGrpSpPr/>
          <p:nvPr/>
        </p:nvGrpSpPr>
        <p:grpSpPr>
          <a:xfrm>
            <a:off x="3200400" y="6248520"/>
            <a:ext cx="460080" cy="200520"/>
            <a:chOff x="3200400" y="6248520"/>
            <a:chExt cx="460080" cy="200520"/>
          </a:xfrm>
        </p:grpSpPr>
        <p:sp>
          <p:nvSpPr>
            <p:cNvPr id="2356" name=""/>
            <p:cNvSpPr/>
            <p:nvPr/>
          </p:nvSpPr>
          <p:spPr>
            <a:xfrm>
              <a:off x="3200400" y="6264360"/>
              <a:ext cx="95040" cy="9612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57" name=""/>
            <p:cNvSpPr/>
            <p:nvPr/>
          </p:nvSpPr>
          <p:spPr>
            <a:xfrm>
              <a:off x="3322800" y="6248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58" name=""/>
          <p:cNvGrpSpPr/>
          <p:nvPr/>
        </p:nvGrpSpPr>
        <p:grpSpPr>
          <a:xfrm>
            <a:off x="2819520" y="533520"/>
            <a:ext cx="461160" cy="200520"/>
            <a:chOff x="2819520" y="533520"/>
            <a:chExt cx="461160" cy="200520"/>
          </a:xfrm>
        </p:grpSpPr>
        <p:sp>
          <p:nvSpPr>
            <p:cNvPr id="2359" name=""/>
            <p:cNvSpPr/>
            <p:nvPr/>
          </p:nvSpPr>
          <p:spPr>
            <a:xfrm>
              <a:off x="2819520" y="54756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60" name=""/>
            <p:cNvSpPr/>
            <p:nvPr/>
          </p:nvSpPr>
          <p:spPr>
            <a:xfrm>
              <a:off x="2943000" y="533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61" name=""/>
          <p:cNvGrpSpPr/>
          <p:nvPr/>
        </p:nvGrpSpPr>
        <p:grpSpPr>
          <a:xfrm>
            <a:off x="4876920" y="4495680"/>
            <a:ext cx="461520" cy="200520"/>
            <a:chOff x="4876920" y="4495680"/>
            <a:chExt cx="461520" cy="200520"/>
          </a:xfrm>
        </p:grpSpPr>
        <p:sp>
          <p:nvSpPr>
            <p:cNvPr id="2362" name=""/>
            <p:cNvSpPr/>
            <p:nvPr/>
          </p:nvSpPr>
          <p:spPr>
            <a:xfrm>
              <a:off x="4876920" y="4511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63" name=""/>
            <p:cNvSpPr/>
            <p:nvPr/>
          </p:nvSpPr>
          <p:spPr>
            <a:xfrm>
              <a:off x="5000760" y="4495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64" name=""/>
          <p:cNvGrpSpPr/>
          <p:nvPr/>
        </p:nvGrpSpPr>
        <p:grpSpPr>
          <a:xfrm>
            <a:off x="6324480" y="609480"/>
            <a:ext cx="461880" cy="200520"/>
            <a:chOff x="6324480" y="609480"/>
            <a:chExt cx="461880" cy="200520"/>
          </a:xfrm>
        </p:grpSpPr>
        <p:sp>
          <p:nvSpPr>
            <p:cNvPr id="2365" name=""/>
            <p:cNvSpPr/>
            <p:nvPr/>
          </p:nvSpPr>
          <p:spPr>
            <a:xfrm>
              <a:off x="6324480" y="625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66" name=""/>
            <p:cNvSpPr/>
            <p:nvPr/>
          </p:nvSpPr>
          <p:spPr>
            <a:xfrm>
              <a:off x="6448680" y="609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67" name=""/>
          <p:cNvGrpSpPr/>
          <p:nvPr/>
        </p:nvGrpSpPr>
        <p:grpSpPr>
          <a:xfrm>
            <a:off x="5486400" y="2209680"/>
            <a:ext cx="461880" cy="200520"/>
            <a:chOff x="5486400" y="2209680"/>
            <a:chExt cx="461880" cy="200520"/>
          </a:xfrm>
        </p:grpSpPr>
        <p:sp>
          <p:nvSpPr>
            <p:cNvPr id="2368" name=""/>
            <p:cNvSpPr/>
            <p:nvPr/>
          </p:nvSpPr>
          <p:spPr>
            <a:xfrm>
              <a:off x="5486400" y="2225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69" name=""/>
            <p:cNvSpPr/>
            <p:nvPr/>
          </p:nvSpPr>
          <p:spPr>
            <a:xfrm>
              <a:off x="5610600" y="2209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70" name=""/>
          <p:cNvGrpSpPr/>
          <p:nvPr/>
        </p:nvGrpSpPr>
        <p:grpSpPr>
          <a:xfrm>
            <a:off x="3505320" y="4495680"/>
            <a:ext cx="461520" cy="200520"/>
            <a:chOff x="3505320" y="4495680"/>
            <a:chExt cx="461520" cy="200520"/>
          </a:xfrm>
        </p:grpSpPr>
        <p:sp>
          <p:nvSpPr>
            <p:cNvPr id="2371" name=""/>
            <p:cNvSpPr/>
            <p:nvPr/>
          </p:nvSpPr>
          <p:spPr>
            <a:xfrm>
              <a:off x="3505320" y="451152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72" name=""/>
            <p:cNvSpPr/>
            <p:nvPr/>
          </p:nvSpPr>
          <p:spPr>
            <a:xfrm>
              <a:off x="3629160" y="4495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73" name=""/>
          <p:cNvGrpSpPr/>
          <p:nvPr/>
        </p:nvGrpSpPr>
        <p:grpSpPr>
          <a:xfrm>
            <a:off x="1203480" y="890640"/>
            <a:ext cx="468720" cy="200520"/>
            <a:chOff x="1203480" y="890640"/>
            <a:chExt cx="468720" cy="200520"/>
          </a:xfrm>
        </p:grpSpPr>
        <p:sp>
          <p:nvSpPr>
            <p:cNvPr id="2374" name=""/>
            <p:cNvSpPr/>
            <p:nvPr/>
          </p:nvSpPr>
          <p:spPr>
            <a:xfrm>
              <a:off x="1203480" y="9064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75" name=""/>
            <p:cNvSpPr/>
            <p:nvPr/>
          </p:nvSpPr>
          <p:spPr>
            <a:xfrm>
              <a:off x="1334520" y="8906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76" name=""/>
          <p:cNvGrpSpPr/>
          <p:nvPr/>
        </p:nvGrpSpPr>
        <p:grpSpPr>
          <a:xfrm>
            <a:off x="914400" y="4572000"/>
            <a:ext cx="461880" cy="200520"/>
            <a:chOff x="914400" y="4572000"/>
            <a:chExt cx="461880" cy="200520"/>
          </a:xfrm>
        </p:grpSpPr>
        <p:sp>
          <p:nvSpPr>
            <p:cNvPr id="2377" name=""/>
            <p:cNvSpPr/>
            <p:nvPr/>
          </p:nvSpPr>
          <p:spPr>
            <a:xfrm>
              <a:off x="914400" y="458748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78" name=""/>
            <p:cNvSpPr/>
            <p:nvPr/>
          </p:nvSpPr>
          <p:spPr>
            <a:xfrm>
              <a:off x="1038600" y="4572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79" name=""/>
          <p:cNvGrpSpPr/>
          <p:nvPr/>
        </p:nvGrpSpPr>
        <p:grpSpPr>
          <a:xfrm>
            <a:off x="6095880" y="6019920"/>
            <a:ext cx="461520" cy="200520"/>
            <a:chOff x="6095880" y="6019920"/>
            <a:chExt cx="461520" cy="200520"/>
          </a:xfrm>
        </p:grpSpPr>
        <p:sp>
          <p:nvSpPr>
            <p:cNvPr id="2380" name=""/>
            <p:cNvSpPr/>
            <p:nvPr/>
          </p:nvSpPr>
          <p:spPr>
            <a:xfrm>
              <a:off x="6095880" y="603576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81" name=""/>
            <p:cNvSpPr/>
            <p:nvPr/>
          </p:nvSpPr>
          <p:spPr>
            <a:xfrm>
              <a:off x="6219720" y="6019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82" name=""/>
          <p:cNvGrpSpPr/>
          <p:nvPr/>
        </p:nvGrpSpPr>
        <p:grpSpPr>
          <a:xfrm>
            <a:off x="8381880" y="2057400"/>
            <a:ext cx="461880" cy="200520"/>
            <a:chOff x="8381880" y="2057400"/>
            <a:chExt cx="461880" cy="200520"/>
          </a:xfrm>
        </p:grpSpPr>
        <p:sp>
          <p:nvSpPr>
            <p:cNvPr id="2383" name=""/>
            <p:cNvSpPr/>
            <p:nvPr/>
          </p:nvSpPr>
          <p:spPr>
            <a:xfrm>
              <a:off x="8381880" y="20714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84" name=""/>
            <p:cNvSpPr/>
            <p:nvPr/>
          </p:nvSpPr>
          <p:spPr>
            <a:xfrm>
              <a:off x="8506080" y="2057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85" name=""/>
          <p:cNvGrpSpPr/>
          <p:nvPr/>
        </p:nvGrpSpPr>
        <p:grpSpPr>
          <a:xfrm>
            <a:off x="4114800" y="1295280"/>
            <a:ext cx="461520" cy="200520"/>
            <a:chOff x="4114800" y="1295280"/>
            <a:chExt cx="461520" cy="200520"/>
          </a:xfrm>
        </p:grpSpPr>
        <p:sp>
          <p:nvSpPr>
            <p:cNvPr id="2386" name=""/>
            <p:cNvSpPr/>
            <p:nvPr/>
          </p:nvSpPr>
          <p:spPr>
            <a:xfrm>
              <a:off x="4114800" y="1311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87" name=""/>
            <p:cNvSpPr/>
            <p:nvPr/>
          </p:nvSpPr>
          <p:spPr>
            <a:xfrm>
              <a:off x="4238640" y="1295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88" name=""/>
          <p:cNvGrpSpPr/>
          <p:nvPr/>
        </p:nvGrpSpPr>
        <p:grpSpPr>
          <a:xfrm>
            <a:off x="3962520" y="3124080"/>
            <a:ext cx="461160" cy="200520"/>
            <a:chOff x="3962520" y="3124080"/>
            <a:chExt cx="461160" cy="200520"/>
          </a:xfrm>
        </p:grpSpPr>
        <p:sp>
          <p:nvSpPr>
            <p:cNvPr id="2389" name=""/>
            <p:cNvSpPr/>
            <p:nvPr/>
          </p:nvSpPr>
          <p:spPr>
            <a:xfrm>
              <a:off x="3962520" y="313848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90" name=""/>
            <p:cNvSpPr/>
            <p:nvPr/>
          </p:nvSpPr>
          <p:spPr>
            <a:xfrm>
              <a:off x="4086000" y="3124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91" name=""/>
          <p:cNvGrpSpPr/>
          <p:nvPr/>
        </p:nvGrpSpPr>
        <p:grpSpPr>
          <a:xfrm>
            <a:off x="7920000" y="4478400"/>
            <a:ext cx="468720" cy="200520"/>
            <a:chOff x="7920000" y="4478400"/>
            <a:chExt cx="468720" cy="200520"/>
          </a:xfrm>
        </p:grpSpPr>
        <p:sp>
          <p:nvSpPr>
            <p:cNvPr id="2392" name=""/>
            <p:cNvSpPr/>
            <p:nvPr/>
          </p:nvSpPr>
          <p:spPr>
            <a:xfrm>
              <a:off x="7920000" y="44928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93" name=""/>
            <p:cNvSpPr/>
            <p:nvPr/>
          </p:nvSpPr>
          <p:spPr>
            <a:xfrm>
              <a:off x="8051040" y="4478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94" name=""/>
          <p:cNvGrpSpPr/>
          <p:nvPr/>
        </p:nvGrpSpPr>
        <p:grpSpPr>
          <a:xfrm>
            <a:off x="6781680" y="2743200"/>
            <a:ext cx="461880" cy="200520"/>
            <a:chOff x="6781680" y="2743200"/>
            <a:chExt cx="461880" cy="200520"/>
          </a:xfrm>
        </p:grpSpPr>
        <p:sp>
          <p:nvSpPr>
            <p:cNvPr id="2395" name=""/>
            <p:cNvSpPr/>
            <p:nvPr/>
          </p:nvSpPr>
          <p:spPr>
            <a:xfrm>
              <a:off x="6781680" y="27590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96" name=""/>
            <p:cNvSpPr/>
            <p:nvPr/>
          </p:nvSpPr>
          <p:spPr>
            <a:xfrm>
              <a:off x="6905880" y="2743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97" name=""/>
          <p:cNvGrpSpPr/>
          <p:nvPr/>
        </p:nvGrpSpPr>
        <p:grpSpPr>
          <a:xfrm>
            <a:off x="7881840" y="5992920"/>
            <a:ext cx="469080" cy="200520"/>
            <a:chOff x="7881840" y="5992920"/>
            <a:chExt cx="469080" cy="200520"/>
          </a:xfrm>
        </p:grpSpPr>
        <p:sp>
          <p:nvSpPr>
            <p:cNvPr id="2398" name=""/>
            <p:cNvSpPr/>
            <p:nvPr/>
          </p:nvSpPr>
          <p:spPr>
            <a:xfrm>
              <a:off x="7881840" y="6006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99" name=""/>
            <p:cNvSpPr/>
            <p:nvPr/>
          </p:nvSpPr>
          <p:spPr>
            <a:xfrm>
              <a:off x="8013240" y="5992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00" name=""/>
          <p:cNvGrpSpPr/>
          <p:nvPr/>
        </p:nvGrpSpPr>
        <p:grpSpPr>
          <a:xfrm>
            <a:off x="2209680" y="4114800"/>
            <a:ext cx="461520" cy="200520"/>
            <a:chOff x="2209680" y="4114800"/>
            <a:chExt cx="461520" cy="200520"/>
          </a:xfrm>
        </p:grpSpPr>
        <p:sp>
          <p:nvSpPr>
            <p:cNvPr id="2401" name=""/>
            <p:cNvSpPr/>
            <p:nvPr/>
          </p:nvSpPr>
          <p:spPr>
            <a:xfrm>
              <a:off x="2209680" y="41292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02" name=""/>
            <p:cNvSpPr/>
            <p:nvPr/>
          </p:nvSpPr>
          <p:spPr>
            <a:xfrm>
              <a:off x="2333520" y="4114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03" name=""/>
          <p:cNvGrpSpPr/>
          <p:nvPr/>
        </p:nvGrpSpPr>
        <p:grpSpPr>
          <a:xfrm>
            <a:off x="2743200" y="3200400"/>
            <a:ext cx="461880" cy="200520"/>
            <a:chOff x="2743200" y="3200400"/>
            <a:chExt cx="461880" cy="200520"/>
          </a:xfrm>
        </p:grpSpPr>
        <p:sp>
          <p:nvSpPr>
            <p:cNvPr id="2404" name=""/>
            <p:cNvSpPr/>
            <p:nvPr/>
          </p:nvSpPr>
          <p:spPr>
            <a:xfrm>
              <a:off x="2743200" y="32148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05" name=""/>
            <p:cNvSpPr/>
            <p:nvPr/>
          </p:nvSpPr>
          <p:spPr>
            <a:xfrm>
              <a:off x="2867400" y="3200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06" name=""/>
          <p:cNvGrpSpPr/>
          <p:nvPr/>
        </p:nvGrpSpPr>
        <p:grpSpPr>
          <a:xfrm>
            <a:off x="1022400" y="1984320"/>
            <a:ext cx="468720" cy="200520"/>
            <a:chOff x="1022400" y="1984320"/>
            <a:chExt cx="468720" cy="200520"/>
          </a:xfrm>
        </p:grpSpPr>
        <p:sp>
          <p:nvSpPr>
            <p:cNvPr id="2407" name=""/>
            <p:cNvSpPr/>
            <p:nvPr/>
          </p:nvSpPr>
          <p:spPr>
            <a:xfrm>
              <a:off x="1022400" y="1998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08" name=""/>
            <p:cNvSpPr/>
            <p:nvPr/>
          </p:nvSpPr>
          <p:spPr>
            <a:xfrm>
              <a:off x="1153440" y="1984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409" name="Oval 2408"/>
          <p:cNvSpPr/>
          <p:nvPr/>
        </p:nvSpPr>
        <p:spPr>
          <a:xfrm>
            <a:off x="741100" y="307066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0" name="Oval 2409"/>
          <p:cNvSpPr/>
          <p:nvPr/>
        </p:nvSpPr>
        <p:spPr>
          <a:xfrm>
            <a:off x="771100" y="310066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2411" name="Rounded Rectangle 2410"/>
          <p:cNvSpPr/>
          <p:nvPr/>
        </p:nvSpPr>
        <p:spPr>
          <a:xfrm>
            <a:off x="949100" y="308816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2412" name="Oval 2411"/>
          <p:cNvSpPr/>
          <p:nvPr/>
        </p:nvSpPr>
        <p:spPr>
          <a:xfrm>
            <a:off x="90000" y="1534357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3" name="Oval 2412"/>
          <p:cNvSpPr/>
          <p:nvPr/>
        </p:nvSpPr>
        <p:spPr>
          <a:xfrm>
            <a:off x="120000" y="156435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2414" name="Rounded Rectangle 2413"/>
          <p:cNvSpPr/>
          <p:nvPr/>
        </p:nvSpPr>
        <p:spPr>
          <a:xfrm>
            <a:off x="298000" y="155185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 ↓</a:t>
            </a:r>
          </a:p>
        </p:txBody>
      </p:sp>
      <p:sp>
        <p:nvSpPr>
          <p:cNvPr id="2415" name="Oval 2414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6" name="Oval 2415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417" name="Rounded Rectangle 2416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 ↓</a:t>
            </a:r>
          </a:p>
        </p:txBody>
      </p:sp>
      <p:sp>
        <p:nvSpPr>
          <p:cNvPr id="2418" name="Oval 2417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9" name="Oval 2418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2420" name="Rounded Rectangle 2419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2421" name="Oval 2420"/>
          <p:cNvSpPr/>
          <p:nvPr/>
        </p:nvSpPr>
        <p:spPr>
          <a:xfrm>
            <a:off x="5686919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2" name="Oval 2421"/>
          <p:cNvSpPr/>
          <p:nvPr/>
        </p:nvSpPr>
        <p:spPr>
          <a:xfrm>
            <a:off x="5716919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2423" name="Rounded Rectangle 2422"/>
          <p:cNvSpPr/>
          <p:nvPr/>
        </p:nvSpPr>
        <p:spPr>
          <a:xfrm>
            <a:off x="5894919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2424" name="Oval 2423"/>
          <p:cNvSpPr/>
          <p:nvPr/>
        </p:nvSpPr>
        <p:spPr>
          <a:xfrm>
            <a:off x="8166093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5" name="Oval 2424"/>
          <p:cNvSpPr/>
          <p:nvPr/>
        </p:nvSpPr>
        <p:spPr>
          <a:xfrm>
            <a:off x="8196093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426" name="Rounded Rectangle 2425"/>
          <p:cNvSpPr/>
          <p:nvPr/>
        </p:nvSpPr>
        <p:spPr>
          <a:xfrm>
            <a:off x="8374093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2427" name="Oval 2426"/>
          <p:cNvSpPr/>
          <p:nvPr/>
        </p:nvSpPr>
        <p:spPr>
          <a:xfrm>
            <a:off x="8844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8" name="Oval 2427"/>
          <p:cNvSpPr/>
          <p:nvPr/>
        </p:nvSpPr>
        <p:spPr>
          <a:xfrm>
            <a:off x="8874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2429" name="Rounded Rectangle 2428"/>
          <p:cNvSpPr/>
          <p:nvPr/>
        </p:nvSpPr>
        <p:spPr>
          <a:xfrm>
            <a:off x="8326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2430" name="Oval 2429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1" name="Oval 2430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2432" name="Rounded Rectangle 2431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2433" name="Oval 2432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4" name="Oval 2433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2435" name="Rounded Rectangle 2434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 ↓</a:t>
            </a:r>
          </a:p>
        </p:txBody>
      </p:sp>
      <p:sp>
        <p:nvSpPr>
          <p:cNvPr id="2436" name="Rounded Rectangle 2435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V52, V61, V62, V63, V64, V65, V66, V67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9" name=""/>
          <p:cNvSpPr/>
          <p:nvPr/>
        </p:nvSpPr>
        <p:spPr>
          <a:xfrm>
            <a:off x="3098520" y="50760"/>
            <a:ext cx="294696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24: VTBS | RWY 19L | STAR SILV1B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0" name=""/>
          <p:cNvSpPr/>
          <p:nvPr/>
        </p:nvSpPr>
        <p:spPr>
          <a:xfrm flipV="1">
            <a:off x="3259080" y="3432240"/>
            <a:ext cx="1514520" cy="1938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1" name=""/>
          <p:cNvSpPr/>
          <p:nvPr/>
        </p:nvSpPr>
        <p:spPr>
          <a:xfrm flipV="1">
            <a:off x="4773600" y="1639440"/>
            <a:ext cx="479520" cy="17924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2" name=""/>
          <p:cNvSpPr/>
          <p:nvPr/>
        </p:nvSpPr>
        <p:spPr>
          <a:xfrm>
            <a:off x="5253120" y="1639800"/>
            <a:ext cx="595080" cy="158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3" name=""/>
          <p:cNvSpPr/>
          <p:nvPr/>
        </p:nvSpPr>
        <p:spPr>
          <a:xfrm>
            <a:off x="5848200" y="1798560"/>
            <a:ext cx="36720" cy="428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4" name=""/>
          <p:cNvSpPr/>
          <p:nvPr/>
        </p:nvSpPr>
        <p:spPr>
          <a:xfrm flipH="1">
            <a:off x="5799240" y="2227320"/>
            <a:ext cx="85680" cy="320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5" name=""/>
          <p:cNvSpPr/>
          <p:nvPr/>
        </p:nvSpPr>
        <p:spPr>
          <a:xfrm flipH="1">
            <a:off x="5729400" y="2548080"/>
            <a:ext cx="69840" cy="2617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6" name=""/>
          <p:cNvSpPr/>
          <p:nvPr/>
        </p:nvSpPr>
        <p:spPr>
          <a:xfrm flipH="1">
            <a:off x="5601960" y="2809800"/>
            <a:ext cx="127080" cy="474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417" name=""/>
          <p:cNvGrpSpPr/>
          <p:nvPr/>
        </p:nvGrpSpPr>
        <p:grpSpPr>
          <a:xfrm>
            <a:off x="3195720" y="5307120"/>
            <a:ext cx="575640" cy="200520"/>
            <a:chOff x="3195720" y="5307120"/>
            <a:chExt cx="575640" cy="200520"/>
          </a:xfrm>
        </p:grpSpPr>
        <p:sp>
          <p:nvSpPr>
            <p:cNvPr id="2418" name=""/>
            <p:cNvSpPr/>
            <p:nvPr/>
          </p:nvSpPr>
          <p:spPr>
            <a:xfrm>
              <a:off x="3195720" y="5307120"/>
              <a:ext cx="127080" cy="12672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19" name=""/>
            <p:cNvSpPr/>
            <p:nvPr/>
          </p:nvSpPr>
          <p:spPr>
            <a:xfrm>
              <a:off x="3331440" y="5307120"/>
              <a:ext cx="4399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SILVA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20" name=""/>
          <p:cNvGrpSpPr/>
          <p:nvPr/>
        </p:nvGrpSpPr>
        <p:grpSpPr>
          <a:xfrm>
            <a:off x="4722840" y="3368520"/>
            <a:ext cx="567720" cy="200520"/>
            <a:chOff x="4722840" y="3368520"/>
            <a:chExt cx="567720" cy="200520"/>
          </a:xfrm>
        </p:grpSpPr>
        <p:sp>
          <p:nvSpPr>
            <p:cNvPr id="2421" name=""/>
            <p:cNvSpPr/>
            <p:nvPr/>
          </p:nvSpPr>
          <p:spPr>
            <a:xfrm>
              <a:off x="4722840" y="33814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22" name=""/>
            <p:cNvSpPr/>
            <p:nvPr/>
          </p:nvSpPr>
          <p:spPr>
            <a:xfrm>
              <a:off x="4815720" y="336852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BAKKE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23" name=""/>
          <p:cNvGrpSpPr/>
          <p:nvPr/>
        </p:nvGrpSpPr>
        <p:grpSpPr>
          <a:xfrm>
            <a:off x="5202360" y="1576440"/>
            <a:ext cx="567360" cy="200520"/>
            <a:chOff x="5202360" y="1576440"/>
            <a:chExt cx="567360" cy="200520"/>
          </a:xfrm>
        </p:grpSpPr>
        <p:sp>
          <p:nvSpPr>
            <p:cNvPr id="2424" name=""/>
            <p:cNvSpPr/>
            <p:nvPr/>
          </p:nvSpPr>
          <p:spPr>
            <a:xfrm>
              <a:off x="5202360" y="15890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25" name=""/>
            <p:cNvSpPr/>
            <p:nvPr/>
          </p:nvSpPr>
          <p:spPr>
            <a:xfrm>
              <a:off x="5294880" y="157644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PETER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26" name=""/>
          <p:cNvGrpSpPr/>
          <p:nvPr/>
        </p:nvGrpSpPr>
        <p:grpSpPr>
          <a:xfrm>
            <a:off x="5797440" y="1735200"/>
            <a:ext cx="560160" cy="200520"/>
            <a:chOff x="5797440" y="1735200"/>
            <a:chExt cx="560160" cy="200520"/>
          </a:xfrm>
        </p:grpSpPr>
        <p:sp>
          <p:nvSpPr>
            <p:cNvPr id="2427" name=""/>
            <p:cNvSpPr/>
            <p:nvPr/>
          </p:nvSpPr>
          <p:spPr>
            <a:xfrm>
              <a:off x="5797440" y="174780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28" name=""/>
            <p:cNvSpPr/>
            <p:nvPr/>
          </p:nvSpPr>
          <p:spPr>
            <a:xfrm>
              <a:off x="5897880" y="1735200"/>
              <a:ext cx="4597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ROBIN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29" name=""/>
          <p:cNvGrpSpPr/>
          <p:nvPr/>
        </p:nvGrpSpPr>
        <p:grpSpPr>
          <a:xfrm>
            <a:off x="5845320" y="2163600"/>
            <a:ext cx="546840" cy="200520"/>
            <a:chOff x="5845320" y="2163600"/>
            <a:chExt cx="546840" cy="200520"/>
          </a:xfrm>
        </p:grpSpPr>
        <p:sp>
          <p:nvSpPr>
            <p:cNvPr id="2430" name=""/>
            <p:cNvSpPr/>
            <p:nvPr/>
          </p:nvSpPr>
          <p:spPr>
            <a:xfrm>
              <a:off x="5845320" y="2185920"/>
              <a:ext cx="806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31" name=""/>
            <p:cNvSpPr/>
            <p:nvPr/>
          </p:nvSpPr>
          <p:spPr>
            <a:xfrm>
              <a:off x="5917320" y="216360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LYNDA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32" name=""/>
          <p:cNvGrpSpPr/>
          <p:nvPr/>
        </p:nvGrpSpPr>
        <p:grpSpPr>
          <a:xfrm>
            <a:off x="5748480" y="2484360"/>
            <a:ext cx="577440" cy="200520"/>
            <a:chOff x="5748480" y="2484360"/>
            <a:chExt cx="577440" cy="200520"/>
          </a:xfrm>
        </p:grpSpPr>
        <p:sp>
          <p:nvSpPr>
            <p:cNvPr id="2433" name=""/>
            <p:cNvSpPr/>
            <p:nvPr/>
          </p:nvSpPr>
          <p:spPr>
            <a:xfrm>
              <a:off x="5748480" y="249696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34" name=""/>
            <p:cNvSpPr/>
            <p:nvPr/>
          </p:nvSpPr>
          <p:spPr>
            <a:xfrm>
              <a:off x="5831280" y="248436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LEMON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35" name=""/>
          <p:cNvGrpSpPr/>
          <p:nvPr/>
        </p:nvGrpSpPr>
        <p:grpSpPr>
          <a:xfrm>
            <a:off x="5678640" y="2746440"/>
            <a:ext cx="533160" cy="200520"/>
            <a:chOff x="5678640" y="2746440"/>
            <a:chExt cx="533160" cy="200520"/>
          </a:xfrm>
        </p:grpSpPr>
        <p:sp>
          <p:nvSpPr>
            <p:cNvPr id="2436" name=""/>
            <p:cNvSpPr/>
            <p:nvPr/>
          </p:nvSpPr>
          <p:spPr>
            <a:xfrm>
              <a:off x="5678640" y="27590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37" name=""/>
            <p:cNvSpPr/>
            <p:nvPr/>
          </p:nvSpPr>
          <p:spPr>
            <a:xfrm>
              <a:off x="5805360" y="2746440"/>
              <a:ext cx="4064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FI19L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38" name=""/>
          <p:cNvGrpSpPr/>
          <p:nvPr/>
        </p:nvGrpSpPr>
        <p:grpSpPr>
          <a:xfrm>
            <a:off x="5538960" y="3220920"/>
            <a:ext cx="595440" cy="200520"/>
            <a:chOff x="5538960" y="3220920"/>
            <a:chExt cx="595440" cy="200520"/>
          </a:xfrm>
        </p:grpSpPr>
        <p:sp>
          <p:nvSpPr>
            <p:cNvPr id="2439" name=""/>
            <p:cNvSpPr/>
            <p:nvPr/>
          </p:nvSpPr>
          <p:spPr>
            <a:xfrm>
              <a:off x="5538960" y="3220920"/>
              <a:ext cx="12672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40" name=""/>
            <p:cNvSpPr/>
            <p:nvPr/>
          </p:nvSpPr>
          <p:spPr>
            <a:xfrm>
              <a:off x="5654880" y="322092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RW19L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41" name=""/>
          <p:cNvGrpSpPr/>
          <p:nvPr/>
        </p:nvGrpSpPr>
        <p:grpSpPr>
          <a:xfrm>
            <a:off x="5257800" y="4038480"/>
            <a:ext cx="479160" cy="200520"/>
            <a:chOff x="5257800" y="4038480"/>
            <a:chExt cx="479160" cy="200520"/>
          </a:xfrm>
        </p:grpSpPr>
        <p:sp>
          <p:nvSpPr>
            <p:cNvPr id="2442" name=""/>
            <p:cNvSpPr/>
            <p:nvPr/>
          </p:nvSpPr>
          <p:spPr>
            <a:xfrm>
              <a:off x="5257800" y="4044600"/>
              <a:ext cx="11448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43" name=""/>
            <p:cNvSpPr/>
            <p:nvPr/>
          </p:nvSpPr>
          <p:spPr>
            <a:xfrm>
              <a:off x="5399280" y="4038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44" name=""/>
          <p:cNvGrpSpPr/>
          <p:nvPr/>
        </p:nvGrpSpPr>
        <p:grpSpPr>
          <a:xfrm>
            <a:off x="6477120" y="1828800"/>
            <a:ext cx="461520" cy="200520"/>
            <a:chOff x="6477120" y="1828800"/>
            <a:chExt cx="461520" cy="200520"/>
          </a:xfrm>
        </p:grpSpPr>
        <p:sp>
          <p:nvSpPr>
            <p:cNvPr id="2445" name=""/>
            <p:cNvSpPr/>
            <p:nvPr/>
          </p:nvSpPr>
          <p:spPr>
            <a:xfrm>
              <a:off x="6477120" y="18432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46" name=""/>
            <p:cNvSpPr/>
            <p:nvPr/>
          </p:nvSpPr>
          <p:spPr>
            <a:xfrm>
              <a:off x="6600960" y="1828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47" name=""/>
          <p:cNvGrpSpPr/>
          <p:nvPr/>
        </p:nvGrpSpPr>
        <p:grpSpPr>
          <a:xfrm>
            <a:off x="2590920" y="3124080"/>
            <a:ext cx="461160" cy="200520"/>
            <a:chOff x="2590920" y="3124080"/>
            <a:chExt cx="461160" cy="200520"/>
          </a:xfrm>
        </p:grpSpPr>
        <p:sp>
          <p:nvSpPr>
            <p:cNvPr id="2448" name=""/>
            <p:cNvSpPr/>
            <p:nvPr/>
          </p:nvSpPr>
          <p:spPr>
            <a:xfrm>
              <a:off x="2590920" y="31399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49" name=""/>
            <p:cNvSpPr/>
            <p:nvPr/>
          </p:nvSpPr>
          <p:spPr>
            <a:xfrm>
              <a:off x="2714400" y="3124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50" name=""/>
          <p:cNvGrpSpPr/>
          <p:nvPr/>
        </p:nvGrpSpPr>
        <p:grpSpPr>
          <a:xfrm>
            <a:off x="6324480" y="3886200"/>
            <a:ext cx="461880" cy="200520"/>
            <a:chOff x="6324480" y="3886200"/>
            <a:chExt cx="461880" cy="200520"/>
          </a:xfrm>
        </p:grpSpPr>
        <p:sp>
          <p:nvSpPr>
            <p:cNvPr id="2451" name=""/>
            <p:cNvSpPr/>
            <p:nvPr/>
          </p:nvSpPr>
          <p:spPr>
            <a:xfrm>
              <a:off x="6324480" y="3902040"/>
              <a:ext cx="96840" cy="946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520" bIns="2052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52" name=""/>
            <p:cNvSpPr/>
            <p:nvPr/>
          </p:nvSpPr>
          <p:spPr>
            <a:xfrm>
              <a:off x="6448680" y="3886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53" name=""/>
          <p:cNvGrpSpPr/>
          <p:nvPr/>
        </p:nvGrpSpPr>
        <p:grpSpPr>
          <a:xfrm>
            <a:off x="5029200" y="4724280"/>
            <a:ext cx="461880" cy="200520"/>
            <a:chOff x="5029200" y="4724280"/>
            <a:chExt cx="461880" cy="200520"/>
          </a:xfrm>
        </p:grpSpPr>
        <p:sp>
          <p:nvSpPr>
            <p:cNvPr id="2454" name=""/>
            <p:cNvSpPr/>
            <p:nvPr/>
          </p:nvSpPr>
          <p:spPr>
            <a:xfrm>
              <a:off x="5029200" y="474012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55" name=""/>
            <p:cNvSpPr/>
            <p:nvPr/>
          </p:nvSpPr>
          <p:spPr>
            <a:xfrm>
              <a:off x="5153400" y="4724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56" name=""/>
          <p:cNvGrpSpPr/>
          <p:nvPr/>
        </p:nvGrpSpPr>
        <p:grpSpPr>
          <a:xfrm>
            <a:off x="3713040" y="1893960"/>
            <a:ext cx="469080" cy="200520"/>
            <a:chOff x="3713040" y="1893960"/>
            <a:chExt cx="469080" cy="200520"/>
          </a:xfrm>
        </p:grpSpPr>
        <p:sp>
          <p:nvSpPr>
            <p:cNvPr id="2457" name=""/>
            <p:cNvSpPr/>
            <p:nvPr/>
          </p:nvSpPr>
          <p:spPr>
            <a:xfrm>
              <a:off x="3713040" y="19080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58" name=""/>
            <p:cNvSpPr/>
            <p:nvPr/>
          </p:nvSpPr>
          <p:spPr>
            <a:xfrm>
              <a:off x="3844440" y="18939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59" name=""/>
          <p:cNvGrpSpPr/>
          <p:nvPr/>
        </p:nvGrpSpPr>
        <p:grpSpPr>
          <a:xfrm>
            <a:off x="990720" y="1143000"/>
            <a:ext cx="461160" cy="200520"/>
            <a:chOff x="990720" y="1143000"/>
            <a:chExt cx="461160" cy="200520"/>
          </a:xfrm>
        </p:grpSpPr>
        <p:sp>
          <p:nvSpPr>
            <p:cNvPr id="2460" name=""/>
            <p:cNvSpPr/>
            <p:nvPr/>
          </p:nvSpPr>
          <p:spPr>
            <a:xfrm>
              <a:off x="990720" y="115884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61" name=""/>
            <p:cNvSpPr/>
            <p:nvPr/>
          </p:nvSpPr>
          <p:spPr>
            <a:xfrm>
              <a:off x="1114200" y="1143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62" name=""/>
          <p:cNvGrpSpPr/>
          <p:nvPr/>
        </p:nvGrpSpPr>
        <p:grpSpPr>
          <a:xfrm>
            <a:off x="2895480" y="4191120"/>
            <a:ext cx="461520" cy="200520"/>
            <a:chOff x="2895480" y="4191120"/>
            <a:chExt cx="461520" cy="200520"/>
          </a:xfrm>
        </p:grpSpPr>
        <p:sp>
          <p:nvSpPr>
            <p:cNvPr id="2463" name=""/>
            <p:cNvSpPr/>
            <p:nvPr/>
          </p:nvSpPr>
          <p:spPr>
            <a:xfrm>
              <a:off x="2895480" y="4206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64" name=""/>
            <p:cNvSpPr/>
            <p:nvPr/>
          </p:nvSpPr>
          <p:spPr>
            <a:xfrm>
              <a:off x="3019320" y="4191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65" name=""/>
          <p:cNvGrpSpPr/>
          <p:nvPr/>
        </p:nvGrpSpPr>
        <p:grpSpPr>
          <a:xfrm>
            <a:off x="4048200" y="820800"/>
            <a:ext cx="468720" cy="200520"/>
            <a:chOff x="4048200" y="820800"/>
            <a:chExt cx="468720" cy="200520"/>
          </a:xfrm>
        </p:grpSpPr>
        <p:sp>
          <p:nvSpPr>
            <p:cNvPr id="2466" name=""/>
            <p:cNvSpPr/>
            <p:nvPr/>
          </p:nvSpPr>
          <p:spPr>
            <a:xfrm>
              <a:off x="4048200" y="8366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67" name=""/>
            <p:cNvSpPr/>
            <p:nvPr/>
          </p:nvSpPr>
          <p:spPr>
            <a:xfrm>
              <a:off x="4179240" y="820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68" name=""/>
          <p:cNvGrpSpPr/>
          <p:nvPr/>
        </p:nvGrpSpPr>
        <p:grpSpPr>
          <a:xfrm>
            <a:off x="7467480" y="5791320"/>
            <a:ext cx="460440" cy="200520"/>
            <a:chOff x="7467480" y="5791320"/>
            <a:chExt cx="460440" cy="200520"/>
          </a:xfrm>
        </p:grpSpPr>
        <p:sp>
          <p:nvSpPr>
            <p:cNvPr id="2469" name=""/>
            <p:cNvSpPr/>
            <p:nvPr/>
          </p:nvSpPr>
          <p:spPr>
            <a:xfrm>
              <a:off x="7467480" y="5807160"/>
              <a:ext cx="9540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70" name=""/>
            <p:cNvSpPr/>
            <p:nvPr/>
          </p:nvSpPr>
          <p:spPr>
            <a:xfrm>
              <a:off x="7590240" y="5791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71" name=""/>
          <p:cNvGrpSpPr/>
          <p:nvPr/>
        </p:nvGrpSpPr>
        <p:grpSpPr>
          <a:xfrm>
            <a:off x="6346800" y="820800"/>
            <a:ext cx="468720" cy="200520"/>
            <a:chOff x="6346800" y="820800"/>
            <a:chExt cx="468720" cy="200520"/>
          </a:xfrm>
        </p:grpSpPr>
        <p:sp>
          <p:nvSpPr>
            <p:cNvPr id="2472" name=""/>
            <p:cNvSpPr/>
            <p:nvPr/>
          </p:nvSpPr>
          <p:spPr>
            <a:xfrm>
              <a:off x="6346800" y="8366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73" name=""/>
            <p:cNvSpPr/>
            <p:nvPr/>
          </p:nvSpPr>
          <p:spPr>
            <a:xfrm>
              <a:off x="6477840" y="820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74" name=""/>
          <p:cNvGrpSpPr/>
          <p:nvPr/>
        </p:nvGrpSpPr>
        <p:grpSpPr>
          <a:xfrm>
            <a:off x="6629400" y="2971800"/>
            <a:ext cx="459720" cy="200520"/>
            <a:chOff x="6629400" y="2971800"/>
            <a:chExt cx="459720" cy="200520"/>
          </a:xfrm>
        </p:grpSpPr>
        <p:sp>
          <p:nvSpPr>
            <p:cNvPr id="2475" name=""/>
            <p:cNvSpPr/>
            <p:nvPr/>
          </p:nvSpPr>
          <p:spPr>
            <a:xfrm>
              <a:off x="6629400" y="29858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76" name=""/>
            <p:cNvSpPr/>
            <p:nvPr/>
          </p:nvSpPr>
          <p:spPr>
            <a:xfrm>
              <a:off x="6751440" y="2971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77" name=""/>
          <p:cNvGrpSpPr/>
          <p:nvPr/>
        </p:nvGrpSpPr>
        <p:grpSpPr>
          <a:xfrm>
            <a:off x="4191120" y="5029200"/>
            <a:ext cx="461160" cy="200520"/>
            <a:chOff x="4191120" y="5029200"/>
            <a:chExt cx="461160" cy="200520"/>
          </a:xfrm>
        </p:grpSpPr>
        <p:sp>
          <p:nvSpPr>
            <p:cNvPr id="2478" name=""/>
            <p:cNvSpPr/>
            <p:nvPr/>
          </p:nvSpPr>
          <p:spPr>
            <a:xfrm>
              <a:off x="4191120" y="5044680"/>
              <a:ext cx="9648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79" name=""/>
            <p:cNvSpPr/>
            <p:nvPr/>
          </p:nvSpPr>
          <p:spPr>
            <a:xfrm>
              <a:off x="4314600" y="5029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80" name=""/>
          <p:cNvGrpSpPr/>
          <p:nvPr/>
        </p:nvGrpSpPr>
        <p:grpSpPr>
          <a:xfrm>
            <a:off x="5181480" y="1066680"/>
            <a:ext cx="460080" cy="200520"/>
            <a:chOff x="5181480" y="1066680"/>
            <a:chExt cx="460080" cy="200520"/>
          </a:xfrm>
        </p:grpSpPr>
        <p:sp>
          <p:nvSpPr>
            <p:cNvPr id="2481" name=""/>
            <p:cNvSpPr/>
            <p:nvPr/>
          </p:nvSpPr>
          <p:spPr>
            <a:xfrm>
              <a:off x="5181480" y="10810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82" name=""/>
            <p:cNvSpPr/>
            <p:nvPr/>
          </p:nvSpPr>
          <p:spPr>
            <a:xfrm>
              <a:off x="5303880" y="1066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83" name=""/>
          <p:cNvGrpSpPr/>
          <p:nvPr/>
        </p:nvGrpSpPr>
        <p:grpSpPr>
          <a:xfrm>
            <a:off x="2209680" y="5486400"/>
            <a:ext cx="460080" cy="200520"/>
            <a:chOff x="2209680" y="5486400"/>
            <a:chExt cx="460080" cy="200520"/>
          </a:xfrm>
        </p:grpSpPr>
        <p:sp>
          <p:nvSpPr>
            <p:cNvPr id="2484" name=""/>
            <p:cNvSpPr/>
            <p:nvPr/>
          </p:nvSpPr>
          <p:spPr>
            <a:xfrm>
              <a:off x="2209680" y="550044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85" name=""/>
            <p:cNvSpPr/>
            <p:nvPr/>
          </p:nvSpPr>
          <p:spPr>
            <a:xfrm>
              <a:off x="2332080" y="5486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86" name=""/>
          <p:cNvGrpSpPr/>
          <p:nvPr/>
        </p:nvGrpSpPr>
        <p:grpSpPr>
          <a:xfrm>
            <a:off x="5105520" y="2819520"/>
            <a:ext cx="461160" cy="200520"/>
            <a:chOff x="5105520" y="2819520"/>
            <a:chExt cx="461160" cy="200520"/>
          </a:xfrm>
        </p:grpSpPr>
        <p:sp>
          <p:nvSpPr>
            <p:cNvPr id="2487" name=""/>
            <p:cNvSpPr/>
            <p:nvPr/>
          </p:nvSpPr>
          <p:spPr>
            <a:xfrm>
              <a:off x="5105520" y="283536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88" name=""/>
            <p:cNvSpPr/>
            <p:nvPr/>
          </p:nvSpPr>
          <p:spPr>
            <a:xfrm>
              <a:off x="5229000" y="2819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89" name=""/>
          <p:cNvGrpSpPr/>
          <p:nvPr/>
        </p:nvGrpSpPr>
        <p:grpSpPr>
          <a:xfrm>
            <a:off x="3429000" y="6172200"/>
            <a:ext cx="461520" cy="200520"/>
            <a:chOff x="3429000" y="6172200"/>
            <a:chExt cx="461520" cy="200520"/>
          </a:xfrm>
        </p:grpSpPr>
        <p:sp>
          <p:nvSpPr>
            <p:cNvPr id="2490" name=""/>
            <p:cNvSpPr/>
            <p:nvPr/>
          </p:nvSpPr>
          <p:spPr>
            <a:xfrm>
              <a:off x="3429000" y="61862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91" name=""/>
            <p:cNvSpPr/>
            <p:nvPr/>
          </p:nvSpPr>
          <p:spPr>
            <a:xfrm>
              <a:off x="3552840" y="6172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92" name=""/>
          <p:cNvGrpSpPr/>
          <p:nvPr/>
        </p:nvGrpSpPr>
        <p:grpSpPr>
          <a:xfrm>
            <a:off x="5334120" y="1828800"/>
            <a:ext cx="461520" cy="200520"/>
            <a:chOff x="5334120" y="1828800"/>
            <a:chExt cx="461520" cy="200520"/>
          </a:xfrm>
        </p:grpSpPr>
        <p:sp>
          <p:nvSpPr>
            <p:cNvPr id="2493" name=""/>
            <p:cNvSpPr/>
            <p:nvPr/>
          </p:nvSpPr>
          <p:spPr>
            <a:xfrm>
              <a:off x="5334120" y="18428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94" name=""/>
            <p:cNvSpPr/>
            <p:nvPr/>
          </p:nvSpPr>
          <p:spPr>
            <a:xfrm>
              <a:off x="5457960" y="1828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95" name=""/>
          <p:cNvGrpSpPr/>
          <p:nvPr/>
        </p:nvGrpSpPr>
        <p:grpSpPr>
          <a:xfrm>
            <a:off x="762120" y="4495680"/>
            <a:ext cx="461160" cy="200520"/>
            <a:chOff x="762120" y="4495680"/>
            <a:chExt cx="461160" cy="200520"/>
          </a:xfrm>
        </p:grpSpPr>
        <p:sp>
          <p:nvSpPr>
            <p:cNvPr id="2496" name=""/>
            <p:cNvSpPr/>
            <p:nvPr/>
          </p:nvSpPr>
          <p:spPr>
            <a:xfrm>
              <a:off x="762120" y="45115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97" name=""/>
            <p:cNvSpPr/>
            <p:nvPr/>
          </p:nvSpPr>
          <p:spPr>
            <a:xfrm>
              <a:off x="885600" y="4495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98" name=""/>
          <p:cNvGrpSpPr/>
          <p:nvPr/>
        </p:nvGrpSpPr>
        <p:grpSpPr>
          <a:xfrm>
            <a:off x="3581280" y="2971800"/>
            <a:ext cx="461880" cy="200520"/>
            <a:chOff x="3581280" y="2971800"/>
            <a:chExt cx="461880" cy="200520"/>
          </a:xfrm>
        </p:grpSpPr>
        <p:sp>
          <p:nvSpPr>
            <p:cNvPr id="2499" name=""/>
            <p:cNvSpPr/>
            <p:nvPr/>
          </p:nvSpPr>
          <p:spPr>
            <a:xfrm>
              <a:off x="3581280" y="29858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00" name=""/>
            <p:cNvSpPr/>
            <p:nvPr/>
          </p:nvSpPr>
          <p:spPr>
            <a:xfrm>
              <a:off x="3705480" y="2971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501" name="Oval 2500"/>
          <p:cNvSpPr/>
          <p:nvPr/>
        </p:nvSpPr>
        <p:spPr>
          <a:xfrm>
            <a:off x="5210792" y="185748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2" name="Oval 2501"/>
          <p:cNvSpPr/>
          <p:nvPr/>
        </p:nvSpPr>
        <p:spPr>
          <a:xfrm>
            <a:off x="5240792" y="188748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2503" name="Rounded Rectangle 2502"/>
          <p:cNvSpPr/>
          <p:nvPr/>
        </p:nvSpPr>
        <p:spPr>
          <a:xfrm>
            <a:off x="5418792" y="187498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2504" name="Oval 2503"/>
          <p:cNvSpPr/>
          <p:nvPr/>
        </p:nvSpPr>
        <p:spPr>
          <a:xfrm>
            <a:off x="6703511" y="169345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5" name="Oval 2504"/>
          <p:cNvSpPr/>
          <p:nvPr/>
        </p:nvSpPr>
        <p:spPr>
          <a:xfrm>
            <a:off x="6733511" y="172345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2506" name="Rounded Rectangle 2505"/>
          <p:cNvSpPr/>
          <p:nvPr/>
        </p:nvSpPr>
        <p:spPr>
          <a:xfrm>
            <a:off x="6911511" y="171095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2507" name="Oval 2506"/>
          <p:cNvSpPr/>
          <p:nvPr/>
        </p:nvSpPr>
        <p:spPr>
          <a:xfrm>
            <a:off x="7378554" y="296411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8" name="Oval 2507"/>
          <p:cNvSpPr/>
          <p:nvPr/>
        </p:nvSpPr>
        <p:spPr>
          <a:xfrm>
            <a:off x="7408554" y="299411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2509" name="Rounded Rectangle 2508"/>
          <p:cNvSpPr/>
          <p:nvPr/>
        </p:nvSpPr>
        <p:spPr>
          <a:xfrm>
            <a:off x="7586554" y="298161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2510" name="Oval 2509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1" name="Oval 2510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512" name="Rounded Rectangle 2511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 ↓</a:t>
            </a:r>
          </a:p>
        </p:txBody>
      </p:sp>
      <p:sp>
        <p:nvSpPr>
          <p:cNvPr id="2513" name="Oval 2512"/>
          <p:cNvSpPr/>
          <p:nvPr/>
        </p:nvSpPr>
        <p:spPr>
          <a:xfrm>
            <a:off x="8357305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4" name="Oval 2513"/>
          <p:cNvSpPr/>
          <p:nvPr/>
        </p:nvSpPr>
        <p:spPr>
          <a:xfrm>
            <a:off x="8387305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2515" name="Rounded Rectangle 2514"/>
          <p:cNvSpPr/>
          <p:nvPr/>
        </p:nvSpPr>
        <p:spPr>
          <a:xfrm>
            <a:off x="8565305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2516" name="Oval 2515"/>
          <p:cNvSpPr/>
          <p:nvPr/>
        </p:nvSpPr>
        <p:spPr>
          <a:xfrm>
            <a:off x="6843192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7" name="Oval 2516"/>
          <p:cNvSpPr/>
          <p:nvPr/>
        </p:nvSpPr>
        <p:spPr>
          <a:xfrm>
            <a:off x="6873192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2518" name="Rounded Rectangle 2517"/>
          <p:cNvSpPr/>
          <p:nvPr/>
        </p:nvSpPr>
        <p:spPr>
          <a:xfrm>
            <a:off x="7051192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2519" name="Oval 2518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0" name="Oval 2519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521" name="Rounded Rectangle 2520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2522" name="Oval 2521"/>
          <p:cNvSpPr/>
          <p:nvPr/>
        </p:nvSpPr>
        <p:spPr>
          <a:xfrm>
            <a:off x="90000" y="244289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3" name="Oval 2522"/>
          <p:cNvSpPr/>
          <p:nvPr/>
        </p:nvSpPr>
        <p:spPr>
          <a:xfrm>
            <a:off x="120000" y="247289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2524" name="Rounded Rectangle 2523"/>
          <p:cNvSpPr/>
          <p:nvPr/>
        </p:nvSpPr>
        <p:spPr>
          <a:xfrm>
            <a:off x="298000" y="246039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2525" name="Oval 2524"/>
          <p:cNvSpPr/>
          <p:nvPr/>
        </p:nvSpPr>
        <p:spPr>
          <a:xfrm>
            <a:off x="90000" y="2704177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6" name="Oval 2525"/>
          <p:cNvSpPr/>
          <p:nvPr/>
        </p:nvSpPr>
        <p:spPr>
          <a:xfrm>
            <a:off x="120000" y="273417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2527" name="Rounded Rectangle 2526"/>
          <p:cNvSpPr/>
          <p:nvPr/>
        </p:nvSpPr>
        <p:spPr>
          <a:xfrm>
            <a:off x="298000" y="272167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2528" name="Rounded Rectangle 2527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V61, V62, V63, V64, V65,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1" name=""/>
          <p:cNvSpPr/>
          <p:nvPr/>
        </p:nvSpPr>
        <p:spPr>
          <a:xfrm>
            <a:off x="3055680" y="50760"/>
            <a:ext cx="303228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25: WADD | RWY 27 | STAR GAGA1B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2" name=""/>
          <p:cNvSpPr/>
          <p:nvPr/>
        </p:nvSpPr>
        <p:spPr>
          <a:xfrm flipH="1" flipV="1">
            <a:off x="3863520" y="2776320"/>
            <a:ext cx="2505240" cy="25938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3" name=""/>
          <p:cNvSpPr/>
          <p:nvPr/>
        </p:nvSpPr>
        <p:spPr>
          <a:xfrm flipH="1" flipV="1">
            <a:off x="3357720" y="1639800"/>
            <a:ext cx="506160" cy="1136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4" name=""/>
          <p:cNvSpPr/>
          <p:nvPr/>
        </p:nvSpPr>
        <p:spPr>
          <a:xfrm flipH="1">
            <a:off x="3205080" y="1639800"/>
            <a:ext cx="152640" cy="97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7080" bIns="-37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5" name=""/>
          <p:cNvSpPr/>
          <p:nvPr/>
        </p:nvSpPr>
        <p:spPr>
          <a:xfrm flipH="1">
            <a:off x="3048120" y="1649520"/>
            <a:ext cx="156960" cy="11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35640" bIns="-3564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6" name=""/>
          <p:cNvSpPr/>
          <p:nvPr/>
        </p:nvSpPr>
        <p:spPr>
          <a:xfrm flipH="1">
            <a:off x="2774520" y="1660680"/>
            <a:ext cx="273240" cy="187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28080" bIns="-28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507" name=""/>
          <p:cNvGrpSpPr/>
          <p:nvPr/>
        </p:nvGrpSpPr>
        <p:grpSpPr>
          <a:xfrm>
            <a:off x="6305400" y="5307120"/>
            <a:ext cx="610200" cy="200520"/>
            <a:chOff x="6305400" y="5307120"/>
            <a:chExt cx="610200" cy="200520"/>
          </a:xfrm>
        </p:grpSpPr>
        <p:sp>
          <p:nvSpPr>
            <p:cNvPr id="2508" name=""/>
            <p:cNvSpPr/>
            <p:nvPr/>
          </p:nvSpPr>
          <p:spPr>
            <a:xfrm>
              <a:off x="6305400" y="5307120"/>
              <a:ext cx="127080" cy="12672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09" name=""/>
            <p:cNvSpPr/>
            <p:nvPr/>
          </p:nvSpPr>
          <p:spPr>
            <a:xfrm>
              <a:off x="6407280" y="5307120"/>
              <a:ext cx="5083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GAGAK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10" name=""/>
          <p:cNvGrpSpPr/>
          <p:nvPr/>
        </p:nvGrpSpPr>
        <p:grpSpPr>
          <a:xfrm>
            <a:off x="3813120" y="2712960"/>
            <a:ext cx="567720" cy="200520"/>
            <a:chOff x="3813120" y="2712960"/>
            <a:chExt cx="567720" cy="200520"/>
          </a:xfrm>
        </p:grpSpPr>
        <p:sp>
          <p:nvSpPr>
            <p:cNvPr id="2511" name=""/>
            <p:cNvSpPr/>
            <p:nvPr/>
          </p:nvSpPr>
          <p:spPr>
            <a:xfrm>
              <a:off x="3813120" y="272556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12" name=""/>
            <p:cNvSpPr/>
            <p:nvPr/>
          </p:nvSpPr>
          <p:spPr>
            <a:xfrm>
              <a:off x="3906000" y="271296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KEDAT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13" name=""/>
          <p:cNvGrpSpPr/>
          <p:nvPr/>
        </p:nvGrpSpPr>
        <p:grpSpPr>
          <a:xfrm>
            <a:off x="3306600" y="1576440"/>
            <a:ext cx="575280" cy="200520"/>
            <a:chOff x="3306600" y="1576440"/>
            <a:chExt cx="575280" cy="200520"/>
          </a:xfrm>
        </p:grpSpPr>
        <p:sp>
          <p:nvSpPr>
            <p:cNvPr id="2514" name=""/>
            <p:cNvSpPr/>
            <p:nvPr/>
          </p:nvSpPr>
          <p:spPr>
            <a:xfrm>
              <a:off x="3306600" y="158904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15" name=""/>
            <p:cNvSpPr/>
            <p:nvPr/>
          </p:nvSpPr>
          <p:spPr>
            <a:xfrm>
              <a:off x="3391920" y="157644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BENOA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16" name=""/>
          <p:cNvGrpSpPr/>
          <p:nvPr/>
        </p:nvGrpSpPr>
        <p:grpSpPr>
          <a:xfrm>
            <a:off x="3164040" y="1585800"/>
            <a:ext cx="546840" cy="200520"/>
            <a:chOff x="3164040" y="1585800"/>
            <a:chExt cx="546840" cy="200520"/>
          </a:xfrm>
        </p:grpSpPr>
        <p:sp>
          <p:nvSpPr>
            <p:cNvPr id="2517" name=""/>
            <p:cNvSpPr/>
            <p:nvPr/>
          </p:nvSpPr>
          <p:spPr>
            <a:xfrm>
              <a:off x="3164040" y="1609560"/>
              <a:ext cx="806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18" name=""/>
            <p:cNvSpPr/>
            <p:nvPr/>
          </p:nvSpPr>
          <p:spPr>
            <a:xfrm>
              <a:off x="3236040" y="158580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97DME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19" name=""/>
          <p:cNvGrpSpPr/>
          <p:nvPr/>
        </p:nvGrpSpPr>
        <p:grpSpPr>
          <a:xfrm>
            <a:off x="3006720" y="1596960"/>
            <a:ext cx="548640" cy="200520"/>
            <a:chOff x="3006720" y="1596960"/>
            <a:chExt cx="548640" cy="200520"/>
          </a:xfrm>
        </p:grpSpPr>
        <p:sp>
          <p:nvSpPr>
            <p:cNvPr id="2520" name=""/>
            <p:cNvSpPr/>
            <p:nvPr/>
          </p:nvSpPr>
          <p:spPr>
            <a:xfrm>
              <a:off x="3006720" y="1620720"/>
              <a:ext cx="824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21" name=""/>
            <p:cNvSpPr/>
            <p:nvPr/>
          </p:nvSpPr>
          <p:spPr>
            <a:xfrm>
              <a:off x="3080520" y="159696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62DME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22" name=""/>
          <p:cNvGrpSpPr/>
          <p:nvPr/>
        </p:nvGrpSpPr>
        <p:grpSpPr>
          <a:xfrm>
            <a:off x="2711520" y="1616040"/>
            <a:ext cx="543240" cy="200520"/>
            <a:chOff x="2711520" y="1616040"/>
            <a:chExt cx="543240" cy="200520"/>
          </a:xfrm>
        </p:grpSpPr>
        <p:sp>
          <p:nvSpPr>
            <p:cNvPr id="2523" name=""/>
            <p:cNvSpPr/>
            <p:nvPr/>
          </p:nvSpPr>
          <p:spPr>
            <a:xfrm>
              <a:off x="2711520" y="161604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24" name=""/>
            <p:cNvSpPr/>
            <p:nvPr/>
          </p:nvSpPr>
          <p:spPr>
            <a:xfrm>
              <a:off x="2828520" y="161604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RW27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25" name=""/>
          <p:cNvGrpSpPr/>
          <p:nvPr/>
        </p:nvGrpSpPr>
        <p:grpSpPr>
          <a:xfrm>
            <a:off x="3657600" y="1905120"/>
            <a:ext cx="479160" cy="200520"/>
            <a:chOff x="3657600" y="1905120"/>
            <a:chExt cx="479160" cy="200520"/>
          </a:xfrm>
        </p:grpSpPr>
        <p:sp>
          <p:nvSpPr>
            <p:cNvPr id="2526" name=""/>
            <p:cNvSpPr/>
            <p:nvPr/>
          </p:nvSpPr>
          <p:spPr>
            <a:xfrm>
              <a:off x="3657600" y="191124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27" name=""/>
            <p:cNvSpPr/>
            <p:nvPr/>
          </p:nvSpPr>
          <p:spPr>
            <a:xfrm>
              <a:off x="3799080" y="1905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28" name=""/>
          <p:cNvGrpSpPr/>
          <p:nvPr/>
        </p:nvGrpSpPr>
        <p:grpSpPr>
          <a:xfrm>
            <a:off x="8458200" y="457200"/>
            <a:ext cx="479160" cy="200520"/>
            <a:chOff x="8458200" y="457200"/>
            <a:chExt cx="479160" cy="200520"/>
          </a:xfrm>
        </p:grpSpPr>
        <p:sp>
          <p:nvSpPr>
            <p:cNvPr id="2529" name=""/>
            <p:cNvSpPr/>
            <p:nvPr/>
          </p:nvSpPr>
          <p:spPr>
            <a:xfrm>
              <a:off x="8458200" y="463320"/>
              <a:ext cx="114120" cy="11376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3840" bIns="338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30" name=""/>
            <p:cNvSpPr/>
            <p:nvPr/>
          </p:nvSpPr>
          <p:spPr>
            <a:xfrm>
              <a:off x="8599680" y="457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31" name=""/>
          <p:cNvGrpSpPr/>
          <p:nvPr/>
        </p:nvGrpSpPr>
        <p:grpSpPr>
          <a:xfrm>
            <a:off x="7696080" y="3276720"/>
            <a:ext cx="479160" cy="200520"/>
            <a:chOff x="7696080" y="3276720"/>
            <a:chExt cx="479160" cy="200520"/>
          </a:xfrm>
        </p:grpSpPr>
        <p:sp>
          <p:nvSpPr>
            <p:cNvPr id="2532" name=""/>
            <p:cNvSpPr/>
            <p:nvPr/>
          </p:nvSpPr>
          <p:spPr>
            <a:xfrm>
              <a:off x="7696080" y="3283200"/>
              <a:ext cx="11448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33" name=""/>
            <p:cNvSpPr/>
            <p:nvPr/>
          </p:nvSpPr>
          <p:spPr>
            <a:xfrm>
              <a:off x="7837560" y="3276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34" name=""/>
          <p:cNvGrpSpPr/>
          <p:nvPr/>
        </p:nvGrpSpPr>
        <p:grpSpPr>
          <a:xfrm>
            <a:off x="4495680" y="6248520"/>
            <a:ext cx="461880" cy="200520"/>
            <a:chOff x="4495680" y="6248520"/>
            <a:chExt cx="461880" cy="200520"/>
          </a:xfrm>
        </p:grpSpPr>
        <p:sp>
          <p:nvSpPr>
            <p:cNvPr id="2535" name=""/>
            <p:cNvSpPr/>
            <p:nvPr/>
          </p:nvSpPr>
          <p:spPr>
            <a:xfrm>
              <a:off x="4495680" y="6264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36" name=""/>
            <p:cNvSpPr/>
            <p:nvPr/>
          </p:nvSpPr>
          <p:spPr>
            <a:xfrm>
              <a:off x="4619880" y="6248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37" name=""/>
          <p:cNvGrpSpPr/>
          <p:nvPr/>
        </p:nvGrpSpPr>
        <p:grpSpPr>
          <a:xfrm>
            <a:off x="1295280" y="4114800"/>
            <a:ext cx="460080" cy="200520"/>
            <a:chOff x="1295280" y="4114800"/>
            <a:chExt cx="460080" cy="200520"/>
          </a:xfrm>
        </p:grpSpPr>
        <p:sp>
          <p:nvSpPr>
            <p:cNvPr id="2538" name=""/>
            <p:cNvSpPr/>
            <p:nvPr/>
          </p:nvSpPr>
          <p:spPr>
            <a:xfrm>
              <a:off x="1295280" y="4130640"/>
              <a:ext cx="9540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39" name=""/>
            <p:cNvSpPr/>
            <p:nvPr/>
          </p:nvSpPr>
          <p:spPr>
            <a:xfrm>
              <a:off x="1417680" y="4114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40" name=""/>
          <p:cNvGrpSpPr/>
          <p:nvPr/>
        </p:nvGrpSpPr>
        <p:grpSpPr>
          <a:xfrm>
            <a:off x="152280" y="1828800"/>
            <a:ext cx="461520" cy="200520"/>
            <a:chOff x="152280" y="1828800"/>
            <a:chExt cx="461520" cy="200520"/>
          </a:xfrm>
        </p:grpSpPr>
        <p:sp>
          <p:nvSpPr>
            <p:cNvPr id="2541" name=""/>
            <p:cNvSpPr/>
            <p:nvPr/>
          </p:nvSpPr>
          <p:spPr>
            <a:xfrm>
              <a:off x="152280" y="18446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42" name=""/>
            <p:cNvSpPr/>
            <p:nvPr/>
          </p:nvSpPr>
          <p:spPr>
            <a:xfrm>
              <a:off x="276120" y="1828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43" name=""/>
          <p:cNvGrpSpPr/>
          <p:nvPr/>
        </p:nvGrpSpPr>
        <p:grpSpPr>
          <a:xfrm>
            <a:off x="4800600" y="4876920"/>
            <a:ext cx="461520" cy="200520"/>
            <a:chOff x="4800600" y="4876920"/>
            <a:chExt cx="461520" cy="200520"/>
          </a:xfrm>
        </p:grpSpPr>
        <p:sp>
          <p:nvSpPr>
            <p:cNvPr id="2544" name=""/>
            <p:cNvSpPr/>
            <p:nvPr/>
          </p:nvSpPr>
          <p:spPr>
            <a:xfrm>
              <a:off x="4800600" y="4891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45" name=""/>
            <p:cNvSpPr/>
            <p:nvPr/>
          </p:nvSpPr>
          <p:spPr>
            <a:xfrm>
              <a:off x="4924440" y="4876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46" name=""/>
          <p:cNvGrpSpPr/>
          <p:nvPr/>
        </p:nvGrpSpPr>
        <p:grpSpPr>
          <a:xfrm>
            <a:off x="5491080" y="2438280"/>
            <a:ext cx="461880" cy="200520"/>
            <a:chOff x="5491080" y="2438280"/>
            <a:chExt cx="461880" cy="200520"/>
          </a:xfrm>
        </p:grpSpPr>
        <p:sp>
          <p:nvSpPr>
            <p:cNvPr id="2547" name=""/>
            <p:cNvSpPr/>
            <p:nvPr/>
          </p:nvSpPr>
          <p:spPr>
            <a:xfrm>
              <a:off x="5491080" y="24526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48" name=""/>
            <p:cNvSpPr/>
            <p:nvPr/>
          </p:nvSpPr>
          <p:spPr>
            <a:xfrm>
              <a:off x="5615280" y="2438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49" name=""/>
          <p:cNvGrpSpPr/>
          <p:nvPr/>
        </p:nvGrpSpPr>
        <p:grpSpPr>
          <a:xfrm>
            <a:off x="2819520" y="5410080"/>
            <a:ext cx="461520" cy="200520"/>
            <a:chOff x="2819520" y="5410080"/>
            <a:chExt cx="461520" cy="200520"/>
          </a:xfrm>
        </p:grpSpPr>
        <p:sp>
          <p:nvSpPr>
            <p:cNvPr id="2550" name=""/>
            <p:cNvSpPr/>
            <p:nvPr/>
          </p:nvSpPr>
          <p:spPr>
            <a:xfrm>
              <a:off x="2819520" y="54244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51" name=""/>
            <p:cNvSpPr/>
            <p:nvPr/>
          </p:nvSpPr>
          <p:spPr>
            <a:xfrm>
              <a:off x="2943360" y="5410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52" name=""/>
          <p:cNvGrpSpPr/>
          <p:nvPr/>
        </p:nvGrpSpPr>
        <p:grpSpPr>
          <a:xfrm>
            <a:off x="8458200" y="6400800"/>
            <a:ext cx="461520" cy="200520"/>
            <a:chOff x="8458200" y="6400800"/>
            <a:chExt cx="461520" cy="200520"/>
          </a:xfrm>
        </p:grpSpPr>
        <p:sp>
          <p:nvSpPr>
            <p:cNvPr id="2553" name=""/>
            <p:cNvSpPr/>
            <p:nvPr/>
          </p:nvSpPr>
          <p:spPr>
            <a:xfrm>
              <a:off x="8458200" y="64166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54" name=""/>
            <p:cNvSpPr/>
            <p:nvPr/>
          </p:nvSpPr>
          <p:spPr>
            <a:xfrm>
              <a:off x="8582040" y="6400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55" name=""/>
          <p:cNvGrpSpPr/>
          <p:nvPr/>
        </p:nvGrpSpPr>
        <p:grpSpPr>
          <a:xfrm>
            <a:off x="3276720" y="3962520"/>
            <a:ext cx="460080" cy="200520"/>
            <a:chOff x="3276720" y="3962520"/>
            <a:chExt cx="460080" cy="200520"/>
          </a:xfrm>
        </p:grpSpPr>
        <p:sp>
          <p:nvSpPr>
            <p:cNvPr id="2556" name=""/>
            <p:cNvSpPr/>
            <p:nvPr/>
          </p:nvSpPr>
          <p:spPr>
            <a:xfrm>
              <a:off x="3276720" y="39769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57" name=""/>
            <p:cNvSpPr/>
            <p:nvPr/>
          </p:nvSpPr>
          <p:spPr>
            <a:xfrm>
              <a:off x="3399120" y="3962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58" name=""/>
          <p:cNvGrpSpPr/>
          <p:nvPr/>
        </p:nvGrpSpPr>
        <p:grpSpPr>
          <a:xfrm>
            <a:off x="2392200" y="2854440"/>
            <a:ext cx="461880" cy="200520"/>
            <a:chOff x="2392200" y="2854440"/>
            <a:chExt cx="461880" cy="200520"/>
          </a:xfrm>
        </p:grpSpPr>
        <p:sp>
          <p:nvSpPr>
            <p:cNvPr id="2559" name=""/>
            <p:cNvSpPr/>
            <p:nvPr/>
          </p:nvSpPr>
          <p:spPr>
            <a:xfrm>
              <a:off x="2392200" y="28702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60" name=""/>
            <p:cNvSpPr/>
            <p:nvPr/>
          </p:nvSpPr>
          <p:spPr>
            <a:xfrm>
              <a:off x="2516400" y="28544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61" name=""/>
          <p:cNvGrpSpPr/>
          <p:nvPr/>
        </p:nvGrpSpPr>
        <p:grpSpPr>
          <a:xfrm>
            <a:off x="5851440" y="3637080"/>
            <a:ext cx="461880" cy="200520"/>
            <a:chOff x="5851440" y="3637080"/>
            <a:chExt cx="461880" cy="200520"/>
          </a:xfrm>
        </p:grpSpPr>
        <p:sp>
          <p:nvSpPr>
            <p:cNvPr id="2562" name=""/>
            <p:cNvSpPr/>
            <p:nvPr/>
          </p:nvSpPr>
          <p:spPr>
            <a:xfrm>
              <a:off x="5851440" y="36529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63" name=""/>
            <p:cNvSpPr/>
            <p:nvPr/>
          </p:nvSpPr>
          <p:spPr>
            <a:xfrm>
              <a:off x="5975640" y="3637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64" name=""/>
          <p:cNvGrpSpPr/>
          <p:nvPr/>
        </p:nvGrpSpPr>
        <p:grpSpPr>
          <a:xfrm>
            <a:off x="7543800" y="5029200"/>
            <a:ext cx="460080" cy="200520"/>
            <a:chOff x="7543800" y="5029200"/>
            <a:chExt cx="460080" cy="200520"/>
          </a:xfrm>
        </p:grpSpPr>
        <p:sp>
          <p:nvSpPr>
            <p:cNvPr id="2565" name=""/>
            <p:cNvSpPr/>
            <p:nvPr/>
          </p:nvSpPr>
          <p:spPr>
            <a:xfrm>
              <a:off x="7543800" y="5045040"/>
              <a:ext cx="9540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66" name=""/>
            <p:cNvSpPr/>
            <p:nvPr/>
          </p:nvSpPr>
          <p:spPr>
            <a:xfrm>
              <a:off x="7666200" y="5029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67" name=""/>
          <p:cNvGrpSpPr/>
          <p:nvPr/>
        </p:nvGrpSpPr>
        <p:grpSpPr>
          <a:xfrm>
            <a:off x="7162920" y="1828800"/>
            <a:ext cx="461160" cy="200520"/>
            <a:chOff x="7162920" y="1828800"/>
            <a:chExt cx="461160" cy="200520"/>
          </a:xfrm>
        </p:grpSpPr>
        <p:sp>
          <p:nvSpPr>
            <p:cNvPr id="2568" name=""/>
            <p:cNvSpPr/>
            <p:nvPr/>
          </p:nvSpPr>
          <p:spPr>
            <a:xfrm>
              <a:off x="7162920" y="184284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69" name=""/>
            <p:cNvSpPr/>
            <p:nvPr/>
          </p:nvSpPr>
          <p:spPr>
            <a:xfrm>
              <a:off x="7286400" y="1828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70" name=""/>
          <p:cNvGrpSpPr/>
          <p:nvPr/>
        </p:nvGrpSpPr>
        <p:grpSpPr>
          <a:xfrm>
            <a:off x="6095880" y="6248520"/>
            <a:ext cx="461880" cy="200520"/>
            <a:chOff x="6095880" y="6248520"/>
            <a:chExt cx="461880" cy="200520"/>
          </a:xfrm>
        </p:grpSpPr>
        <p:sp>
          <p:nvSpPr>
            <p:cNvPr id="2571" name=""/>
            <p:cNvSpPr/>
            <p:nvPr/>
          </p:nvSpPr>
          <p:spPr>
            <a:xfrm>
              <a:off x="6095880" y="626436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72" name=""/>
            <p:cNvSpPr/>
            <p:nvPr/>
          </p:nvSpPr>
          <p:spPr>
            <a:xfrm>
              <a:off x="6220080" y="6248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73" name=""/>
          <p:cNvGrpSpPr/>
          <p:nvPr/>
        </p:nvGrpSpPr>
        <p:grpSpPr>
          <a:xfrm>
            <a:off x="380880" y="6400800"/>
            <a:ext cx="460080" cy="200520"/>
            <a:chOff x="380880" y="6400800"/>
            <a:chExt cx="460080" cy="200520"/>
          </a:xfrm>
        </p:grpSpPr>
        <p:sp>
          <p:nvSpPr>
            <p:cNvPr id="2574" name=""/>
            <p:cNvSpPr/>
            <p:nvPr/>
          </p:nvSpPr>
          <p:spPr>
            <a:xfrm>
              <a:off x="380880" y="641664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75" name=""/>
            <p:cNvSpPr/>
            <p:nvPr/>
          </p:nvSpPr>
          <p:spPr>
            <a:xfrm>
              <a:off x="503280" y="6400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76" name=""/>
          <p:cNvGrpSpPr/>
          <p:nvPr/>
        </p:nvGrpSpPr>
        <p:grpSpPr>
          <a:xfrm>
            <a:off x="3657600" y="1219320"/>
            <a:ext cx="460080" cy="200520"/>
            <a:chOff x="3657600" y="1219320"/>
            <a:chExt cx="460080" cy="200520"/>
          </a:xfrm>
        </p:grpSpPr>
        <p:sp>
          <p:nvSpPr>
            <p:cNvPr id="2577" name=""/>
            <p:cNvSpPr/>
            <p:nvPr/>
          </p:nvSpPr>
          <p:spPr>
            <a:xfrm>
              <a:off x="3657600" y="123516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78" name=""/>
            <p:cNvSpPr/>
            <p:nvPr/>
          </p:nvSpPr>
          <p:spPr>
            <a:xfrm>
              <a:off x="3780000" y="1219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79" name=""/>
          <p:cNvGrpSpPr/>
          <p:nvPr/>
        </p:nvGrpSpPr>
        <p:grpSpPr>
          <a:xfrm>
            <a:off x="2023920" y="846000"/>
            <a:ext cx="461880" cy="200520"/>
            <a:chOff x="2023920" y="846000"/>
            <a:chExt cx="461880" cy="200520"/>
          </a:xfrm>
        </p:grpSpPr>
        <p:sp>
          <p:nvSpPr>
            <p:cNvPr id="2580" name=""/>
            <p:cNvSpPr/>
            <p:nvPr/>
          </p:nvSpPr>
          <p:spPr>
            <a:xfrm>
              <a:off x="2023920" y="8618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81" name=""/>
            <p:cNvSpPr/>
            <p:nvPr/>
          </p:nvSpPr>
          <p:spPr>
            <a:xfrm>
              <a:off x="2148120" y="846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82" name=""/>
          <p:cNvGrpSpPr/>
          <p:nvPr/>
        </p:nvGrpSpPr>
        <p:grpSpPr>
          <a:xfrm>
            <a:off x="4351320" y="1638360"/>
            <a:ext cx="461880" cy="200520"/>
            <a:chOff x="4351320" y="1638360"/>
            <a:chExt cx="461880" cy="200520"/>
          </a:xfrm>
        </p:grpSpPr>
        <p:sp>
          <p:nvSpPr>
            <p:cNvPr id="2583" name=""/>
            <p:cNvSpPr/>
            <p:nvPr/>
          </p:nvSpPr>
          <p:spPr>
            <a:xfrm>
              <a:off x="4351320" y="16527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84" name=""/>
            <p:cNvSpPr/>
            <p:nvPr/>
          </p:nvSpPr>
          <p:spPr>
            <a:xfrm>
              <a:off x="4475520" y="16383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585" name="Oval 2584"/>
          <p:cNvSpPr/>
          <p:nvPr/>
        </p:nvSpPr>
        <p:spPr>
          <a:xfrm>
            <a:off x="2904737" y="190177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6" name="Oval 2585"/>
          <p:cNvSpPr/>
          <p:nvPr/>
        </p:nvSpPr>
        <p:spPr>
          <a:xfrm>
            <a:off x="2934737" y="193177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2587" name="Rounded Rectangle 2586"/>
          <p:cNvSpPr/>
          <p:nvPr/>
        </p:nvSpPr>
        <p:spPr>
          <a:xfrm>
            <a:off x="3112737" y="191927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2588" name="Oval 2587"/>
          <p:cNvSpPr/>
          <p:nvPr/>
        </p:nvSpPr>
        <p:spPr>
          <a:xfrm>
            <a:off x="3547054" y="190177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9" name="Oval 2588"/>
          <p:cNvSpPr/>
          <p:nvPr/>
        </p:nvSpPr>
        <p:spPr>
          <a:xfrm>
            <a:off x="3577054" y="193177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2590" name="Rounded Rectangle 2589"/>
          <p:cNvSpPr/>
          <p:nvPr/>
        </p:nvSpPr>
        <p:spPr>
          <a:xfrm>
            <a:off x="3755054" y="191927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2591" name="Oval 2590"/>
          <p:cNvSpPr/>
          <p:nvPr/>
        </p:nvSpPr>
        <p:spPr>
          <a:xfrm>
            <a:off x="3461712" y="153446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2" name="Oval 2591"/>
          <p:cNvSpPr/>
          <p:nvPr/>
        </p:nvSpPr>
        <p:spPr>
          <a:xfrm>
            <a:off x="3491712" y="156446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2593" name="Rounded Rectangle 2592"/>
          <p:cNvSpPr/>
          <p:nvPr/>
        </p:nvSpPr>
        <p:spPr>
          <a:xfrm>
            <a:off x="3669712" y="155196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2594" name="Oval 2593"/>
          <p:cNvSpPr/>
          <p:nvPr/>
        </p:nvSpPr>
        <p:spPr>
          <a:xfrm>
            <a:off x="3320936" y="122621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5" name="Oval 2594"/>
          <p:cNvSpPr/>
          <p:nvPr/>
        </p:nvSpPr>
        <p:spPr>
          <a:xfrm>
            <a:off x="3350936" y="125621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2596" name="Rounded Rectangle 2595"/>
          <p:cNvSpPr/>
          <p:nvPr/>
        </p:nvSpPr>
        <p:spPr>
          <a:xfrm>
            <a:off x="3528936" y="124371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2597" name="Oval 2596"/>
          <p:cNvSpPr/>
          <p:nvPr/>
        </p:nvSpPr>
        <p:spPr>
          <a:xfrm>
            <a:off x="2410872" y="122621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8" name="Oval 2597"/>
          <p:cNvSpPr/>
          <p:nvPr/>
        </p:nvSpPr>
        <p:spPr>
          <a:xfrm>
            <a:off x="2440872" y="125621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55</a:t>
            </a:r>
          </a:p>
        </p:txBody>
      </p:sp>
      <p:sp>
        <p:nvSpPr>
          <p:cNvPr id="2599" name="Rounded Rectangle 2598"/>
          <p:cNvSpPr/>
          <p:nvPr/>
        </p:nvSpPr>
        <p:spPr>
          <a:xfrm>
            <a:off x="2618872" y="124371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V55</a:t>
            </a:r>
          </a:p>
        </p:txBody>
      </p:sp>
      <p:sp>
        <p:nvSpPr>
          <p:cNvPr id="2600" name="Oval 2599"/>
          <p:cNvSpPr/>
          <p:nvPr/>
        </p:nvSpPr>
        <p:spPr>
          <a:xfrm>
            <a:off x="2669844" y="157519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1" name="Oval 2600"/>
          <p:cNvSpPr/>
          <p:nvPr/>
        </p:nvSpPr>
        <p:spPr>
          <a:xfrm>
            <a:off x="2699844" y="160519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56</a:t>
            </a:r>
          </a:p>
        </p:txBody>
      </p:sp>
      <p:sp>
        <p:nvSpPr>
          <p:cNvPr id="2602" name="Rounded Rectangle 2601"/>
          <p:cNvSpPr/>
          <p:nvPr/>
        </p:nvSpPr>
        <p:spPr>
          <a:xfrm>
            <a:off x="2877844" y="159269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V56</a:t>
            </a:r>
          </a:p>
        </p:txBody>
      </p:sp>
      <p:sp>
        <p:nvSpPr>
          <p:cNvPr id="2603" name="Oval 2602"/>
          <p:cNvSpPr/>
          <p:nvPr/>
        </p:nvSpPr>
        <p:spPr>
          <a:xfrm>
            <a:off x="7513251" y="546641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4" name="Oval 2603"/>
          <p:cNvSpPr/>
          <p:nvPr/>
        </p:nvSpPr>
        <p:spPr>
          <a:xfrm>
            <a:off x="7543251" y="549641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605" name="Rounded Rectangle 2604"/>
          <p:cNvSpPr/>
          <p:nvPr/>
        </p:nvSpPr>
        <p:spPr>
          <a:xfrm>
            <a:off x="7721251" y="548391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2606" name="Oval 2605"/>
          <p:cNvSpPr/>
          <p:nvPr/>
        </p:nvSpPr>
        <p:spPr>
          <a:xfrm>
            <a:off x="6534054" y="247941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7" name="Oval 2606"/>
          <p:cNvSpPr/>
          <p:nvPr/>
        </p:nvSpPr>
        <p:spPr>
          <a:xfrm>
            <a:off x="6564054" y="250941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2608" name="Rounded Rectangle 2607"/>
          <p:cNvSpPr/>
          <p:nvPr/>
        </p:nvSpPr>
        <p:spPr>
          <a:xfrm>
            <a:off x="6742054" y="249691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2609" name="Oval 2608"/>
          <p:cNvSpPr/>
          <p:nvPr/>
        </p:nvSpPr>
        <p:spPr>
          <a:xfrm>
            <a:off x="7257223" y="288195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0" name="Oval 2609"/>
          <p:cNvSpPr/>
          <p:nvPr/>
        </p:nvSpPr>
        <p:spPr>
          <a:xfrm>
            <a:off x="7287223" y="291195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2611" name="Rounded Rectangle 2610"/>
          <p:cNvSpPr/>
          <p:nvPr/>
        </p:nvSpPr>
        <p:spPr>
          <a:xfrm>
            <a:off x="7465223" y="289945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</a:t>
            </a:r>
          </a:p>
        </p:txBody>
      </p:sp>
      <p:sp>
        <p:nvSpPr>
          <p:cNvPr id="2612" name="Oval 2611"/>
          <p:cNvSpPr/>
          <p:nvPr/>
        </p:nvSpPr>
        <p:spPr>
          <a:xfrm>
            <a:off x="1063353" y="481960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3" name="Oval 2612"/>
          <p:cNvSpPr/>
          <p:nvPr/>
        </p:nvSpPr>
        <p:spPr>
          <a:xfrm>
            <a:off x="1093353" y="484960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614" name="Rounded Rectangle 2613"/>
          <p:cNvSpPr/>
          <p:nvPr/>
        </p:nvSpPr>
        <p:spPr>
          <a:xfrm>
            <a:off x="1271353" y="483710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</a:t>
            </a:r>
          </a:p>
        </p:txBody>
      </p:sp>
      <p:sp>
        <p:nvSpPr>
          <p:cNvPr id="2615" name="Oval 2614"/>
          <p:cNvSpPr/>
          <p:nvPr/>
        </p:nvSpPr>
        <p:spPr>
          <a:xfrm>
            <a:off x="1260764" y="584371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6" name="Oval 2615"/>
          <p:cNvSpPr/>
          <p:nvPr/>
        </p:nvSpPr>
        <p:spPr>
          <a:xfrm>
            <a:off x="1290764" y="587371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2617" name="Rounded Rectangle 2616"/>
          <p:cNvSpPr/>
          <p:nvPr/>
        </p:nvSpPr>
        <p:spPr>
          <a:xfrm>
            <a:off x="1468764" y="586121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</a:t>
            </a:r>
          </a:p>
        </p:txBody>
      </p:sp>
      <p:sp>
        <p:nvSpPr>
          <p:cNvPr id="2618" name="Oval 2617"/>
          <p:cNvSpPr/>
          <p:nvPr/>
        </p:nvSpPr>
        <p:spPr>
          <a:xfrm>
            <a:off x="1063353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9" name="Oval 2618"/>
          <p:cNvSpPr/>
          <p:nvPr/>
        </p:nvSpPr>
        <p:spPr>
          <a:xfrm>
            <a:off x="1093353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2620" name="Rounded Rectangle 2619"/>
          <p:cNvSpPr/>
          <p:nvPr/>
        </p:nvSpPr>
        <p:spPr>
          <a:xfrm>
            <a:off x="1271353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2621" name="Rounded Rectangle 2620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5" name=""/>
          <p:cNvSpPr/>
          <p:nvPr/>
        </p:nvSpPr>
        <p:spPr>
          <a:xfrm>
            <a:off x="3145680" y="50760"/>
            <a:ext cx="285228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26: WIII | RWY 07R | STAR CARLI2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6" name=""/>
          <p:cNvSpPr/>
          <p:nvPr/>
        </p:nvSpPr>
        <p:spPr>
          <a:xfrm flipV="1">
            <a:off x="3279600" y="1639800"/>
            <a:ext cx="2352960" cy="39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7200" bIns="-72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7" name=""/>
          <p:cNvSpPr/>
          <p:nvPr/>
        </p:nvSpPr>
        <p:spPr>
          <a:xfrm>
            <a:off x="5632560" y="1639800"/>
            <a:ext cx="231840" cy="8064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8" name=""/>
          <p:cNvSpPr/>
          <p:nvPr/>
        </p:nvSpPr>
        <p:spPr>
          <a:xfrm flipH="1">
            <a:off x="4692240" y="2446200"/>
            <a:ext cx="1171800" cy="2297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9" name=""/>
          <p:cNvSpPr/>
          <p:nvPr/>
        </p:nvSpPr>
        <p:spPr>
          <a:xfrm flipH="1">
            <a:off x="3846600" y="4743360"/>
            <a:ext cx="846000" cy="227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0" name=""/>
          <p:cNvSpPr/>
          <p:nvPr/>
        </p:nvSpPr>
        <p:spPr>
          <a:xfrm>
            <a:off x="3846600" y="4970520"/>
            <a:ext cx="162000" cy="3999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1" name=""/>
          <p:cNvSpPr/>
          <p:nvPr/>
        </p:nvSpPr>
        <p:spPr>
          <a:xfrm flipV="1">
            <a:off x="4008600" y="5173200"/>
            <a:ext cx="487080" cy="1969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2" name=""/>
          <p:cNvSpPr/>
          <p:nvPr/>
        </p:nvSpPr>
        <p:spPr>
          <a:xfrm flipV="1">
            <a:off x="4495680" y="5059080"/>
            <a:ext cx="236520" cy="114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3" name=""/>
          <p:cNvSpPr/>
          <p:nvPr/>
        </p:nvSpPr>
        <p:spPr>
          <a:xfrm flipV="1">
            <a:off x="4732200" y="4937040"/>
            <a:ext cx="301680" cy="1224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594" name=""/>
          <p:cNvGrpSpPr/>
          <p:nvPr/>
        </p:nvGrpSpPr>
        <p:grpSpPr>
          <a:xfrm>
            <a:off x="3216240" y="1616040"/>
            <a:ext cx="580680" cy="200520"/>
            <a:chOff x="3216240" y="1616040"/>
            <a:chExt cx="580680" cy="200520"/>
          </a:xfrm>
        </p:grpSpPr>
        <p:sp>
          <p:nvSpPr>
            <p:cNvPr id="2595" name=""/>
            <p:cNvSpPr/>
            <p:nvPr/>
          </p:nvSpPr>
          <p:spPr>
            <a:xfrm>
              <a:off x="3216240" y="161604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96" name=""/>
            <p:cNvSpPr/>
            <p:nvPr/>
          </p:nvSpPr>
          <p:spPr>
            <a:xfrm>
              <a:off x="3346560" y="161604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CARLI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97" name=""/>
          <p:cNvGrpSpPr/>
          <p:nvPr/>
        </p:nvGrpSpPr>
        <p:grpSpPr>
          <a:xfrm>
            <a:off x="5581800" y="1576440"/>
            <a:ext cx="543240" cy="200520"/>
            <a:chOff x="5581800" y="1576440"/>
            <a:chExt cx="543240" cy="200520"/>
          </a:xfrm>
        </p:grpSpPr>
        <p:sp>
          <p:nvSpPr>
            <p:cNvPr id="2598" name=""/>
            <p:cNvSpPr/>
            <p:nvPr/>
          </p:nvSpPr>
          <p:spPr>
            <a:xfrm>
              <a:off x="5581800" y="15890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99" name=""/>
            <p:cNvSpPr/>
            <p:nvPr/>
          </p:nvSpPr>
          <p:spPr>
            <a:xfrm>
              <a:off x="5698800" y="157644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DKI44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00" name=""/>
          <p:cNvGrpSpPr/>
          <p:nvPr/>
        </p:nvGrpSpPr>
        <p:grpSpPr>
          <a:xfrm>
            <a:off x="5813280" y="2382840"/>
            <a:ext cx="572400" cy="200520"/>
            <a:chOff x="5813280" y="2382840"/>
            <a:chExt cx="572400" cy="200520"/>
          </a:xfrm>
        </p:grpSpPr>
        <p:sp>
          <p:nvSpPr>
            <p:cNvPr id="2601" name=""/>
            <p:cNvSpPr/>
            <p:nvPr/>
          </p:nvSpPr>
          <p:spPr>
            <a:xfrm>
              <a:off x="5813280" y="239544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02" name=""/>
            <p:cNvSpPr/>
            <p:nvPr/>
          </p:nvSpPr>
          <p:spPr>
            <a:xfrm>
              <a:off x="5901840" y="2382840"/>
              <a:ext cx="483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NOKTA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03" name=""/>
          <p:cNvGrpSpPr/>
          <p:nvPr/>
        </p:nvGrpSpPr>
        <p:grpSpPr>
          <a:xfrm>
            <a:off x="4653000" y="4680000"/>
            <a:ext cx="522720" cy="200520"/>
            <a:chOff x="4653000" y="4680000"/>
            <a:chExt cx="522720" cy="200520"/>
          </a:xfrm>
        </p:grpSpPr>
        <p:sp>
          <p:nvSpPr>
            <p:cNvPr id="2604" name=""/>
            <p:cNvSpPr/>
            <p:nvPr/>
          </p:nvSpPr>
          <p:spPr>
            <a:xfrm>
              <a:off x="4653000" y="47037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05" name=""/>
            <p:cNvSpPr/>
            <p:nvPr/>
          </p:nvSpPr>
          <p:spPr>
            <a:xfrm>
              <a:off x="4749480" y="468000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DKI28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06" name=""/>
          <p:cNvGrpSpPr/>
          <p:nvPr/>
        </p:nvGrpSpPr>
        <p:grpSpPr>
          <a:xfrm>
            <a:off x="3795840" y="4906800"/>
            <a:ext cx="590760" cy="200520"/>
            <a:chOff x="3795840" y="4906800"/>
            <a:chExt cx="590760" cy="200520"/>
          </a:xfrm>
        </p:grpSpPr>
        <p:sp>
          <p:nvSpPr>
            <p:cNvPr id="2607" name=""/>
            <p:cNvSpPr/>
            <p:nvPr/>
          </p:nvSpPr>
          <p:spPr>
            <a:xfrm>
              <a:off x="3795840" y="49197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08" name=""/>
            <p:cNvSpPr/>
            <p:nvPr/>
          </p:nvSpPr>
          <p:spPr>
            <a:xfrm>
              <a:off x="3931560" y="490680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DKI-42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09" name=""/>
          <p:cNvGrpSpPr/>
          <p:nvPr/>
        </p:nvGrpSpPr>
        <p:grpSpPr>
          <a:xfrm>
            <a:off x="3968640" y="5307120"/>
            <a:ext cx="477720" cy="200520"/>
            <a:chOff x="3968640" y="5307120"/>
            <a:chExt cx="477720" cy="200520"/>
          </a:xfrm>
        </p:grpSpPr>
        <p:sp>
          <p:nvSpPr>
            <p:cNvPr id="2610" name=""/>
            <p:cNvSpPr/>
            <p:nvPr/>
          </p:nvSpPr>
          <p:spPr>
            <a:xfrm>
              <a:off x="3968640" y="533088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11" name=""/>
            <p:cNvSpPr/>
            <p:nvPr/>
          </p:nvSpPr>
          <p:spPr>
            <a:xfrm>
              <a:off x="4059720" y="5307120"/>
              <a:ext cx="386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INTC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12" name=""/>
          <p:cNvGrpSpPr/>
          <p:nvPr/>
        </p:nvGrpSpPr>
        <p:grpSpPr>
          <a:xfrm>
            <a:off x="4456080" y="5110200"/>
            <a:ext cx="539640" cy="200520"/>
            <a:chOff x="4456080" y="5110200"/>
            <a:chExt cx="539640" cy="200520"/>
          </a:xfrm>
        </p:grpSpPr>
        <p:sp>
          <p:nvSpPr>
            <p:cNvPr id="2613" name=""/>
            <p:cNvSpPr/>
            <p:nvPr/>
          </p:nvSpPr>
          <p:spPr>
            <a:xfrm>
              <a:off x="4456080" y="51339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14" name=""/>
            <p:cNvSpPr/>
            <p:nvPr/>
          </p:nvSpPr>
          <p:spPr>
            <a:xfrm>
              <a:off x="4536000" y="5110200"/>
              <a:ext cx="4597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CF07R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15" name=""/>
          <p:cNvGrpSpPr/>
          <p:nvPr/>
        </p:nvGrpSpPr>
        <p:grpSpPr>
          <a:xfrm>
            <a:off x="4692600" y="4995720"/>
            <a:ext cx="551520" cy="200520"/>
            <a:chOff x="4692600" y="4995720"/>
            <a:chExt cx="551520" cy="200520"/>
          </a:xfrm>
        </p:grpSpPr>
        <p:sp>
          <p:nvSpPr>
            <p:cNvPr id="2616" name=""/>
            <p:cNvSpPr/>
            <p:nvPr/>
          </p:nvSpPr>
          <p:spPr>
            <a:xfrm>
              <a:off x="4692600" y="501804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17" name=""/>
            <p:cNvSpPr/>
            <p:nvPr/>
          </p:nvSpPr>
          <p:spPr>
            <a:xfrm>
              <a:off x="4760280" y="4995720"/>
              <a:ext cx="483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OM07R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18" name=""/>
          <p:cNvGrpSpPr/>
          <p:nvPr/>
        </p:nvGrpSpPr>
        <p:grpSpPr>
          <a:xfrm>
            <a:off x="4970520" y="4873680"/>
            <a:ext cx="600480" cy="200520"/>
            <a:chOff x="4970520" y="4873680"/>
            <a:chExt cx="600480" cy="200520"/>
          </a:xfrm>
        </p:grpSpPr>
        <p:sp>
          <p:nvSpPr>
            <p:cNvPr id="2619" name=""/>
            <p:cNvSpPr/>
            <p:nvPr/>
          </p:nvSpPr>
          <p:spPr>
            <a:xfrm>
              <a:off x="4970520" y="487368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20" name=""/>
            <p:cNvSpPr/>
            <p:nvPr/>
          </p:nvSpPr>
          <p:spPr>
            <a:xfrm>
              <a:off x="5081040" y="487368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RW07R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21" name=""/>
          <p:cNvGrpSpPr/>
          <p:nvPr/>
        </p:nvGrpSpPr>
        <p:grpSpPr>
          <a:xfrm>
            <a:off x="5334120" y="6095880"/>
            <a:ext cx="479160" cy="200520"/>
            <a:chOff x="5334120" y="6095880"/>
            <a:chExt cx="479160" cy="200520"/>
          </a:xfrm>
        </p:grpSpPr>
        <p:sp>
          <p:nvSpPr>
            <p:cNvPr id="2622" name=""/>
            <p:cNvSpPr/>
            <p:nvPr/>
          </p:nvSpPr>
          <p:spPr>
            <a:xfrm>
              <a:off x="5334120" y="610200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23" name=""/>
            <p:cNvSpPr/>
            <p:nvPr/>
          </p:nvSpPr>
          <p:spPr>
            <a:xfrm>
              <a:off x="5475600" y="6095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24" name=""/>
          <p:cNvGrpSpPr/>
          <p:nvPr/>
        </p:nvGrpSpPr>
        <p:grpSpPr>
          <a:xfrm>
            <a:off x="304920" y="3962520"/>
            <a:ext cx="479160" cy="200520"/>
            <a:chOff x="304920" y="3962520"/>
            <a:chExt cx="479160" cy="200520"/>
          </a:xfrm>
        </p:grpSpPr>
        <p:sp>
          <p:nvSpPr>
            <p:cNvPr id="2625" name=""/>
            <p:cNvSpPr/>
            <p:nvPr/>
          </p:nvSpPr>
          <p:spPr>
            <a:xfrm>
              <a:off x="304920" y="396900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26" name=""/>
            <p:cNvSpPr/>
            <p:nvPr/>
          </p:nvSpPr>
          <p:spPr>
            <a:xfrm>
              <a:off x="446400" y="3962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27" name=""/>
          <p:cNvGrpSpPr/>
          <p:nvPr/>
        </p:nvGrpSpPr>
        <p:grpSpPr>
          <a:xfrm>
            <a:off x="6276960" y="3978360"/>
            <a:ext cx="468720" cy="200520"/>
            <a:chOff x="6276960" y="3978360"/>
            <a:chExt cx="468720" cy="200520"/>
          </a:xfrm>
        </p:grpSpPr>
        <p:sp>
          <p:nvSpPr>
            <p:cNvPr id="2628" name=""/>
            <p:cNvSpPr/>
            <p:nvPr/>
          </p:nvSpPr>
          <p:spPr>
            <a:xfrm>
              <a:off x="6276960" y="39924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29" name=""/>
            <p:cNvSpPr/>
            <p:nvPr/>
          </p:nvSpPr>
          <p:spPr>
            <a:xfrm>
              <a:off x="6408000" y="39783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30" name=""/>
          <p:cNvGrpSpPr/>
          <p:nvPr/>
        </p:nvGrpSpPr>
        <p:grpSpPr>
          <a:xfrm>
            <a:off x="4038480" y="3200400"/>
            <a:ext cx="461880" cy="200520"/>
            <a:chOff x="4038480" y="3200400"/>
            <a:chExt cx="461880" cy="200520"/>
          </a:xfrm>
        </p:grpSpPr>
        <p:sp>
          <p:nvSpPr>
            <p:cNvPr id="2631" name=""/>
            <p:cNvSpPr/>
            <p:nvPr/>
          </p:nvSpPr>
          <p:spPr>
            <a:xfrm>
              <a:off x="4038480" y="3216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32" name=""/>
            <p:cNvSpPr/>
            <p:nvPr/>
          </p:nvSpPr>
          <p:spPr>
            <a:xfrm>
              <a:off x="4162680" y="3200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33" name=""/>
          <p:cNvGrpSpPr/>
          <p:nvPr/>
        </p:nvGrpSpPr>
        <p:grpSpPr>
          <a:xfrm>
            <a:off x="1905120" y="6324480"/>
            <a:ext cx="461520" cy="200520"/>
            <a:chOff x="1905120" y="6324480"/>
            <a:chExt cx="461520" cy="200520"/>
          </a:xfrm>
        </p:grpSpPr>
        <p:sp>
          <p:nvSpPr>
            <p:cNvPr id="2634" name=""/>
            <p:cNvSpPr/>
            <p:nvPr/>
          </p:nvSpPr>
          <p:spPr>
            <a:xfrm>
              <a:off x="1905120" y="6338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35" name=""/>
            <p:cNvSpPr/>
            <p:nvPr/>
          </p:nvSpPr>
          <p:spPr>
            <a:xfrm>
              <a:off x="2028960" y="6324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36" name=""/>
          <p:cNvGrpSpPr/>
          <p:nvPr/>
        </p:nvGrpSpPr>
        <p:grpSpPr>
          <a:xfrm>
            <a:off x="4371840" y="836640"/>
            <a:ext cx="461880" cy="200520"/>
            <a:chOff x="4371840" y="836640"/>
            <a:chExt cx="461880" cy="200520"/>
          </a:xfrm>
        </p:grpSpPr>
        <p:sp>
          <p:nvSpPr>
            <p:cNvPr id="2637" name=""/>
            <p:cNvSpPr/>
            <p:nvPr/>
          </p:nvSpPr>
          <p:spPr>
            <a:xfrm>
              <a:off x="4371840" y="8510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38" name=""/>
            <p:cNvSpPr/>
            <p:nvPr/>
          </p:nvSpPr>
          <p:spPr>
            <a:xfrm>
              <a:off x="4496040" y="8366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39" name=""/>
          <p:cNvGrpSpPr/>
          <p:nvPr/>
        </p:nvGrpSpPr>
        <p:grpSpPr>
          <a:xfrm>
            <a:off x="7620120" y="3200400"/>
            <a:ext cx="460080" cy="200520"/>
            <a:chOff x="7620120" y="3200400"/>
            <a:chExt cx="460080" cy="200520"/>
          </a:xfrm>
        </p:grpSpPr>
        <p:sp>
          <p:nvSpPr>
            <p:cNvPr id="2640" name=""/>
            <p:cNvSpPr/>
            <p:nvPr/>
          </p:nvSpPr>
          <p:spPr>
            <a:xfrm>
              <a:off x="7620120" y="32144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41" name=""/>
            <p:cNvSpPr/>
            <p:nvPr/>
          </p:nvSpPr>
          <p:spPr>
            <a:xfrm>
              <a:off x="7742520" y="3200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42" name=""/>
          <p:cNvGrpSpPr/>
          <p:nvPr/>
        </p:nvGrpSpPr>
        <p:grpSpPr>
          <a:xfrm>
            <a:off x="6248520" y="5029200"/>
            <a:ext cx="460080" cy="200520"/>
            <a:chOff x="6248520" y="5029200"/>
            <a:chExt cx="460080" cy="200520"/>
          </a:xfrm>
        </p:grpSpPr>
        <p:sp>
          <p:nvSpPr>
            <p:cNvPr id="2643" name=""/>
            <p:cNvSpPr/>
            <p:nvPr/>
          </p:nvSpPr>
          <p:spPr>
            <a:xfrm>
              <a:off x="6248520" y="5045040"/>
              <a:ext cx="9540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44" name=""/>
            <p:cNvSpPr/>
            <p:nvPr/>
          </p:nvSpPr>
          <p:spPr>
            <a:xfrm>
              <a:off x="6370920" y="5029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45" name=""/>
          <p:cNvGrpSpPr/>
          <p:nvPr/>
        </p:nvGrpSpPr>
        <p:grpSpPr>
          <a:xfrm>
            <a:off x="1752480" y="4724280"/>
            <a:ext cx="460440" cy="200520"/>
            <a:chOff x="1752480" y="4724280"/>
            <a:chExt cx="460440" cy="200520"/>
          </a:xfrm>
        </p:grpSpPr>
        <p:sp>
          <p:nvSpPr>
            <p:cNvPr id="2646" name=""/>
            <p:cNvSpPr/>
            <p:nvPr/>
          </p:nvSpPr>
          <p:spPr>
            <a:xfrm>
              <a:off x="1752480" y="473868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47" name=""/>
            <p:cNvSpPr/>
            <p:nvPr/>
          </p:nvSpPr>
          <p:spPr>
            <a:xfrm>
              <a:off x="1875240" y="4724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48" name=""/>
          <p:cNvGrpSpPr/>
          <p:nvPr/>
        </p:nvGrpSpPr>
        <p:grpSpPr>
          <a:xfrm>
            <a:off x="6318360" y="820800"/>
            <a:ext cx="461520" cy="200520"/>
            <a:chOff x="6318360" y="820800"/>
            <a:chExt cx="461520" cy="200520"/>
          </a:xfrm>
        </p:grpSpPr>
        <p:sp>
          <p:nvSpPr>
            <p:cNvPr id="2649" name=""/>
            <p:cNvSpPr/>
            <p:nvPr/>
          </p:nvSpPr>
          <p:spPr>
            <a:xfrm>
              <a:off x="6318360" y="8366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50" name=""/>
            <p:cNvSpPr/>
            <p:nvPr/>
          </p:nvSpPr>
          <p:spPr>
            <a:xfrm>
              <a:off x="6442200" y="820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51" name=""/>
          <p:cNvGrpSpPr/>
          <p:nvPr/>
        </p:nvGrpSpPr>
        <p:grpSpPr>
          <a:xfrm>
            <a:off x="3505320" y="4114800"/>
            <a:ext cx="461160" cy="200520"/>
            <a:chOff x="3505320" y="4114800"/>
            <a:chExt cx="461160" cy="200520"/>
          </a:xfrm>
        </p:grpSpPr>
        <p:sp>
          <p:nvSpPr>
            <p:cNvPr id="2652" name=""/>
            <p:cNvSpPr/>
            <p:nvPr/>
          </p:nvSpPr>
          <p:spPr>
            <a:xfrm>
              <a:off x="3505320" y="4130640"/>
              <a:ext cx="9648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53" name=""/>
            <p:cNvSpPr/>
            <p:nvPr/>
          </p:nvSpPr>
          <p:spPr>
            <a:xfrm>
              <a:off x="3628800" y="4114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54" name=""/>
          <p:cNvGrpSpPr/>
          <p:nvPr/>
        </p:nvGrpSpPr>
        <p:grpSpPr>
          <a:xfrm>
            <a:off x="2743200" y="814320"/>
            <a:ext cx="461880" cy="200520"/>
            <a:chOff x="2743200" y="814320"/>
            <a:chExt cx="461880" cy="200520"/>
          </a:xfrm>
        </p:grpSpPr>
        <p:sp>
          <p:nvSpPr>
            <p:cNvPr id="2655" name=""/>
            <p:cNvSpPr/>
            <p:nvPr/>
          </p:nvSpPr>
          <p:spPr>
            <a:xfrm>
              <a:off x="2743200" y="828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56" name=""/>
            <p:cNvSpPr/>
            <p:nvPr/>
          </p:nvSpPr>
          <p:spPr>
            <a:xfrm>
              <a:off x="2867400" y="814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57" name=""/>
          <p:cNvGrpSpPr/>
          <p:nvPr/>
        </p:nvGrpSpPr>
        <p:grpSpPr>
          <a:xfrm>
            <a:off x="4876920" y="2133720"/>
            <a:ext cx="460080" cy="200520"/>
            <a:chOff x="4876920" y="2133720"/>
            <a:chExt cx="460080" cy="200520"/>
          </a:xfrm>
        </p:grpSpPr>
        <p:sp>
          <p:nvSpPr>
            <p:cNvPr id="2658" name=""/>
            <p:cNvSpPr/>
            <p:nvPr/>
          </p:nvSpPr>
          <p:spPr>
            <a:xfrm>
              <a:off x="4876920" y="21481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59" name=""/>
            <p:cNvSpPr/>
            <p:nvPr/>
          </p:nvSpPr>
          <p:spPr>
            <a:xfrm>
              <a:off x="4999320" y="2133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60" name=""/>
          <p:cNvGrpSpPr/>
          <p:nvPr/>
        </p:nvGrpSpPr>
        <p:grpSpPr>
          <a:xfrm>
            <a:off x="3048120" y="2286000"/>
            <a:ext cx="461160" cy="200520"/>
            <a:chOff x="3048120" y="2286000"/>
            <a:chExt cx="461160" cy="200520"/>
          </a:xfrm>
        </p:grpSpPr>
        <p:sp>
          <p:nvSpPr>
            <p:cNvPr id="2661" name=""/>
            <p:cNvSpPr/>
            <p:nvPr/>
          </p:nvSpPr>
          <p:spPr>
            <a:xfrm>
              <a:off x="3048120" y="2300040"/>
              <a:ext cx="9648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62" name=""/>
            <p:cNvSpPr/>
            <p:nvPr/>
          </p:nvSpPr>
          <p:spPr>
            <a:xfrm>
              <a:off x="3171600" y="2286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63" name=""/>
          <p:cNvGrpSpPr/>
          <p:nvPr/>
        </p:nvGrpSpPr>
        <p:grpSpPr>
          <a:xfrm>
            <a:off x="1981080" y="2743200"/>
            <a:ext cx="461880" cy="200520"/>
            <a:chOff x="1981080" y="2743200"/>
            <a:chExt cx="461880" cy="200520"/>
          </a:xfrm>
        </p:grpSpPr>
        <p:sp>
          <p:nvSpPr>
            <p:cNvPr id="2664" name=""/>
            <p:cNvSpPr/>
            <p:nvPr/>
          </p:nvSpPr>
          <p:spPr>
            <a:xfrm>
              <a:off x="1981080" y="27576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65" name=""/>
            <p:cNvSpPr/>
            <p:nvPr/>
          </p:nvSpPr>
          <p:spPr>
            <a:xfrm>
              <a:off x="2105280" y="2743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66" name=""/>
          <p:cNvGrpSpPr/>
          <p:nvPr/>
        </p:nvGrpSpPr>
        <p:grpSpPr>
          <a:xfrm>
            <a:off x="3719520" y="6084720"/>
            <a:ext cx="461880" cy="200520"/>
            <a:chOff x="3719520" y="6084720"/>
            <a:chExt cx="461880" cy="200520"/>
          </a:xfrm>
        </p:grpSpPr>
        <p:sp>
          <p:nvSpPr>
            <p:cNvPr id="2667" name=""/>
            <p:cNvSpPr/>
            <p:nvPr/>
          </p:nvSpPr>
          <p:spPr>
            <a:xfrm>
              <a:off x="3719520" y="6099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68" name=""/>
            <p:cNvSpPr/>
            <p:nvPr/>
          </p:nvSpPr>
          <p:spPr>
            <a:xfrm>
              <a:off x="3843720" y="6084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69" name=""/>
          <p:cNvGrpSpPr/>
          <p:nvPr/>
        </p:nvGrpSpPr>
        <p:grpSpPr>
          <a:xfrm>
            <a:off x="3200400" y="5029200"/>
            <a:ext cx="461520" cy="200520"/>
            <a:chOff x="3200400" y="5029200"/>
            <a:chExt cx="461520" cy="200520"/>
          </a:xfrm>
        </p:grpSpPr>
        <p:sp>
          <p:nvSpPr>
            <p:cNvPr id="2670" name=""/>
            <p:cNvSpPr/>
            <p:nvPr/>
          </p:nvSpPr>
          <p:spPr>
            <a:xfrm>
              <a:off x="3200400" y="504504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71" name=""/>
            <p:cNvSpPr/>
            <p:nvPr/>
          </p:nvSpPr>
          <p:spPr>
            <a:xfrm>
              <a:off x="3324240" y="5029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72" name=""/>
          <p:cNvGrpSpPr/>
          <p:nvPr/>
        </p:nvGrpSpPr>
        <p:grpSpPr>
          <a:xfrm>
            <a:off x="6705720" y="2057400"/>
            <a:ext cx="461160" cy="200520"/>
            <a:chOff x="6705720" y="2057400"/>
            <a:chExt cx="461160" cy="200520"/>
          </a:xfrm>
        </p:grpSpPr>
        <p:sp>
          <p:nvSpPr>
            <p:cNvPr id="2673" name=""/>
            <p:cNvSpPr/>
            <p:nvPr/>
          </p:nvSpPr>
          <p:spPr>
            <a:xfrm>
              <a:off x="6705720" y="2073240"/>
              <a:ext cx="9648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74" name=""/>
            <p:cNvSpPr/>
            <p:nvPr/>
          </p:nvSpPr>
          <p:spPr>
            <a:xfrm>
              <a:off x="6829200" y="2057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75" name=""/>
          <p:cNvGrpSpPr/>
          <p:nvPr/>
        </p:nvGrpSpPr>
        <p:grpSpPr>
          <a:xfrm>
            <a:off x="7086600" y="6019920"/>
            <a:ext cx="461520" cy="200520"/>
            <a:chOff x="7086600" y="6019920"/>
            <a:chExt cx="461520" cy="200520"/>
          </a:xfrm>
        </p:grpSpPr>
        <p:sp>
          <p:nvSpPr>
            <p:cNvPr id="2676" name=""/>
            <p:cNvSpPr/>
            <p:nvPr/>
          </p:nvSpPr>
          <p:spPr>
            <a:xfrm>
              <a:off x="7086600" y="60357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77" name=""/>
            <p:cNvSpPr/>
            <p:nvPr/>
          </p:nvSpPr>
          <p:spPr>
            <a:xfrm>
              <a:off x="7210440" y="6019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78" name=""/>
          <p:cNvGrpSpPr/>
          <p:nvPr/>
        </p:nvGrpSpPr>
        <p:grpSpPr>
          <a:xfrm>
            <a:off x="457200" y="5867280"/>
            <a:ext cx="461520" cy="200520"/>
            <a:chOff x="457200" y="5867280"/>
            <a:chExt cx="461520" cy="200520"/>
          </a:xfrm>
        </p:grpSpPr>
        <p:sp>
          <p:nvSpPr>
            <p:cNvPr id="2679" name=""/>
            <p:cNvSpPr/>
            <p:nvPr/>
          </p:nvSpPr>
          <p:spPr>
            <a:xfrm>
              <a:off x="457200" y="588312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80" name=""/>
            <p:cNvSpPr/>
            <p:nvPr/>
          </p:nvSpPr>
          <p:spPr>
            <a:xfrm>
              <a:off x="581040" y="5867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681" name="Oval 2680"/>
          <p:cNvSpPr/>
          <p:nvPr/>
        </p:nvSpPr>
        <p:spPr>
          <a:xfrm>
            <a:off x="3952169" y="479801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2" name="Oval 2681"/>
          <p:cNvSpPr/>
          <p:nvPr/>
        </p:nvSpPr>
        <p:spPr>
          <a:xfrm>
            <a:off x="3982169" y="482801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2683" name="Rounded Rectangle 2682"/>
          <p:cNvSpPr/>
          <p:nvPr/>
        </p:nvSpPr>
        <p:spPr>
          <a:xfrm>
            <a:off x="4160169" y="481551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2684" name="Oval 2683"/>
          <p:cNvSpPr/>
          <p:nvPr/>
        </p:nvSpPr>
        <p:spPr>
          <a:xfrm>
            <a:off x="4126202" y="518489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5" name="Oval 2684"/>
          <p:cNvSpPr/>
          <p:nvPr/>
        </p:nvSpPr>
        <p:spPr>
          <a:xfrm>
            <a:off x="4156202" y="521489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2686" name="Rounded Rectangle 2685"/>
          <p:cNvSpPr/>
          <p:nvPr/>
        </p:nvSpPr>
        <p:spPr>
          <a:xfrm>
            <a:off x="4334202" y="520239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2687" name="Oval 2686"/>
          <p:cNvSpPr/>
          <p:nvPr/>
        </p:nvSpPr>
        <p:spPr>
          <a:xfrm>
            <a:off x="4087389" y="569759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8" name="Oval 2687"/>
          <p:cNvSpPr/>
          <p:nvPr/>
        </p:nvSpPr>
        <p:spPr>
          <a:xfrm>
            <a:off x="4117389" y="572759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2689" name="Rounded Rectangle 2688"/>
          <p:cNvSpPr/>
          <p:nvPr/>
        </p:nvSpPr>
        <p:spPr>
          <a:xfrm>
            <a:off x="4295389" y="571509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2690" name="Oval 2689"/>
          <p:cNvSpPr/>
          <p:nvPr/>
        </p:nvSpPr>
        <p:spPr>
          <a:xfrm>
            <a:off x="4929355" y="566880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1" name="Oval 2690"/>
          <p:cNvSpPr/>
          <p:nvPr/>
        </p:nvSpPr>
        <p:spPr>
          <a:xfrm>
            <a:off x="4959355" y="569880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2692" name="Rounded Rectangle 2691"/>
          <p:cNvSpPr/>
          <p:nvPr/>
        </p:nvSpPr>
        <p:spPr>
          <a:xfrm>
            <a:off x="5137355" y="568630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2693" name="Oval 2692"/>
          <p:cNvSpPr/>
          <p:nvPr/>
        </p:nvSpPr>
        <p:spPr>
          <a:xfrm>
            <a:off x="6027419" y="463900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4" name="Oval 2693"/>
          <p:cNvSpPr/>
          <p:nvPr/>
        </p:nvSpPr>
        <p:spPr>
          <a:xfrm>
            <a:off x="6057419" y="466900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55</a:t>
            </a:r>
          </a:p>
        </p:txBody>
      </p:sp>
      <p:sp>
        <p:nvSpPr>
          <p:cNvPr id="2695" name="Rounded Rectangle 2694"/>
          <p:cNvSpPr/>
          <p:nvPr/>
        </p:nvSpPr>
        <p:spPr>
          <a:xfrm>
            <a:off x="6235419" y="465650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V55</a:t>
            </a:r>
          </a:p>
        </p:txBody>
      </p:sp>
      <p:sp>
        <p:nvSpPr>
          <p:cNvPr id="2696" name="Oval 2695"/>
          <p:cNvSpPr/>
          <p:nvPr/>
        </p:nvSpPr>
        <p:spPr>
          <a:xfrm>
            <a:off x="894448" y="80213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7" name="Oval 2696"/>
          <p:cNvSpPr/>
          <p:nvPr/>
        </p:nvSpPr>
        <p:spPr>
          <a:xfrm>
            <a:off x="924448" y="83213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698" name="Rounded Rectangle 2697"/>
          <p:cNvSpPr/>
          <p:nvPr/>
        </p:nvSpPr>
        <p:spPr>
          <a:xfrm>
            <a:off x="1102448" y="81963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2699" name="Oval 2698"/>
          <p:cNvSpPr/>
          <p:nvPr/>
        </p:nvSpPr>
        <p:spPr>
          <a:xfrm>
            <a:off x="8844000" y="6142072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0" name="Oval 2699"/>
          <p:cNvSpPr/>
          <p:nvPr/>
        </p:nvSpPr>
        <p:spPr>
          <a:xfrm>
            <a:off x="8874000" y="617207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2701" name="Rounded Rectangle 2700"/>
          <p:cNvSpPr/>
          <p:nvPr/>
        </p:nvSpPr>
        <p:spPr>
          <a:xfrm>
            <a:off x="8326000" y="615957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2702" name="Oval 2701"/>
          <p:cNvSpPr/>
          <p:nvPr/>
        </p:nvSpPr>
        <p:spPr>
          <a:xfrm>
            <a:off x="8844000" y="3191024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3" name="Oval 2702"/>
          <p:cNvSpPr/>
          <p:nvPr/>
        </p:nvSpPr>
        <p:spPr>
          <a:xfrm>
            <a:off x="8874000" y="322102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2704" name="Rounded Rectangle 2703"/>
          <p:cNvSpPr/>
          <p:nvPr/>
        </p:nvSpPr>
        <p:spPr>
          <a:xfrm>
            <a:off x="8326000" y="320852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2705" name="Oval 2704"/>
          <p:cNvSpPr/>
          <p:nvPr/>
        </p:nvSpPr>
        <p:spPr>
          <a:xfrm>
            <a:off x="8844000" y="1620908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6" name="Oval 2705"/>
          <p:cNvSpPr/>
          <p:nvPr/>
        </p:nvSpPr>
        <p:spPr>
          <a:xfrm>
            <a:off x="8874000" y="165090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707" name="Rounded Rectangle 2706"/>
          <p:cNvSpPr/>
          <p:nvPr/>
        </p:nvSpPr>
        <p:spPr>
          <a:xfrm>
            <a:off x="8326000" y="163840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2708" name="Rounded Rectangle 2707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V62, V63, V64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1" name=""/>
          <p:cNvSpPr/>
          <p:nvPr/>
        </p:nvSpPr>
        <p:spPr>
          <a:xfrm>
            <a:off x="3227400" y="50760"/>
            <a:ext cx="268920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27: VVTS | RWY 25L | STAR T10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2" name=""/>
          <p:cNvSpPr/>
          <p:nvPr/>
        </p:nvSpPr>
        <p:spPr>
          <a:xfrm>
            <a:off x="1901880" y="2389320"/>
            <a:ext cx="1789200" cy="650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3" name=""/>
          <p:cNvSpPr/>
          <p:nvPr/>
        </p:nvSpPr>
        <p:spPr>
          <a:xfrm>
            <a:off x="3691080" y="3040200"/>
            <a:ext cx="3551040" cy="1581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4" name=""/>
          <p:cNvSpPr/>
          <p:nvPr/>
        </p:nvSpPr>
        <p:spPr>
          <a:xfrm>
            <a:off x="7242120" y="4621320"/>
            <a:ext cx="0" cy="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0" bIns="-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5" name=""/>
          <p:cNvSpPr/>
          <p:nvPr/>
        </p:nvSpPr>
        <p:spPr>
          <a:xfrm flipV="1">
            <a:off x="7242120" y="4098600"/>
            <a:ext cx="0" cy="522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6" name=""/>
          <p:cNvSpPr/>
          <p:nvPr/>
        </p:nvSpPr>
        <p:spPr>
          <a:xfrm flipH="1">
            <a:off x="6754680" y="4098960"/>
            <a:ext cx="487440" cy="1872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7" name=""/>
          <p:cNvSpPr/>
          <p:nvPr/>
        </p:nvSpPr>
        <p:spPr>
          <a:xfrm flipH="1">
            <a:off x="6110280" y="4286160"/>
            <a:ext cx="644400" cy="2476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688" name=""/>
          <p:cNvGrpSpPr/>
          <p:nvPr/>
        </p:nvGrpSpPr>
        <p:grpSpPr>
          <a:xfrm>
            <a:off x="1838160" y="2325600"/>
            <a:ext cx="595800" cy="200520"/>
            <a:chOff x="1838160" y="2325600"/>
            <a:chExt cx="595800" cy="200520"/>
          </a:xfrm>
        </p:grpSpPr>
        <p:sp>
          <p:nvSpPr>
            <p:cNvPr id="2689" name=""/>
            <p:cNvSpPr/>
            <p:nvPr/>
          </p:nvSpPr>
          <p:spPr>
            <a:xfrm>
              <a:off x="1838160" y="232560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90" name=""/>
            <p:cNvSpPr/>
            <p:nvPr/>
          </p:nvSpPr>
          <p:spPr>
            <a:xfrm>
              <a:off x="1954440" y="232560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POPET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91" name=""/>
          <p:cNvGrpSpPr/>
          <p:nvPr/>
        </p:nvGrpSpPr>
        <p:grpSpPr>
          <a:xfrm>
            <a:off x="3639960" y="2976480"/>
            <a:ext cx="570240" cy="200520"/>
            <a:chOff x="3639960" y="2976480"/>
            <a:chExt cx="570240" cy="200520"/>
          </a:xfrm>
        </p:grpSpPr>
        <p:sp>
          <p:nvSpPr>
            <p:cNvPr id="2692" name=""/>
            <p:cNvSpPr/>
            <p:nvPr/>
          </p:nvSpPr>
          <p:spPr>
            <a:xfrm>
              <a:off x="3639960" y="298944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93" name=""/>
            <p:cNvSpPr/>
            <p:nvPr/>
          </p:nvSpPr>
          <p:spPr>
            <a:xfrm>
              <a:off x="3730680" y="297648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SAPEN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94" name=""/>
          <p:cNvGrpSpPr/>
          <p:nvPr/>
        </p:nvGrpSpPr>
        <p:grpSpPr>
          <a:xfrm>
            <a:off x="7191360" y="4557600"/>
            <a:ext cx="483840" cy="200520"/>
            <a:chOff x="7191360" y="4557600"/>
            <a:chExt cx="483840" cy="200520"/>
          </a:xfrm>
        </p:grpSpPr>
        <p:sp>
          <p:nvSpPr>
            <p:cNvPr id="2695" name=""/>
            <p:cNvSpPr/>
            <p:nvPr/>
          </p:nvSpPr>
          <p:spPr>
            <a:xfrm>
              <a:off x="7191360" y="45705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96" name=""/>
            <p:cNvSpPr/>
            <p:nvPr/>
          </p:nvSpPr>
          <p:spPr>
            <a:xfrm>
              <a:off x="7317720" y="4557600"/>
              <a:ext cx="357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TSN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97" name=""/>
          <p:cNvGrpSpPr/>
          <p:nvPr/>
        </p:nvGrpSpPr>
        <p:grpSpPr>
          <a:xfrm>
            <a:off x="7191360" y="4557600"/>
            <a:ext cx="500400" cy="200520"/>
            <a:chOff x="7191360" y="4557600"/>
            <a:chExt cx="500400" cy="200520"/>
          </a:xfrm>
        </p:grpSpPr>
        <p:sp>
          <p:nvSpPr>
            <p:cNvPr id="2698" name=""/>
            <p:cNvSpPr/>
            <p:nvPr/>
          </p:nvSpPr>
          <p:spPr>
            <a:xfrm>
              <a:off x="7191360" y="45705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99" name=""/>
            <p:cNvSpPr/>
            <p:nvPr/>
          </p:nvSpPr>
          <p:spPr>
            <a:xfrm>
              <a:off x="7300800" y="4557600"/>
              <a:ext cx="390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DISC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00" name=""/>
          <p:cNvGrpSpPr/>
          <p:nvPr/>
        </p:nvGrpSpPr>
        <p:grpSpPr>
          <a:xfrm>
            <a:off x="7202520" y="4035600"/>
            <a:ext cx="517320" cy="200520"/>
            <a:chOff x="7202520" y="4035600"/>
            <a:chExt cx="517320" cy="200520"/>
          </a:xfrm>
        </p:grpSpPr>
        <p:sp>
          <p:nvSpPr>
            <p:cNvPr id="2701" name=""/>
            <p:cNvSpPr/>
            <p:nvPr/>
          </p:nvSpPr>
          <p:spPr>
            <a:xfrm>
              <a:off x="7202520" y="40593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02" name=""/>
            <p:cNvSpPr/>
            <p:nvPr/>
          </p:nvSpPr>
          <p:spPr>
            <a:xfrm>
              <a:off x="7304400" y="4035600"/>
              <a:ext cx="4154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CI25L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03" name=""/>
          <p:cNvGrpSpPr/>
          <p:nvPr/>
        </p:nvGrpSpPr>
        <p:grpSpPr>
          <a:xfrm>
            <a:off x="6715080" y="4222800"/>
            <a:ext cx="499680" cy="200520"/>
            <a:chOff x="6715080" y="4222800"/>
            <a:chExt cx="499680" cy="200520"/>
          </a:xfrm>
        </p:grpSpPr>
        <p:sp>
          <p:nvSpPr>
            <p:cNvPr id="2704" name=""/>
            <p:cNvSpPr/>
            <p:nvPr/>
          </p:nvSpPr>
          <p:spPr>
            <a:xfrm>
              <a:off x="6715080" y="42465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05" name=""/>
            <p:cNvSpPr/>
            <p:nvPr/>
          </p:nvSpPr>
          <p:spPr>
            <a:xfrm>
              <a:off x="6784200" y="4222800"/>
              <a:ext cx="4305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SGNB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06" name=""/>
          <p:cNvGrpSpPr/>
          <p:nvPr/>
        </p:nvGrpSpPr>
        <p:grpSpPr>
          <a:xfrm>
            <a:off x="6046920" y="4470480"/>
            <a:ext cx="595440" cy="200520"/>
            <a:chOff x="6046920" y="4470480"/>
            <a:chExt cx="595440" cy="200520"/>
          </a:xfrm>
        </p:grpSpPr>
        <p:sp>
          <p:nvSpPr>
            <p:cNvPr id="2707" name=""/>
            <p:cNvSpPr/>
            <p:nvPr/>
          </p:nvSpPr>
          <p:spPr>
            <a:xfrm>
              <a:off x="6046920" y="4470480"/>
              <a:ext cx="12672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08" name=""/>
            <p:cNvSpPr/>
            <p:nvPr/>
          </p:nvSpPr>
          <p:spPr>
            <a:xfrm>
              <a:off x="6162840" y="447048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RW25L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09" name=""/>
          <p:cNvGrpSpPr/>
          <p:nvPr/>
        </p:nvGrpSpPr>
        <p:grpSpPr>
          <a:xfrm>
            <a:off x="533520" y="6248520"/>
            <a:ext cx="479160" cy="200520"/>
            <a:chOff x="533520" y="6248520"/>
            <a:chExt cx="479160" cy="200520"/>
          </a:xfrm>
        </p:grpSpPr>
        <p:sp>
          <p:nvSpPr>
            <p:cNvPr id="2710" name=""/>
            <p:cNvSpPr/>
            <p:nvPr/>
          </p:nvSpPr>
          <p:spPr>
            <a:xfrm>
              <a:off x="533520" y="6254640"/>
              <a:ext cx="11448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11" name=""/>
            <p:cNvSpPr/>
            <p:nvPr/>
          </p:nvSpPr>
          <p:spPr>
            <a:xfrm>
              <a:off x="675000" y="6248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12" name=""/>
          <p:cNvGrpSpPr/>
          <p:nvPr/>
        </p:nvGrpSpPr>
        <p:grpSpPr>
          <a:xfrm>
            <a:off x="8305920" y="914400"/>
            <a:ext cx="479160" cy="200520"/>
            <a:chOff x="8305920" y="914400"/>
            <a:chExt cx="479160" cy="200520"/>
          </a:xfrm>
        </p:grpSpPr>
        <p:sp>
          <p:nvSpPr>
            <p:cNvPr id="2713" name=""/>
            <p:cNvSpPr/>
            <p:nvPr/>
          </p:nvSpPr>
          <p:spPr>
            <a:xfrm>
              <a:off x="8305920" y="920880"/>
              <a:ext cx="11448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14" name=""/>
            <p:cNvSpPr/>
            <p:nvPr/>
          </p:nvSpPr>
          <p:spPr>
            <a:xfrm>
              <a:off x="8447400" y="914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15" name=""/>
          <p:cNvGrpSpPr/>
          <p:nvPr/>
        </p:nvGrpSpPr>
        <p:grpSpPr>
          <a:xfrm>
            <a:off x="6045120" y="1949400"/>
            <a:ext cx="461880" cy="200520"/>
            <a:chOff x="6045120" y="1949400"/>
            <a:chExt cx="461880" cy="200520"/>
          </a:xfrm>
        </p:grpSpPr>
        <p:sp>
          <p:nvSpPr>
            <p:cNvPr id="2716" name=""/>
            <p:cNvSpPr/>
            <p:nvPr/>
          </p:nvSpPr>
          <p:spPr>
            <a:xfrm>
              <a:off x="6045120" y="196524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17" name=""/>
            <p:cNvSpPr/>
            <p:nvPr/>
          </p:nvSpPr>
          <p:spPr>
            <a:xfrm>
              <a:off x="6169320" y="1949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18" name=""/>
          <p:cNvGrpSpPr/>
          <p:nvPr/>
        </p:nvGrpSpPr>
        <p:grpSpPr>
          <a:xfrm>
            <a:off x="7848720" y="4114800"/>
            <a:ext cx="460080" cy="200520"/>
            <a:chOff x="7848720" y="4114800"/>
            <a:chExt cx="460080" cy="200520"/>
          </a:xfrm>
        </p:grpSpPr>
        <p:sp>
          <p:nvSpPr>
            <p:cNvPr id="2719" name=""/>
            <p:cNvSpPr/>
            <p:nvPr/>
          </p:nvSpPr>
          <p:spPr>
            <a:xfrm>
              <a:off x="7848720" y="4130640"/>
              <a:ext cx="95040" cy="946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520" bIns="2052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20" name=""/>
            <p:cNvSpPr/>
            <p:nvPr/>
          </p:nvSpPr>
          <p:spPr>
            <a:xfrm>
              <a:off x="7971120" y="4114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21" name=""/>
          <p:cNvGrpSpPr/>
          <p:nvPr/>
        </p:nvGrpSpPr>
        <p:grpSpPr>
          <a:xfrm>
            <a:off x="5105520" y="4952880"/>
            <a:ext cx="461520" cy="200520"/>
            <a:chOff x="5105520" y="4952880"/>
            <a:chExt cx="461520" cy="200520"/>
          </a:xfrm>
        </p:grpSpPr>
        <p:sp>
          <p:nvSpPr>
            <p:cNvPr id="2722" name=""/>
            <p:cNvSpPr/>
            <p:nvPr/>
          </p:nvSpPr>
          <p:spPr>
            <a:xfrm>
              <a:off x="5105520" y="496872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23" name=""/>
            <p:cNvSpPr/>
            <p:nvPr/>
          </p:nvSpPr>
          <p:spPr>
            <a:xfrm>
              <a:off x="5229360" y="4952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24" name=""/>
          <p:cNvGrpSpPr/>
          <p:nvPr/>
        </p:nvGrpSpPr>
        <p:grpSpPr>
          <a:xfrm>
            <a:off x="720720" y="3454560"/>
            <a:ext cx="461880" cy="200520"/>
            <a:chOff x="720720" y="3454560"/>
            <a:chExt cx="461880" cy="200520"/>
          </a:xfrm>
        </p:grpSpPr>
        <p:sp>
          <p:nvSpPr>
            <p:cNvPr id="2725" name=""/>
            <p:cNvSpPr/>
            <p:nvPr/>
          </p:nvSpPr>
          <p:spPr>
            <a:xfrm>
              <a:off x="720720" y="34686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26" name=""/>
            <p:cNvSpPr/>
            <p:nvPr/>
          </p:nvSpPr>
          <p:spPr>
            <a:xfrm>
              <a:off x="844920" y="34545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27" name=""/>
          <p:cNvGrpSpPr/>
          <p:nvPr/>
        </p:nvGrpSpPr>
        <p:grpSpPr>
          <a:xfrm>
            <a:off x="1828800" y="3429000"/>
            <a:ext cx="461880" cy="200520"/>
            <a:chOff x="1828800" y="3429000"/>
            <a:chExt cx="461880" cy="200520"/>
          </a:xfrm>
        </p:grpSpPr>
        <p:sp>
          <p:nvSpPr>
            <p:cNvPr id="2728" name=""/>
            <p:cNvSpPr/>
            <p:nvPr/>
          </p:nvSpPr>
          <p:spPr>
            <a:xfrm>
              <a:off x="1828800" y="344448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29" name=""/>
            <p:cNvSpPr/>
            <p:nvPr/>
          </p:nvSpPr>
          <p:spPr>
            <a:xfrm>
              <a:off x="1953000" y="3429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30" name=""/>
          <p:cNvGrpSpPr/>
          <p:nvPr/>
        </p:nvGrpSpPr>
        <p:grpSpPr>
          <a:xfrm>
            <a:off x="7174080" y="2693880"/>
            <a:ext cx="461520" cy="200520"/>
            <a:chOff x="7174080" y="2693880"/>
            <a:chExt cx="461520" cy="200520"/>
          </a:xfrm>
        </p:grpSpPr>
        <p:sp>
          <p:nvSpPr>
            <p:cNvPr id="2731" name=""/>
            <p:cNvSpPr/>
            <p:nvPr/>
          </p:nvSpPr>
          <p:spPr>
            <a:xfrm>
              <a:off x="7174080" y="27082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32" name=""/>
            <p:cNvSpPr/>
            <p:nvPr/>
          </p:nvSpPr>
          <p:spPr>
            <a:xfrm>
              <a:off x="7297920" y="2693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33" name=""/>
          <p:cNvGrpSpPr/>
          <p:nvPr/>
        </p:nvGrpSpPr>
        <p:grpSpPr>
          <a:xfrm>
            <a:off x="5245200" y="3176640"/>
            <a:ext cx="461520" cy="200520"/>
            <a:chOff x="5245200" y="3176640"/>
            <a:chExt cx="461520" cy="200520"/>
          </a:xfrm>
        </p:grpSpPr>
        <p:sp>
          <p:nvSpPr>
            <p:cNvPr id="2734" name=""/>
            <p:cNvSpPr/>
            <p:nvPr/>
          </p:nvSpPr>
          <p:spPr>
            <a:xfrm>
              <a:off x="5245200" y="31910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35" name=""/>
            <p:cNvSpPr/>
            <p:nvPr/>
          </p:nvSpPr>
          <p:spPr>
            <a:xfrm>
              <a:off x="5369040" y="31766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36" name=""/>
          <p:cNvGrpSpPr/>
          <p:nvPr/>
        </p:nvGrpSpPr>
        <p:grpSpPr>
          <a:xfrm>
            <a:off x="4114800" y="2286000"/>
            <a:ext cx="459720" cy="200520"/>
            <a:chOff x="4114800" y="2286000"/>
            <a:chExt cx="459720" cy="200520"/>
          </a:xfrm>
        </p:grpSpPr>
        <p:sp>
          <p:nvSpPr>
            <p:cNvPr id="2737" name=""/>
            <p:cNvSpPr/>
            <p:nvPr/>
          </p:nvSpPr>
          <p:spPr>
            <a:xfrm>
              <a:off x="4114800" y="230184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38" name=""/>
            <p:cNvSpPr/>
            <p:nvPr/>
          </p:nvSpPr>
          <p:spPr>
            <a:xfrm>
              <a:off x="4236840" y="2286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39" name=""/>
          <p:cNvGrpSpPr/>
          <p:nvPr/>
        </p:nvGrpSpPr>
        <p:grpSpPr>
          <a:xfrm>
            <a:off x="7162920" y="3429000"/>
            <a:ext cx="460080" cy="200520"/>
            <a:chOff x="7162920" y="3429000"/>
            <a:chExt cx="460080" cy="200520"/>
          </a:xfrm>
        </p:grpSpPr>
        <p:sp>
          <p:nvSpPr>
            <p:cNvPr id="2740" name=""/>
            <p:cNvSpPr/>
            <p:nvPr/>
          </p:nvSpPr>
          <p:spPr>
            <a:xfrm>
              <a:off x="7162920" y="3443040"/>
              <a:ext cx="950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41" name=""/>
            <p:cNvSpPr/>
            <p:nvPr/>
          </p:nvSpPr>
          <p:spPr>
            <a:xfrm>
              <a:off x="7285320" y="3429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42" name=""/>
          <p:cNvGrpSpPr/>
          <p:nvPr/>
        </p:nvGrpSpPr>
        <p:grpSpPr>
          <a:xfrm>
            <a:off x="704880" y="1949400"/>
            <a:ext cx="461520" cy="200520"/>
            <a:chOff x="704880" y="1949400"/>
            <a:chExt cx="461520" cy="200520"/>
          </a:xfrm>
        </p:grpSpPr>
        <p:sp>
          <p:nvSpPr>
            <p:cNvPr id="2743" name=""/>
            <p:cNvSpPr/>
            <p:nvPr/>
          </p:nvSpPr>
          <p:spPr>
            <a:xfrm>
              <a:off x="704880" y="196524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44" name=""/>
            <p:cNvSpPr/>
            <p:nvPr/>
          </p:nvSpPr>
          <p:spPr>
            <a:xfrm>
              <a:off x="828720" y="1949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45" name=""/>
          <p:cNvGrpSpPr/>
          <p:nvPr/>
        </p:nvGrpSpPr>
        <p:grpSpPr>
          <a:xfrm>
            <a:off x="8318520" y="4941720"/>
            <a:ext cx="461520" cy="200520"/>
            <a:chOff x="8318520" y="4941720"/>
            <a:chExt cx="461520" cy="200520"/>
          </a:xfrm>
        </p:grpSpPr>
        <p:sp>
          <p:nvSpPr>
            <p:cNvPr id="2746" name=""/>
            <p:cNvSpPr/>
            <p:nvPr/>
          </p:nvSpPr>
          <p:spPr>
            <a:xfrm>
              <a:off x="8318520" y="495792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47" name=""/>
            <p:cNvSpPr/>
            <p:nvPr/>
          </p:nvSpPr>
          <p:spPr>
            <a:xfrm>
              <a:off x="8442360" y="4941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48" name=""/>
          <p:cNvGrpSpPr/>
          <p:nvPr/>
        </p:nvGrpSpPr>
        <p:grpSpPr>
          <a:xfrm>
            <a:off x="2438280" y="1447920"/>
            <a:ext cx="461520" cy="200520"/>
            <a:chOff x="2438280" y="1447920"/>
            <a:chExt cx="461520" cy="200520"/>
          </a:xfrm>
        </p:grpSpPr>
        <p:sp>
          <p:nvSpPr>
            <p:cNvPr id="2749" name=""/>
            <p:cNvSpPr/>
            <p:nvPr/>
          </p:nvSpPr>
          <p:spPr>
            <a:xfrm>
              <a:off x="2438280" y="146376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50" name=""/>
            <p:cNvSpPr/>
            <p:nvPr/>
          </p:nvSpPr>
          <p:spPr>
            <a:xfrm>
              <a:off x="2562120" y="1447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51" name=""/>
          <p:cNvGrpSpPr/>
          <p:nvPr/>
        </p:nvGrpSpPr>
        <p:grpSpPr>
          <a:xfrm>
            <a:off x="2819520" y="4038480"/>
            <a:ext cx="461520" cy="200520"/>
            <a:chOff x="2819520" y="4038480"/>
            <a:chExt cx="461520" cy="200520"/>
          </a:xfrm>
        </p:grpSpPr>
        <p:sp>
          <p:nvSpPr>
            <p:cNvPr id="2752" name=""/>
            <p:cNvSpPr/>
            <p:nvPr/>
          </p:nvSpPr>
          <p:spPr>
            <a:xfrm>
              <a:off x="2819520" y="4054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53" name=""/>
            <p:cNvSpPr/>
            <p:nvPr/>
          </p:nvSpPr>
          <p:spPr>
            <a:xfrm>
              <a:off x="2943360" y="4038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54" name=""/>
          <p:cNvGrpSpPr/>
          <p:nvPr/>
        </p:nvGrpSpPr>
        <p:grpSpPr>
          <a:xfrm>
            <a:off x="3352680" y="6172200"/>
            <a:ext cx="461880" cy="200520"/>
            <a:chOff x="3352680" y="6172200"/>
            <a:chExt cx="461880" cy="200520"/>
          </a:xfrm>
        </p:grpSpPr>
        <p:sp>
          <p:nvSpPr>
            <p:cNvPr id="2755" name=""/>
            <p:cNvSpPr/>
            <p:nvPr/>
          </p:nvSpPr>
          <p:spPr>
            <a:xfrm>
              <a:off x="3352680" y="6188040"/>
              <a:ext cx="96840" cy="946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520" bIns="2052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56" name=""/>
            <p:cNvSpPr/>
            <p:nvPr/>
          </p:nvSpPr>
          <p:spPr>
            <a:xfrm>
              <a:off x="3476880" y="6172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57" name=""/>
          <p:cNvGrpSpPr/>
          <p:nvPr/>
        </p:nvGrpSpPr>
        <p:grpSpPr>
          <a:xfrm>
            <a:off x="6273720" y="3271680"/>
            <a:ext cx="460080" cy="200520"/>
            <a:chOff x="6273720" y="3271680"/>
            <a:chExt cx="460080" cy="200520"/>
          </a:xfrm>
        </p:grpSpPr>
        <p:sp>
          <p:nvSpPr>
            <p:cNvPr id="2758" name=""/>
            <p:cNvSpPr/>
            <p:nvPr/>
          </p:nvSpPr>
          <p:spPr>
            <a:xfrm>
              <a:off x="6273720" y="3287880"/>
              <a:ext cx="9540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59" name=""/>
            <p:cNvSpPr/>
            <p:nvPr/>
          </p:nvSpPr>
          <p:spPr>
            <a:xfrm>
              <a:off x="6396120" y="3271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60" name=""/>
          <p:cNvGrpSpPr/>
          <p:nvPr/>
        </p:nvGrpSpPr>
        <p:grpSpPr>
          <a:xfrm>
            <a:off x="4184640" y="4017960"/>
            <a:ext cx="461880" cy="200520"/>
            <a:chOff x="4184640" y="4017960"/>
            <a:chExt cx="461880" cy="200520"/>
          </a:xfrm>
        </p:grpSpPr>
        <p:sp>
          <p:nvSpPr>
            <p:cNvPr id="2761" name=""/>
            <p:cNvSpPr/>
            <p:nvPr/>
          </p:nvSpPr>
          <p:spPr>
            <a:xfrm>
              <a:off x="4184640" y="4032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62" name=""/>
            <p:cNvSpPr/>
            <p:nvPr/>
          </p:nvSpPr>
          <p:spPr>
            <a:xfrm>
              <a:off x="4308840" y="40179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63" name=""/>
          <p:cNvGrpSpPr/>
          <p:nvPr/>
        </p:nvGrpSpPr>
        <p:grpSpPr>
          <a:xfrm>
            <a:off x="7010280" y="6553080"/>
            <a:ext cx="461520" cy="200520"/>
            <a:chOff x="7010280" y="6553080"/>
            <a:chExt cx="461520" cy="200520"/>
          </a:xfrm>
        </p:grpSpPr>
        <p:sp>
          <p:nvSpPr>
            <p:cNvPr id="2764" name=""/>
            <p:cNvSpPr/>
            <p:nvPr/>
          </p:nvSpPr>
          <p:spPr>
            <a:xfrm>
              <a:off x="7010280" y="656892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65" name=""/>
            <p:cNvSpPr/>
            <p:nvPr/>
          </p:nvSpPr>
          <p:spPr>
            <a:xfrm>
              <a:off x="7134120" y="6553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66" name=""/>
          <p:cNvGrpSpPr/>
          <p:nvPr/>
        </p:nvGrpSpPr>
        <p:grpSpPr>
          <a:xfrm>
            <a:off x="4572000" y="304920"/>
            <a:ext cx="461880" cy="200520"/>
            <a:chOff x="4572000" y="304920"/>
            <a:chExt cx="461880" cy="200520"/>
          </a:xfrm>
        </p:grpSpPr>
        <p:sp>
          <p:nvSpPr>
            <p:cNvPr id="2767" name=""/>
            <p:cNvSpPr/>
            <p:nvPr/>
          </p:nvSpPr>
          <p:spPr>
            <a:xfrm>
              <a:off x="4572000" y="32040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68" name=""/>
            <p:cNvSpPr/>
            <p:nvPr/>
          </p:nvSpPr>
          <p:spPr>
            <a:xfrm>
              <a:off x="4696200" y="304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769" name="Oval 2768"/>
          <p:cNvSpPr/>
          <p:nvPr/>
        </p:nvSpPr>
        <p:spPr>
          <a:xfrm>
            <a:off x="7192684" y="356187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0" name="Oval 2769"/>
          <p:cNvSpPr/>
          <p:nvPr/>
        </p:nvSpPr>
        <p:spPr>
          <a:xfrm>
            <a:off x="7222684" y="359187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2771" name="Rounded Rectangle 2770"/>
          <p:cNvSpPr/>
          <p:nvPr/>
        </p:nvSpPr>
        <p:spPr>
          <a:xfrm>
            <a:off x="7400684" y="357937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2772" name="Oval 2771"/>
          <p:cNvSpPr/>
          <p:nvPr/>
        </p:nvSpPr>
        <p:spPr>
          <a:xfrm>
            <a:off x="7370502" y="406992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3" name="Oval 2772"/>
          <p:cNvSpPr/>
          <p:nvPr/>
        </p:nvSpPr>
        <p:spPr>
          <a:xfrm>
            <a:off x="7400502" y="409992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2774" name="Rounded Rectangle 2773"/>
          <p:cNvSpPr/>
          <p:nvPr/>
        </p:nvSpPr>
        <p:spPr>
          <a:xfrm>
            <a:off x="7578502" y="408742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2775" name="Oval 2774"/>
          <p:cNvSpPr/>
          <p:nvPr/>
        </p:nvSpPr>
        <p:spPr>
          <a:xfrm>
            <a:off x="7992869" y="447294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6" name="Oval 2775"/>
          <p:cNvSpPr/>
          <p:nvPr/>
        </p:nvSpPr>
        <p:spPr>
          <a:xfrm>
            <a:off x="8022869" y="450294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2777" name="Rounded Rectangle 2776"/>
          <p:cNvSpPr/>
          <p:nvPr/>
        </p:nvSpPr>
        <p:spPr>
          <a:xfrm>
            <a:off x="8200869" y="449044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2778" name="Oval 2777"/>
          <p:cNvSpPr/>
          <p:nvPr/>
        </p:nvSpPr>
        <p:spPr>
          <a:xfrm>
            <a:off x="6392499" y="574650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9" name="Oval 2778"/>
          <p:cNvSpPr/>
          <p:nvPr/>
        </p:nvSpPr>
        <p:spPr>
          <a:xfrm>
            <a:off x="6422499" y="577650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2780" name="Rounded Rectangle 2779"/>
          <p:cNvSpPr/>
          <p:nvPr/>
        </p:nvSpPr>
        <p:spPr>
          <a:xfrm>
            <a:off x="6600499" y="576400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2781" name="Oval 2780"/>
          <p:cNvSpPr/>
          <p:nvPr/>
        </p:nvSpPr>
        <p:spPr>
          <a:xfrm>
            <a:off x="486371" y="109019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2" name="Oval 2781"/>
          <p:cNvSpPr/>
          <p:nvPr/>
        </p:nvSpPr>
        <p:spPr>
          <a:xfrm>
            <a:off x="516371" y="112019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783" name="Rounded Rectangle 2782"/>
          <p:cNvSpPr/>
          <p:nvPr/>
        </p:nvSpPr>
        <p:spPr>
          <a:xfrm>
            <a:off x="694371" y="110769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2784" name="Oval 2783"/>
          <p:cNvSpPr/>
          <p:nvPr/>
        </p:nvSpPr>
        <p:spPr>
          <a:xfrm>
            <a:off x="90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5" name="Oval 2784"/>
          <p:cNvSpPr/>
          <p:nvPr/>
        </p:nvSpPr>
        <p:spPr>
          <a:xfrm>
            <a:off x="120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2786" name="Rounded Rectangle 2785"/>
          <p:cNvSpPr/>
          <p:nvPr/>
        </p:nvSpPr>
        <p:spPr>
          <a:xfrm>
            <a:off x="298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2787" name="Oval 2786"/>
          <p:cNvSpPr/>
          <p:nvPr/>
        </p:nvSpPr>
        <p:spPr>
          <a:xfrm>
            <a:off x="405464" y="638300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8" name="Oval 2787"/>
          <p:cNvSpPr/>
          <p:nvPr/>
        </p:nvSpPr>
        <p:spPr>
          <a:xfrm>
            <a:off x="435464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2789" name="Rounded Rectangle 2788"/>
          <p:cNvSpPr/>
          <p:nvPr/>
        </p:nvSpPr>
        <p:spPr>
          <a:xfrm>
            <a:off x="613464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</a:t>
            </a:r>
          </a:p>
        </p:txBody>
      </p:sp>
      <p:sp>
        <p:nvSpPr>
          <p:cNvPr id="2790" name="Oval 2789"/>
          <p:cNvSpPr/>
          <p:nvPr/>
        </p:nvSpPr>
        <p:spPr>
          <a:xfrm>
            <a:off x="90000" y="6279962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1" name="Oval 2790"/>
          <p:cNvSpPr/>
          <p:nvPr/>
        </p:nvSpPr>
        <p:spPr>
          <a:xfrm>
            <a:off x="120000" y="630996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792" name="Rounded Rectangle 2791"/>
          <p:cNvSpPr/>
          <p:nvPr/>
        </p:nvSpPr>
        <p:spPr>
          <a:xfrm>
            <a:off x="298000" y="629746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2793" name="Oval 2792"/>
          <p:cNvSpPr/>
          <p:nvPr/>
        </p:nvSpPr>
        <p:spPr>
          <a:xfrm>
            <a:off x="90000" y="6025935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4" name="Oval 2793"/>
          <p:cNvSpPr/>
          <p:nvPr/>
        </p:nvSpPr>
        <p:spPr>
          <a:xfrm>
            <a:off x="120000" y="605593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2795" name="Rounded Rectangle 2794"/>
          <p:cNvSpPr/>
          <p:nvPr/>
        </p:nvSpPr>
        <p:spPr>
          <a:xfrm>
            <a:off x="298000" y="604343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2796" name="Oval 2795"/>
          <p:cNvSpPr/>
          <p:nvPr/>
        </p:nvSpPr>
        <p:spPr>
          <a:xfrm>
            <a:off x="7992869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7" name="Oval 2796"/>
          <p:cNvSpPr/>
          <p:nvPr/>
        </p:nvSpPr>
        <p:spPr>
          <a:xfrm>
            <a:off x="8022869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2798" name="Rounded Rectangle 2797"/>
          <p:cNvSpPr/>
          <p:nvPr/>
        </p:nvSpPr>
        <p:spPr>
          <a:xfrm>
            <a:off x="8200869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2799" name="Rounded Rectangle 2798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V62, V64, V65,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"/>
          <p:cNvSpPr/>
          <p:nvPr/>
        </p:nvSpPr>
        <p:spPr>
          <a:xfrm>
            <a:off x="3184560" y="50760"/>
            <a:ext cx="277452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28: FACT | RWY 01 | STAR WY4C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0" name=""/>
          <p:cNvSpPr/>
          <p:nvPr/>
        </p:nvSpPr>
        <p:spPr>
          <a:xfrm flipH="1">
            <a:off x="4564080" y="1639800"/>
            <a:ext cx="1736640" cy="8082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1" name=""/>
          <p:cNvSpPr/>
          <p:nvPr/>
        </p:nvSpPr>
        <p:spPr>
          <a:xfrm flipH="1">
            <a:off x="4047840" y="2448000"/>
            <a:ext cx="515880" cy="2922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2" name=""/>
          <p:cNvSpPr/>
          <p:nvPr/>
        </p:nvSpPr>
        <p:spPr>
          <a:xfrm>
            <a:off x="4048200" y="5370480"/>
            <a:ext cx="0" cy="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0" bIns="-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3" name=""/>
          <p:cNvSpPr/>
          <p:nvPr/>
        </p:nvSpPr>
        <p:spPr>
          <a:xfrm flipH="1" flipV="1">
            <a:off x="2842920" y="3935520"/>
            <a:ext cx="1204920" cy="14349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4" name=""/>
          <p:cNvSpPr/>
          <p:nvPr/>
        </p:nvSpPr>
        <p:spPr>
          <a:xfrm flipV="1">
            <a:off x="2843280" y="3522240"/>
            <a:ext cx="73080" cy="4129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5" name=""/>
          <p:cNvSpPr/>
          <p:nvPr/>
        </p:nvSpPr>
        <p:spPr>
          <a:xfrm flipV="1">
            <a:off x="2916360" y="3043080"/>
            <a:ext cx="75960" cy="479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776" name=""/>
          <p:cNvGrpSpPr/>
          <p:nvPr/>
        </p:nvGrpSpPr>
        <p:grpSpPr>
          <a:xfrm>
            <a:off x="6237360" y="1576440"/>
            <a:ext cx="555480" cy="200520"/>
            <a:chOff x="6237360" y="1576440"/>
            <a:chExt cx="555480" cy="200520"/>
          </a:xfrm>
        </p:grpSpPr>
        <p:sp>
          <p:nvSpPr>
            <p:cNvPr id="2777" name=""/>
            <p:cNvSpPr/>
            <p:nvPr/>
          </p:nvSpPr>
          <p:spPr>
            <a:xfrm>
              <a:off x="6237360" y="157644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78" name=""/>
            <p:cNvSpPr/>
            <p:nvPr/>
          </p:nvSpPr>
          <p:spPr>
            <a:xfrm>
              <a:off x="6342480" y="157644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WYNB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79" name=""/>
          <p:cNvGrpSpPr/>
          <p:nvPr/>
        </p:nvGrpSpPr>
        <p:grpSpPr>
          <a:xfrm>
            <a:off x="4513320" y="2384280"/>
            <a:ext cx="558000" cy="200520"/>
            <a:chOff x="4513320" y="2384280"/>
            <a:chExt cx="558000" cy="200520"/>
          </a:xfrm>
        </p:grpSpPr>
        <p:sp>
          <p:nvSpPr>
            <p:cNvPr id="2780" name=""/>
            <p:cNvSpPr/>
            <p:nvPr/>
          </p:nvSpPr>
          <p:spPr>
            <a:xfrm>
              <a:off x="4513320" y="23972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81" name=""/>
            <p:cNvSpPr/>
            <p:nvPr/>
          </p:nvSpPr>
          <p:spPr>
            <a:xfrm>
              <a:off x="4616280" y="238428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CTV30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82" name=""/>
          <p:cNvGrpSpPr/>
          <p:nvPr/>
        </p:nvGrpSpPr>
        <p:grpSpPr>
          <a:xfrm>
            <a:off x="3997440" y="5307120"/>
            <a:ext cx="557640" cy="200520"/>
            <a:chOff x="3997440" y="5307120"/>
            <a:chExt cx="557640" cy="200520"/>
          </a:xfrm>
        </p:grpSpPr>
        <p:sp>
          <p:nvSpPr>
            <p:cNvPr id="2783" name=""/>
            <p:cNvSpPr/>
            <p:nvPr/>
          </p:nvSpPr>
          <p:spPr>
            <a:xfrm>
              <a:off x="3997440" y="53197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84" name=""/>
            <p:cNvSpPr/>
            <p:nvPr/>
          </p:nvSpPr>
          <p:spPr>
            <a:xfrm>
              <a:off x="4100040" y="530712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D065H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85" name=""/>
          <p:cNvGrpSpPr/>
          <p:nvPr/>
        </p:nvGrpSpPr>
        <p:grpSpPr>
          <a:xfrm>
            <a:off x="3997440" y="5307120"/>
            <a:ext cx="637560" cy="200520"/>
            <a:chOff x="3997440" y="5307120"/>
            <a:chExt cx="637560" cy="200520"/>
          </a:xfrm>
        </p:grpSpPr>
        <p:sp>
          <p:nvSpPr>
            <p:cNvPr id="2786" name=""/>
            <p:cNvSpPr/>
            <p:nvPr/>
          </p:nvSpPr>
          <p:spPr>
            <a:xfrm>
              <a:off x="3997440" y="53197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87" name=""/>
            <p:cNvSpPr/>
            <p:nvPr/>
          </p:nvSpPr>
          <p:spPr>
            <a:xfrm>
              <a:off x="4087080" y="5307120"/>
              <a:ext cx="5479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VECTOR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88" name=""/>
          <p:cNvGrpSpPr/>
          <p:nvPr/>
        </p:nvGrpSpPr>
        <p:grpSpPr>
          <a:xfrm>
            <a:off x="2803680" y="3871800"/>
            <a:ext cx="467280" cy="200520"/>
            <a:chOff x="2803680" y="3871800"/>
            <a:chExt cx="467280" cy="200520"/>
          </a:xfrm>
        </p:grpSpPr>
        <p:sp>
          <p:nvSpPr>
            <p:cNvPr id="2789" name=""/>
            <p:cNvSpPr/>
            <p:nvPr/>
          </p:nvSpPr>
          <p:spPr>
            <a:xfrm>
              <a:off x="2803680" y="3894120"/>
              <a:ext cx="806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90" name=""/>
            <p:cNvSpPr/>
            <p:nvPr/>
          </p:nvSpPr>
          <p:spPr>
            <a:xfrm>
              <a:off x="2904480" y="3871800"/>
              <a:ext cx="36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CI01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91" name=""/>
          <p:cNvGrpSpPr/>
          <p:nvPr/>
        </p:nvGrpSpPr>
        <p:grpSpPr>
          <a:xfrm>
            <a:off x="2874960" y="3459240"/>
            <a:ext cx="464760" cy="200520"/>
            <a:chOff x="2874960" y="3459240"/>
            <a:chExt cx="464760" cy="200520"/>
          </a:xfrm>
        </p:grpSpPr>
        <p:sp>
          <p:nvSpPr>
            <p:cNvPr id="2792" name=""/>
            <p:cNvSpPr/>
            <p:nvPr/>
          </p:nvSpPr>
          <p:spPr>
            <a:xfrm>
              <a:off x="2874960" y="3483000"/>
              <a:ext cx="824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93" name=""/>
            <p:cNvSpPr/>
            <p:nvPr/>
          </p:nvSpPr>
          <p:spPr>
            <a:xfrm>
              <a:off x="2982240" y="3459240"/>
              <a:ext cx="357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FI01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94" name=""/>
          <p:cNvGrpSpPr/>
          <p:nvPr/>
        </p:nvGrpSpPr>
        <p:grpSpPr>
          <a:xfrm>
            <a:off x="2928960" y="2979720"/>
            <a:ext cx="543240" cy="200520"/>
            <a:chOff x="2928960" y="2979720"/>
            <a:chExt cx="543240" cy="200520"/>
          </a:xfrm>
        </p:grpSpPr>
        <p:sp>
          <p:nvSpPr>
            <p:cNvPr id="2795" name=""/>
            <p:cNvSpPr/>
            <p:nvPr/>
          </p:nvSpPr>
          <p:spPr>
            <a:xfrm>
              <a:off x="2928960" y="297972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96" name=""/>
            <p:cNvSpPr/>
            <p:nvPr/>
          </p:nvSpPr>
          <p:spPr>
            <a:xfrm>
              <a:off x="3045960" y="297972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RW01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97" name=""/>
          <p:cNvGrpSpPr/>
          <p:nvPr/>
        </p:nvGrpSpPr>
        <p:grpSpPr>
          <a:xfrm>
            <a:off x="8381880" y="6477120"/>
            <a:ext cx="478800" cy="200520"/>
            <a:chOff x="8381880" y="6477120"/>
            <a:chExt cx="478800" cy="200520"/>
          </a:xfrm>
        </p:grpSpPr>
        <p:sp>
          <p:nvSpPr>
            <p:cNvPr id="2798" name=""/>
            <p:cNvSpPr/>
            <p:nvPr/>
          </p:nvSpPr>
          <p:spPr>
            <a:xfrm>
              <a:off x="8381880" y="648360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99" name=""/>
            <p:cNvSpPr/>
            <p:nvPr/>
          </p:nvSpPr>
          <p:spPr>
            <a:xfrm>
              <a:off x="8523000" y="6477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00" name=""/>
          <p:cNvGrpSpPr/>
          <p:nvPr/>
        </p:nvGrpSpPr>
        <p:grpSpPr>
          <a:xfrm>
            <a:off x="3657600" y="2743200"/>
            <a:ext cx="479160" cy="200520"/>
            <a:chOff x="3657600" y="2743200"/>
            <a:chExt cx="479160" cy="200520"/>
          </a:xfrm>
        </p:grpSpPr>
        <p:sp>
          <p:nvSpPr>
            <p:cNvPr id="2801" name=""/>
            <p:cNvSpPr/>
            <p:nvPr/>
          </p:nvSpPr>
          <p:spPr>
            <a:xfrm>
              <a:off x="3657600" y="274932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02" name=""/>
            <p:cNvSpPr/>
            <p:nvPr/>
          </p:nvSpPr>
          <p:spPr>
            <a:xfrm>
              <a:off x="3799080" y="2743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03" name=""/>
          <p:cNvGrpSpPr/>
          <p:nvPr/>
        </p:nvGrpSpPr>
        <p:grpSpPr>
          <a:xfrm>
            <a:off x="457200" y="5029200"/>
            <a:ext cx="460080" cy="200520"/>
            <a:chOff x="457200" y="5029200"/>
            <a:chExt cx="460080" cy="200520"/>
          </a:xfrm>
        </p:grpSpPr>
        <p:sp>
          <p:nvSpPr>
            <p:cNvPr id="2804" name=""/>
            <p:cNvSpPr/>
            <p:nvPr/>
          </p:nvSpPr>
          <p:spPr>
            <a:xfrm>
              <a:off x="457200" y="504324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05" name=""/>
            <p:cNvSpPr/>
            <p:nvPr/>
          </p:nvSpPr>
          <p:spPr>
            <a:xfrm>
              <a:off x="579600" y="5029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06" name=""/>
          <p:cNvGrpSpPr/>
          <p:nvPr/>
        </p:nvGrpSpPr>
        <p:grpSpPr>
          <a:xfrm>
            <a:off x="2133720" y="5562720"/>
            <a:ext cx="460080" cy="200520"/>
            <a:chOff x="2133720" y="5562720"/>
            <a:chExt cx="460080" cy="200520"/>
          </a:xfrm>
        </p:grpSpPr>
        <p:sp>
          <p:nvSpPr>
            <p:cNvPr id="2807" name=""/>
            <p:cNvSpPr/>
            <p:nvPr/>
          </p:nvSpPr>
          <p:spPr>
            <a:xfrm>
              <a:off x="2133720" y="557856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08" name=""/>
            <p:cNvSpPr/>
            <p:nvPr/>
          </p:nvSpPr>
          <p:spPr>
            <a:xfrm>
              <a:off x="2256120" y="5562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09" name=""/>
          <p:cNvGrpSpPr/>
          <p:nvPr/>
        </p:nvGrpSpPr>
        <p:grpSpPr>
          <a:xfrm>
            <a:off x="5257800" y="4952880"/>
            <a:ext cx="459720" cy="200520"/>
            <a:chOff x="5257800" y="4952880"/>
            <a:chExt cx="459720" cy="200520"/>
          </a:xfrm>
        </p:grpSpPr>
        <p:sp>
          <p:nvSpPr>
            <p:cNvPr id="2810" name=""/>
            <p:cNvSpPr/>
            <p:nvPr/>
          </p:nvSpPr>
          <p:spPr>
            <a:xfrm>
              <a:off x="5257800" y="496872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11" name=""/>
            <p:cNvSpPr/>
            <p:nvPr/>
          </p:nvSpPr>
          <p:spPr>
            <a:xfrm>
              <a:off x="5379840" y="4952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12" name=""/>
          <p:cNvGrpSpPr/>
          <p:nvPr/>
        </p:nvGrpSpPr>
        <p:grpSpPr>
          <a:xfrm>
            <a:off x="3962520" y="838080"/>
            <a:ext cx="461160" cy="200520"/>
            <a:chOff x="3962520" y="838080"/>
            <a:chExt cx="461160" cy="200520"/>
          </a:xfrm>
        </p:grpSpPr>
        <p:sp>
          <p:nvSpPr>
            <p:cNvPr id="2813" name=""/>
            <p:cNvSpPr/>
            <p:nvPr/>
          </p:nvSpPr>
          <p:spPr>
            <a:xfrm>
              <a:off x="3962520" y="85248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14" name=""/>
            <p:cNvSpPr/>
            <p:nvPr/>
          </p:nvSpPr>
          <p:spPr>
            <a:xfrm>
              <a:off x="4086000" y="838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15" name=""/>
          <p:cNvGrpSpPr/>
          <p:nvPr/>
        </p:nvGrpSpPr>
        <p:grpSpPr>
          <a:xfrm>
            <a:off x="5411880" y="3516480"/>
            <a:ext cx="468720" cy="200520"/>
            <a:chOff x="5411880" y="3516480"/>
            <a:chExt cx="468720" cy="200520"/>
          </a:xfrm>
        </p:grpSpPr>
        <p:sp>
          <p:nvSpPr>
            <p:cNvPr id="2816" name=""/>
            <p:cNvSpPr/>
            <p:nvPr/>
          </p:nvSpPr>
          <p:spPr>
            <a:xfrm>
              <a:off x="5411880" y="3530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17" name=""/>
            <p:cNvSpPr/>
            <p:nvPr/>
          </p:nvSpPr>
          <p:spPr>
            <a:xfrm>
              <a:off x="5542920" y="3516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18" name=""/>
          <p:cNvGrpSpPr/>
          <p:nvPr/>
        </p:nvGrpSpPr>
        <p:grpSpPr>
          <a:xfrm>
            <a:off x="4876920" y="6019920"/>
            <a:ext cx="461160" cy="200520"/>
            <a:chOff x="4876920" y="6019920"/>
            <a:chExt cx="461160" cy="200520"/>
          </a:xfrm>
        </p:grpSpPr>
        <p:sp>
          <p:nvSpPr>
            <p:cNvPr id="2819" name=""/>
            <p:cNvSpPr/>
            <p:nvPr/>
          </p:nvSpPr>
          <p:spPr>
            <a:xfrm>
              <a:off x="4876920" y="6035760"/>
              <a:ext cx="9648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20" name=""/>
            <p:cNvSpPr/>
            <p:nvPr/>
          </p:nvSpPr>
          <p:spPr>
            <a:xfrm>
              <a:off x="5000400" y="6019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21" name=""/>
          <p:cNvGrpSpPr/>
          <p:nvPr/>
        </p:nvGrpSpPr>
        <p:grpSpPr>
          <a:xfrm>
            <a:off x="838080" y="762120"/>
            <a:ext cx="460080" cy="200520"/>
            <a:chOff x="838080" y="762120"/>
            <a:chExt cx="460080" cy="200520"/>
          </a:xfrm>
        </p:grpSpPr>
        <p:sp>
          <p:nvSpPr>
            <p:cNvPr id="2822" name=""/>
            <p:cNvSpPr/>
            <p:nvPr/>
          </p:nvSpPr>
          <p:spPr>
            <a:xfrm>
              <a:off x="838080" y="77796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23" name=""/>
            <p:cNvSpPr/>
            <p:nvPr/>
          </p:nvSpPr>
          <p:spPr>
            <a:xfrm>
              <a:off x="960480" y="762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24" name=""/>
          <p:cNvGrpSpPr/>
          <p:nvPr/>
        </p:nvGrpSpPr>
        <p:grpSpPr>
          <a:xfrm>
            <a:off x="5216400" y="866880"/>
            <a:ext cx="461880" cy="200520"/>
            <a:chOff x="5216400" y="866880"/>
            <a:chExt cx="461880" cy="200520"/>
          </a:xfrm>
        </p:grpSpPr>
        <p:sp>
          <p:nvSpPr>
            <p:cNvPr id="2825" name=""/>
            <p:cNvSpPr/>
            <p:nvPr/>
          </p:nvSpPr>
          <p:spPr>
            <a:xfrm>
              <a:off x="5216400" y="882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26" name=""/>
            <p:cNvSpPr/>
            <p:nvPr/>
          </p:nvSpPr>
          <p:spPr>
            <a:xfrm>
              <a:off x="5340600" y="866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27" name=""/>
          <p:cNvGrpSpPr/>
          <p:nvPr/>
        </p:nvGrpSpPr>
        <p:grpSpPr>
          <a:xfrm>
            <a:off x="1676520" y="2514600"/>
            <a:ext cx="459720" cy="200520"/>
            <a:chOff x="1676520" y="2514600"/>
            <a:chExt cx="459720" cy="200520"/>
          </a:xfrm>
        </p:grpSpPr>
        <p:sp>
          <p:nvSpPr>
            <p:cNvPr id="2828" name=""/>
            <p:cNvSpPr/>
            <p:nvPr/>
          </p:nvSpPr>
          <p:spPr>
            <a:xfrm>
              <a:off x="1676520" y="25304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29" name=""/>
            <p:cNvSpPr/>
            <p:nvPr/>
          </p:nvSpPr>
          <p:spPr>
            <a:xfrm>
              <a:off x="1798560" y="2514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30" name=""/>
          <p:cNvGrpSpPr/>
          <p:nvPr/>
        </p:nvGrpSpPr>
        <p:grpSpPr>
          <a:xfrm>
            <a:off x="2133720" y="4267080"/>
            <a:ext cx="459720" cy="200520"/>
            <a:chOff x="2133720" y="4267080"/>
            <a:chExt cx="459720" cy="200520"/>
          </a:xfrm>
        </p:grpSpPr>
        <p:sp>
          <p:nvSpPr>
            <p:cNvPr id="2831" name=""/>
            <p:cNvSpPr/>
            <p:nvPr/>
          </p:nvSpPr>
          <p:spPr>
            <a:xfrm>
              <a:off x="2133720" y="42814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32" name=""/>
            <p:cNvSpPr/>
            <p:nvPr/>
          </p:nvSpPr>
          <p:spPr>
            <a:xfrm>
              <a:off x="2255760" y="4267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33" name=""/>
          <p:cNvGrpSpPr/>
          <p:nvPr/>
        </p:nvGrpSpPr>
        <p:grpSpPr>
          <a:xfrm>
            <a:off x="3216240" y="1646280"/>
            <a:ext cx="460080" cy="200520"/>
            <a:chOff x="3216240" y="1646280"/>
            <a:chExt cx="460080" cy="200520"/>
          </a:xfrm>
        </p:grpSpPr>
        <p:sp>
          <p:nvSpPr>
            <p:cNvPr id="2834" name=""/>
            <p:cNvSpPr/>
            <p:nvPr/>
          </p:nvSpPr>
          <p:spPr>
            <a:xfrm>
              <a:off x="3216240" y="16621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35" name=""/>
            <p:cNvSpPr/>
            <p:nvPr/>
          </p:nvSpPr>
          <p:spPr>
            <a:xfrm>
              <a:off x="3338640" y="1646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36" name=""/>
          <p:cNvGrpSpPr/>
          <p:nvPr/>
        </p:nvGrpSpPr>
        <p:grpSpPr>
          <a:xfrm>
            <a:off x="7543800" y="1523880"/>
            <a:ext cx="461880" cy="200520"/>
            <a:chOff x="7543800" y="1523880"/>
            <a:chExt cx="461880" cy="200520"/>
          </a:xfrm>
        </p:grpSpPr>
        <p:sp>
          <p:nvSpPr>
            <p:cNvPr id="2837" name=""/>
            <p:cNvSpPr/>
            <p:nvPr/>
          </p:nvSpPr>
          <p:spPr>
            <a:xfrm>
              <a:off x="7543800" y="153972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38" name=""/>
            <p:cNvSpPr/>
            <p:nvPr/>
          </p:nvSpPr>
          <p:spPr>
            <a:xfrm>
              <a:off x="7668000" y="1523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39" name=""/>
          <p:cNvGrpSpPr/>
          <p:nvPr/>
        </p:nvGrpSpPr>
        <p:grpSpPr>
          <a:xfrm>
            <a:off x="3232080" y="6062760"/>
            <a:ext cx="460080" cy="200520"/>
            <a:chOff x="3232080" y="6062760"/>
            <a:chExt cx="460080" cy="200520"/>
          </a:xfrm>
        </p:grpSpPr>
        <p:sp>
          <p:nvSpPr>
            <p:cNvPr id="2840" name=""/>
            <p:cNvSpPr/>
            <p:nvPr/>
          </p:nvSpPr>
          <p:spPr>
            <a:xfrm>
              <a:off x="3232080" y="607680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41" name=""/>
            <p:cNvSpPr/>
            <p:nvPr/>
          </p:nvSpPr>
          <p:spPr>
            <a:xfrm>
              <a:off x="3354480" y="60627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42" name=""/>
          <p:cNvGrpSpPr/>
          <p:nvPr/>
        </p:nvGrpSpPr>
        <p:grpSpPr>
          <a:xfrm>
            <a:off x="3429000" y="4343400"/>
            <a:ext cx="461520" cy="200520"/>
            <a:chOff x="3429000" y="4343400"/>
            <a:chExt cx="461520" cy="200520"/>
          </a:xfrm>
        </p:grpSpPr>
        <p:sp>
          <p:nvSpPr>
            <p:cNvPr id="2843" name=""/>
            <p:cNvSpPr/>
            <p:nvPr/>
          </p:nvSpPr>
          <p:spPr>
            <a:xfrm>
              <a:off x="3429000" y="43574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44" name=""/>
            <p:cNvSpPr/>
            <p:nvPr/>
          </p:nvSpPr>
          <p:spPr>
            <a:xfrm>
              <a:off x="3552840" y="4343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45" name=""/>
          <p:cNvGrpSpPr/>
          <p:nvPr/>
        </p:nvGrpSpPr>
        <p:grpSpPr>
          <a:xfrm>
            <a:off x="8381880" y="304920"/>
            <a:ext cx="460080" cy="200520"/>
            <a:chOff x="8381880" y="304920"/>
            <a:chExt cx="460080" cy="200520"/>
          </a:xfrm>
        </p:grpSpPr>
        <p:sp>
          <p:nvSpPr>
            <p:cNvPr id="2846" name=""/>
            <p:cNvSpPr/>
            <p:nvPr/>
          </p:nvSpPr>
          <p:spPr>
            <a:xfrm>
              <a:off x="8381880" y="318960"/>
              <a:ext cx="9540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47" name=""/>
            <p:cNvSpPr/>
            <p:nvPr/>
          </p:nvSpPr>
          <p:spPr>
            <a:xfrm>
              <a:off x="8504280" y="304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48" name=""/>
          <p:cNvGrpSpPr/>
          <p:nvPr/>
        </p:nvGrpSpPr>
        <p:grpSpPr>
          <a:xfrm>
            <a:off x="5867280" y="2590920"/>
            <a:ext cx="461520" cy="200520"/>
            <a:chOff x="5867280" y="2590920"/>
            <a:chExt cx="461520" cy="200520"/>
          </a:xfrm>
        </p:grpSpPr>
        <p:sp>
          <p:nvSpPr>
            <p:cNvPr id="2849" name=""/>
            <p:cNvSpPr/>
            <p:nvPr/>
          </p:nvSpPr>
          <p:spPr>
            <a:xfrm>
              <a:off x="5867280" y="2605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50" name=""/>
            <p:cNvSpPr/>
            <p:nvPr/>
          </p:nvSpPr>
          <p:spPr>
            <a:xfrm>
              <a:off x="5991120" y="2590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51" name=""/>
          <p:cNvGrpSpPr/>
          <p:nvPr/>
        </p:nvGrpSpPr>
        <p:grpSpPr>
          <a:xfrm>
            <a:off x="6210360" y="5645160"/>
            <a:ext cx="461520" cy="200520"/>
            <a:chOff x="6210360" y="5645160"/>
            <a:chExt cx="461520" cy="200520"/>
          </a:xfrm>
        </p:grpSpPr>
        <p:sp>
          <p:nvSpPr>
            <p:cNvPr id="2852" name=""/>
            <p:cNvSpPr/>
            <p:nvPr/>
          </p:nvSpPr>
          <p:spPr>
            <a:xfrm>
              <a:off x="6210360" y="566100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53" name=""/>
            <p:cNvSpPr/>
            <p:nvPr/>
          </p:nvSpPr>
          <p:spPr>
            <a:xfrm>
              <a:off x="6334200" y="56451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54" name=""/>
          <p:cNvGrpSpPr/>
          <p:nvPr/>
        </p:nvGrpSpPr>
        <p:grpSpPr>
          <a:xfrm>
            <a:off x="6248520" y="4419720"/>
            <a:ext cx="461520" cy="200520"/>
            <a:chOff x="6248520" y="4419720"/>
            <a:chExt cx="461520" cy="200520"/>
          </a:xfrm>
        </p:grpSpPr>
        <p:sp>
          <p:nvSpPr>
            <p:cNvPr id="2855" name=""/>
            <p:cNvSpPr/>
            <p:nvPr/>
          </p:nvSpPr>
          <p:spPr>
            <a:xfrm>
              <a:off x="6248520" y="4434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56" name=""/>
            <p:cNvSpPr/>
            <p:nvPr/>
          </p:nvSpPr>
          <p:spPr>
            <a:xfrm>
              <a:off x="6372360" y="4419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857" name="Oval 2856"/>
          <p:cNvSpPr/>
          <p:nvPr/>
        </p:nvSpPr>
        <p:spPr>
          <a:xfrm>
            <a:off x="3581909" y="595339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8" name="Oval 2857"/>
          <p:cNvSpPr/>
          <p:nvPr/>
        </p:nvSpPr>
        <p:spPr>
          <a:xfrm>
            <a:off x="3611909" y="598339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2859" name="Rounded Rectangle 2858"/>
          <p:cNvSpPr/>
          <p:nvPr/>
        </p:nvSpPr>
        <p:spPr>
          <a:xfrm>
            <a:off x="3789909" y="597089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2860" name="Oval 2859"/>
          <p:cNvSpPr/>
          <p:nvPr/>
        </p:nvSpPr>
        <p:spPr>
          <a:xfrm>
            <a:off x="2726217" y="563049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1" name="Oval 2860"/>
          <p:cNvSpPr/>
          <p:nvPr/>
        </p:nvSpPr>
        <p:spPr>
          <a:xfrm>
            <a:off x="2756217" y="566049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2862" name="Rounded Rectangle 2861"/>
          <p:cNvSpPr/>
          <p:nvPr/>
        </p:nvSpPr>
        <p:spPr>
          <a:xfrm>
            <a:off x="2934217" y="564799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2863" name="Oval 2862"/>
          <p:cNvSpPr/>
          <p:nvPr/>
        </p:nvSpPr>
        <p:spPr>
          <a:xfrm>
            <a:off x="1745089" y="563049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4" name="Oval 2863"/>
          <p:cNvSpPr/>
          <p:nvPr/>
        </p:nvSpPr>
        <p:spPr>
          <a:xfrm>
            <a:off x="1775089" y="566049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2865" name="Rounded Rectangle 2864"/>
          <p:cNvSpPr/>
          <p:nvPr/>
        </p:nvSpPr>
        <p:spPr>
          <a:xfrm>
            <a:off x="1953089" y="564799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2866" name="Oval 2865"/>
          <p:cNvSpPr/>
          <p:nvPr/>
        </p:nvSpPr>
        <p:spPr>
          <a:xfrm>
            <a:off x="1297993" y="340743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7" name="Oval 2866"/>
          <p:cNvSpPr/>
          <p:nvPr/>
        </p:nvSpPr>
        <p:spPr>
          <a:xfrm>
            <a:off x="1327993" y="343743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2868" name="Rounded Rectangle 2867"/>
          <p:cNvSpPr/>
          <p:nvPr/>
        </p:nvSpPr>
        <p:spPr>
          <a:xfrm>
            <a:off x="1505993" y="342493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2869" name="Oval 2868"/>
          <p:cNvSpPr/>
          <p:nvPr/>
        </p:nvSpPr>
        <p:spPr>
          <a:xfrm>
            <a:off x="8240404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0" name="Oval 2869"/>
          <p:cNvSpPr/>
          <p:nvPr/>
        </p:nvSpPr>
        <p:spPr>
          <a:xfrm>
            <a:off x="8270404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871" name="Rounded Rectangle 2870"/>
          <p:cNvSpPr/>
          <p:nvPr/>
        </p:nvSpPr>
        <p:spPr>
          <a:xfrm>
            <a:off x="8448404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 ↓</a:t>
            </a:r>
          </a:p>
        </p:txBody>
      </p:sp>
      <p:sp>
        <p:nvSpPr>
          <p:cNvPr id="2872" name="Oval 2871"/>
          <p:cNvSpPr/>
          <p:nvPr/>
        </p:nvSpPr>
        <p:spPr>
          <a:xfrm>
            <a:off x="3657667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3" name="Oval 2872"/>
          <p:cNvSpPr/>
          <p:nvPr/>
        </p:nvSpPr>
        <p:spPr>
          <a:xfrm>
            <a:off x="3687667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2874" name="Rounded Rectangle 2873"/>
          <p:cNvSpPr/>
          <p:nvPr/>
        </p:nvSpPr>
        <p:spPr>
          <a:xfrm>
            <a:off x="3865667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2875" name="Oval 2874"/>
          <p:cNvSpPr/>
          <p:nvPr/>
        </p:nvSpPr>
        <p:spPr>
          <a:xfrm>
            <a:off x="90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6" name="Oval 2875"/>
          <p:cNvSpPr/>
          <p:nvPr/>
        </p:nvSpPr>
        <p:spPr>
          <a:xfrm>
            <a:off x="120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2877" name="Rounded Rectangle 2876"/>
          <p:cNvSpPr/>
          <p:nvPr/>
        </p:nvSpPr>
        <p:spPr>
          <a:xfrm>
            <a:off x="298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2878" name="Oval 2877"/>
          <p:cNvSpPr/>
          <p:nvPr/>
        </p:nvSpPr>
        <p:spPr>
          <a:xfrm>
            <a:off x="90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9" name="Oval 2878"/>
          <p:cNvSpPr/>
          <p:nvPr/>
        </p:nvSpPr>
        <p:spPr>
          <a:xfrm>
            <a:off x="120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880" name="Rounded Rectangle 2879"/>
          <p:cNvSpPr/>
          <p:nvPr/>
        </p:nvSpPr>
        <p:spPr>
          <a:xfrm>
            <a:off x="298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2881" name="Oval 2880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2" name="Oval 2881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2883" name="Rounded Rectangle 2882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2884" name="Rounded Rectangle 2883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V61, V62, V63, V64, V65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7" name=""/>
          <p:cNvSpPr/>
          <p:nvPr/>
        </p:nvSpPr>
        <p:spPr>
          <a:xfrm>
            <a:off x="3176280" y="50760"/>
            <a:ext cx="279144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29: HKJK | RWY 6 | STAR AVIT1P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8" name=""/>
          <p:cNvSpPr/>
          <p:nvPr/>
        </p:nvSpPr>
        <p:spPr>
          <a:xfrm flipH="1">
            <a:off x="3297240" y="1639800"/>
            <a:ext cx="3022560" cy="37306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9" name=""/>
          <p:cNvSpPr/>
          <p:nvPr/>
        </p:nvSpPr>
        <p:spPr>
          <a:xfrm flipH="1" flipV="1">
            <a:off x="2824200" y="5225760"/>
            <a:ext cx="473040" cy="144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0" name=""/>
          <p:cNvSpPr/>
          <p:nvPr/>
        </p:nvSpPr>
        <p:spPr>
          <a:xfrm flipV="1">
            <a:off x="2824200" y="5100120"/>
            <a:ext cx="181080" cy="1256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1" name=""/>
          <p:cNvSpPr/>
          <p:nvPr/>
        </p:nvSpPr>
        <p:spPr>
          <a:xfrm flipV="1">
            <a:off x="3005280" y="5025600"/>
            <a:ext cx="101520" cy="74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27720" bIns="277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2" name=""/>
          <p:cNvSpPr/>
          <p:nvPr/>
        </p:nvSpPr>
        <p:spPr>
          <a:xfrm flipV="1">
            <a:off x="3106800" y="4919400"/>
            <a:ext cx="146160" cy="1062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863" name=""/>
          <p:cNvGrpSpPr/>
          <p:nvPr/>
        </p:nvGrpSpPr>
        <p:grpSpPr>
          <a:xfrm>
            <a:off x="6256440" y="1576440"/>
            <a:ext cx="578520" cy="200520"/>
            <a:chOff x="6256440" y="1576440"/>
            <a:chExt cx="578520" cy="200520"/>
          </a:xfrm>
        </p:grpSpPr>
        <p:sp>
          <p:nvSpPr>
            <p:cNvPr id="2864" name=""/>
            <p:cNvSpPr/>
            <p:nvPr/>
          </p:nvSpPr>
          <p:spPr>
            <a:xfrm>
              <a:off x="6256440" y="1576440"/>
              <a:ext cx="12672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65" name=""/>
            <p:cNvSpPr/>
            <p:nvPr/>
          </p:nvSpPr>
          <p:spPr>
            <a:xfrm>
              <a:off x="6388920" y="157644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AVITU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66" name=""/>
          <p:cNvGrpSpPr/>
          <p:nvPr/>
        </p:nvGrpSpPr>
        <p:grpSpPr>
          <a:xfrm>
            <a:off x="3246480" y="5307120"/>
            <a:ext cx="451440" cy="200520"/>
            <a:chOff x="3246480" y="5307120"/>
            <a:chExt cx="451440" cy="200520"/>
          </a:xfrm>
        </p:grpSpPr>
        <p:sp>
          <p:nvSpPr>
            <p:cNvPr id="2867" name=""/>
            <p:cNvSpPr/>
            <p:nvPr/>
          </p:nvSpPr>
          <p:spPr>
            <a:xfrm>
              <a:off x="3246480" y="53197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68" name=""/>
            <p:cNvSpPr/>
            <p:nvPr/>
          </p:nvSpPr>
          <p:spPr>
            <a:xfrm>
              <a:off x="3404520" y="5307120"/>
              <a:ext cx="29340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TV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69" name=""/>
          <p:cNvGrpSpPr/>
          <p:nvPr/>
        </p:nvGrpSpPr>
        <p:grpSpPr>
          <a:xfrm>
            <a:off x="2773440" y="5162400"/>
            <a:ext cx="540360" cy="200520"/>
            <a:chOff x="2773440" y="5162400"/>
            <a:chExt cx="540360" cy="200520"/>
          </a:xfrm>
        </p:grpSpPr>
        <p:sp>
          <p:nvSpPr>
            <p:cNvPr id="2870" name=""/>
            <p:cNvSpPr/>
            <p:nvPr/>
          </p:nvSpPr>
          <p:spPr>
            <a:xfrm>
              <a:off x="2773440" y="51753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71" name=""/>
            <p:cNvSpPr/>
            <p:nvPr/>
          </p:nvSpPr>
          <p:spPr>
            <a:xfrm>
              <a:off x="2893680" y="5162400"/>
              <a:ext cx="4201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TV-11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72" name=""/>
          <p:cNvGrpSpPr/>
          <p:nvPr/>
        </p:nvGrpSpPr>
        <p:grpSpPr>
          <a:xfrm>
            <a:off x="2963880" y="5037120"/>
            <a:ext cx="467280" cy="200520"/>
            <a:chOff x="2963880" y="5037120"/>
            <a:chExt cx="467280" cy="200520"/>
          </a:xfrm>
        </p:grpSpPr>
        <p:sp>
          <p:nvSpPr>
            <p:cNvPr id="2873" name=""/>
            <p:cNvSpPr/>
            <p:nvPr/>
          </p:nvSpPr>
          <p:spPr>
            <a:xfrm>
              <a:off x="2963880" y="505944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74" name=""/>
            <p:cNvSpPr/>
            <p:nvPr/>
          </p:nvSpPr>
          <p:spPr>
            <a:xfrm>
              <a:off x="3064680" y="5037120"/>
              <a:ext cx="36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CI06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75" name=""/>
          <p:cNvGrpSpPr/>
          <p:nvPr/>
        </p:nvGrpSpPr>
        <p:grpSpPr>
          <a:xfrm>
            <a:off x="3065400" y="4962600"/>
            <a:ext cx="545400" cy="200520"/>
            <a:chOff x="3065400" y="4962600"/>
            <a:chExt cx="545400" cy="200520"/>
          </a:xfrm>
        </p:grpSpPr>
        <p:sp>
          <p:nvSpPr>
            <p:cNvPr id="2876" name=""/>
            <p:cNvSpPr/>
            <p:nvPr/>
          </p:nvSpPr>
          <p:spPr>
            <a:xfrm>
              <a:off x="3065400" y="4984920"/>
              <a:ext cx="8244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77" name=""/>
            <p:cNvSpPr/>
            <p:nvPr/>
          </p:nvSpPr>
          <p:spPr>
            <a:xfrm>
              <a:off x="3175560" y="4962600"/>
              <a:ext cx="435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NONB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78" name=""/>
          <p:cNvGrpSpPr/>
          <p:nvPr/>
        </p:nvGrpSpPr>
        <p:grpSpPr>
          <a:xfrm>
            <a:off x="3189240" y="4856040"/>
            <a:ext cx="580680" cy="200520"/>
            <a:chOff x="3189240" y="4856040"/>
            <a:chExt cx="580680" cy="200520"/>
          </a:xfrm>
        </p:grpSpPr>
        <p:sp>
          <p:nvSpPr>
            <p:cNvPr id="2879" name=""/>
            <p:cNvSpPr/>
            <p:nvPr/>
          </p:nvSpPr>
          <p:spPr>
            <a:xfrm>
              <a:off x="3189240" y="485604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80" name=""/>
            <p:cNvSpPr/>
            <p:nvPr/>
          </p:nvSpPr>
          <p:spPr>
            <a:xfrm>
              <a:off x="3343680" y="485604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RW06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81" name=""/>
          <p:cNvGrpSpPr/>
          <p:nvPr/>
        </p:nvGrpSpPr>
        <p:grpSpPr>
          <a:xfrm>
            <a:off x="2084400" y="846000"/>
            <a:ext cx="479160" cy="200520"/>
            <a:chOff x="2084400" y="846000"/>
            <a:chExt cx="479160" cy="200520"/>
          </a:xfrm>
        </p:grpSpPr>
        <p:sp>
          <p:nvSpPr>
            <p:cNvPr id="2882" name=""/>
            <p:cNvSpPr/>
            <p:nvPr/>
          </p:nvSpPr>
          <p:spPr>
            <a:xfrm>
              <a:off x="2084400" y="85248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83" name=""/>
            <p:cNvSpPr/>
            <p:nvPr/>
          </p:nvSpPr>
          <p:spPr>
            <a:xfrm>
              <a:off x="2225880" y="846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84" name=""/>
          <p:cNvGrpSpPr/>
          <p:nvPr/>
        </p:nvGrpSpPr>
        <p:grpSpPr>
          <a:xfrm>
            <a:off x="1981080" y="5181480"/>
            <a:ext cx="478800" cy="200520"/>
            <a:chOff x="1981080" y="5181480"/>
            <a:chExt cx="478800" cy="200520"/>
          </a:xfrm>
        </p:grpSpPr>
        <p:sp>
          <p:nvSpPr>
            <p:cNvPr id="2885" name=""/>
            <p:cNvSpPr/>
            <p:nvPr/>
          </p:nvSpPr>
          <p:spPr>
            <a:xfrm>
              <a:off x="1981080" y="518796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86" name=""/>
            <p:cNvSpPr/>
            <p:nvPr/>
          </p:nvSpPr>
          <p:spPr>
            <a:xfrm>
              <a:off x="2122200" y="5181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87" name=""/>
          <p:cNvGrpSpPr/>
          <p:nvPr/>
        </p:nvGrpSpPr>
        <p:grpSpPr>
          <a:xfrm>
            <a:off x="3932280" y="2428920"/>
            <a:ext cx="479160" cy="200520"/>
            <a:chOff x="3932280" y="2428920"/>
            <a:chExt cx="479160" cy="200520"/>
          </a:xfrm>
        </p:grpSpPr>
        <p:sp>
          <p:nvSpPr>
            <p:cNvPr id="2888" name=""/>
            <p:cNvSpPr/>
            <p:nvPr/>
          </p:nvSpPr>
          <p:spPr>
            <a:xfrm>
              <a:off x="3932280" y="243540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89" name=""/>
            <p:cNvSpPr/>
            <p:nvPr/>
          </p:nvSpPr>
          <p:spPr>
            <a:xfrm>
              <a:off x="4073760" y="2428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90" name=""/>
          <p:cNvGrpSpPr/>
          <p:nvPr/>
        </p:nvGrpSpPr>
        <p:grpSpPr>
          <a:xfrm>
            <a:off x="5638680" y="4191120"/>
            <a:ext cx="461880" cy="200520"/>
            <a:chOff x="5638680" y="4191120"/>
            <a:chExt cx="461880" cy="200520"/>
          </a:xfrm>
        </p:grpSpPr>
        <p:sp>
          <p:nvSpPr>
            <p:cNvPr id="2891" name=""/>
            <p:cNvSpPr/>
            <p:nvPr/>
          </p:nvSpPr>
          <p:spPr>
            <a:xfrm>
              <a:off x="5638680" y="4205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92" name=""/>
            <p:cNvSpPr/>
            <p:nvPr/>
          </p:nvSpPr>
          <p:spPr>
            <a:xfrm>
              <a:off x="5762880" y="4191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93" name=""/>
          <p:cNvGrpSpPr/>
          <p:nvPr/>
        </p:nvGrpSpPr>
        <p:grpSpPr>
          <a:xfrm>
            <a:off x="1295280" y="3124080"/>
            <a:ext cx="460440" cy="200520"/>
            <a:chOff x="1295280" y="3124080"/>
            <a:chExt cx="460440" cy="200520"/>
          </a:xfrm>
        </p:grpSpPr>
        <p:sp>
          <p:nvSpPr>
            <p:cNvPr id="2894" name=""/>
            <p:cNvSpPr/>
            <p:nvPr/>
          </p:nvSpPr>
          <p:spPr>
            <a:xfrm>
              <a:off x="1295280" y="31399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95" name=""/>
            <p:cNvSpPr/>
            <p:nvPr/>
          </p:nvSpPr>
          <p:spPr>
            <a:xfrm>
              <a:off x="1418040" y="3124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96" name=""/>
          <p:cNvGrpSpPr/>
          <p:nvPr/>
        </p:nvGrpSpPr>
        <p:grpSpPr>
          <a:xfrm>
            <a:off x="8229600" y="6172200"/>
            <a:ext cx="461520" cy="200520"/>
            <a:chOff x="8229600" y="6172200"/>
            <a:chExt cx="461520" cy="200520"/>
          </a:xfrm>
        </p:grpSpPr>
        <p:sp>
          <p:nvSpPr>
            <p:cNvPr id="2897" name=""/>
            <p:cNvSpPr/>
            <p:nvPr/>
          </p:nvSpPr>
          <p:spPr>
            <a:xfrm>
              <a:off x="8229600" y="61880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98" name=""/>
            <p:cNvSpPr/>
            <p:nvPr/>
          </p:nvSpPr>
          <p:spPr>
            <a:xfrm>
              <a:off x="8353440" y="6172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99" name=""/>
          <p:cNvGrpSpPr/>
          <p:nvPr/>
        </p:nvGrpSpPr>
        <p:grpSpPr>
          <a:xfrm>
            <a:off x="5943600" y="457200"/>
            <a:ext cx="461520" cy="200520"/>
            <a:chOff x="5943600" y="457200"/>
            <a:chExt cx="461520" cy="200520"/>
          </a:xfrm>
        </p:grpSpPr>
        <p:sp>
          <p:nvSpPr>
            <p:cNvPr id="2900" name=""/>
            <p:cNvSpPr/>
            <p:nvPr/>
          </p:nvSpPr>
          <p:spPr>
            <a:xfrm>
              <a:off x="5943600" y="47268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01" name=""/>
            <p:cNvSpPr/>
            <p:nvPr/>
          </p:nvSpPr>
          <p:spPr>
            <a:xfrm>
              <a:off x="6067440" y="457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02" name=""/>
          <p:cNvGrpSpPr/>
          <p:nvPr/>
        </p:nvGrpSpPr>
        <p:grpSpPr>
          <a:xfrm>
            <a:off x="7620120" y="2362320"/>
            <a:ext cx="460080" cy="200520"/>
            <a:chOff x="7620120" y="2362320"/>
            <a:chExt cx="460080" cy="200520"/>
          </a:xfrm>
        </p:grpSpPr>
        <p:sp>
          <p:nvSpPr>
            <p:cNvPr id="2903" name=""/>
            <p:cNvSpPr/>
            <p:nvPr/>
          </p:nvSpPr>
          <p:spPr>
            <a:xfrm>
              <a:off x="7620120" y="23767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04" name=""/>
            <p:cNvSpPr/>
            <p:nvPr/>
          </p:nvSpPr>
          <p:spPr>
            <a:xfrm>
              <a:off x="7742520" y="2362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05" name=""/>
          <p:cNvGrpSpPr/>
          <p:nvPr/>
        </p:nvGrpSpPr>
        <p:grpSpPr>
          <a:xfrm>
            <a:off x="4876920" y="1295280"/>
            <a:ext cx="461160" cy="200520"/>
            <a:chOff x="4876920" y="1295280"/>
            <a:chExt cx="461160" cy="200520"/>
          </a:xfrm>
        </p:grpSpPr>
        <p:sp>
          <p:nvSpPr>
            <p:cNvPr id="2906" name=""/>
            <p:cNvSpPr/>
            <p:nvPr/>
          </p:nvSpPr>
          <p:spPr>
            <a:xfrm>
              <a:off x="4876920" y="13093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07" name=""/>
            <p:cNvSpPr/>
            <p:nvPr/>
          </p:nvSpPr>
          <p:spPr>
            <a:xfrm>
              <a:off x="5000400" y="1295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08" name=""/>
          <p:cNvGrpSpPr/>
          <p:nvPr/>
        </p:nvGrpSpPr>
        <p:grpSpPr>
          <a:xfrm>
            <a:off x="2743200" y="5638680"/>
            <a:ext cx="460080" cy="200520"/>
            <a:chOff x="2743200" y="5638680"/>
            <a:chExt cx="460080" cy="200520"/>
          </a:xfrm>
        </p:grpSpPr>
        <p:sp>
          <p:nvSpPr>
            <p:cNvPr id="2909" name=""/>
            <p:cNvSpPr/>
            <p:nvPr/>
          </p:nvSpPr>
          <p:spPr>
            <a:xfrm>
              <a:off x="2743200" y="56545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10" name=""/>
            <p:cNvSpPr/>
            <p:nvPr/>
          </p:nvSpPr>
          <p:spPr>
            <a:xfrm>
              <a:off x="2865600" y="5638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11" name=""/>
          <p:cNvGrpSpPr/>
          <p:nvPr/>
        </p:nvGrpSpPr>
        <p:grpSpPr>
          <a:xfrm>
            <a:off x="5334120" y="5105520"/>
            <a:ext cx="461520" cy="200520"/>
            <a:chOff x="5334120" y="5105520"/>
            <a:chExt cx="461520" cy="200520"/>
          </a:xfrm>
        </p:grpSpPr>
        <p:sp>
          <p:nvSpPr>
            <p:cNvPr id="2912" name=""/>
            <p:cNvSpPr/>
            <p:nvPr/>
          </p:nvSpPr>
          <p:spPr>
            <a:xfrm>
              <a:off x="5334120" y="5121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13" name=""/>
            <p:cNvSpPr/>
            <p:nvPr/>
          </p:nvSpPr>
          <p:spPr>
            <a:xfrm>
              <a:off x="5457960" y="5105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14" name=""/>
          <p:cNvGrpSpPr/>
          <p:nvPr/>
        </p:nvGrpSpPr>
        <p:grpSpPr>
          <a:xfrm>
            <a:off x="6248520" y="2971800"/>
            <a:ext cx="460080" cy="200520"/>
            <a:chOff x="6248520" y="2971800"/>
            <a:chExt cx="460080" cy="200520"/>
          </a:xfrm>
        </p:grpSpPr>
        <p:sp>
          <p:nvSpPr>
            <p:cNvPr id="2915" name=""/>
            <p:cNvSpPr/>
            <p:nvPr/>
          </p:nvSpPr>
          <p:spPr>
            <a:xfrm>
              <a:off x="6248520" y="298620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16" name=""/>
            <p:cNvSpPr/>
            <p:nvPr/>
          </p:nvSpPr>
          <p:spPr>
            <a:xfrm>
              <a:off x="6370920" y="2971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17" name=""/>
          <p:cNvGrpSpPr/>
          <p:nvPr/>
        </p:nvGrpSpPr>
        <p:grpSpPr>
          <a:xfrm>
            <a:off x="304920" y="4038480"/>
            <a:ext cx="461160" cy="200520"/>
            <a:chOff x="304920" y="4038480"/>
            <a:chExt cx="461160" cy="200520"/>
          </a:xfrm>
        </p:grpSpPr>
        <p:sp>
          <p:nvSpPr>
            <p:cNvPr id="2918" name=""/>
            <p:cNvSpPr/>
            <p:nvPr/>
          </p:nvSpPr>
          <p:spPr>
            <a:xfrm>
              <a:off x="304920" y="405468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19" name=""/>
            <p:cNvSpPr/>
            <p:nvPr/>
          </p:nvSpPr>
          <p:spPr>
            <a:xfrm>
              <a:off x="428400" y="4038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20" name=""/>
          <p:cNvGrpSpPr/>
          <p:nvPr/>
        </p:nvGrpSpPr>
        <p:grpSpPr>
          <a:xfrm>
            <a:off x="6019920" y="6400800"/>
            <a:ext cx="461160" cy="200520"/>
            <a:chOff x="6019920" y="6400800"/>
            <a:chExt cx="461160" cy="200520"/>
          </a:xfrm>
        </p:grpSpPr>
        <p:sp>
          <p:nvSpPr>
            <p:cNvPr id="2921" name=""/>
            <p:cNvSpPr/>
            <p:nvPr/>
          </p:nvSpPr>
          <p:spPr>
            <a:xfrm>
              <a:off x="6019920" y="641520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22" name=""/>
            <p:cNvSpPr/>
            <p:nvPr/>
          </p:nvSpPr>
          <p:spPr>
            <a:xfrm>
              <a:off x="6143400" y="6400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23" name=""/>
          <p:cNvGrpSpPr/>
          <p:nvPr/>
        </p:nvGrpSpPr>
        <p:grpSpPr>
          <a:xfrm>
            <a:off x="3192480" y="3637080"/>
            <a:ext cx="461880" cy="200520"/>
            <a:chOff x="3192480" y="3637080"/>
            <a:chExt cx="461880" cy="200520"/>
          </a:xfrm>
        </p:grpSpPr>
        <p:sp>
          <p:nvSpPr>
            <p:cNvPr id="2924" name=""/>
            <p:cNvSpPr/>
            <p:nvPr/>
          </p:nvSpPr>
          <p:spPr>
            <a:xfrm>
              <a:off x="3192480" y="36529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25" name=""/>
            <p:cNvSpPr/>
            <p:nvPr/>
          </p:nvSpPr>
          <p:spPr>
            <a:xfrm>
              <a:off x="3316680" y="3637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26" name=""/>
          <p:cNvGrpSpPr/>
          <p:nvPr/>
        </p:nvGrpSpPr>
        <p:grpSpPr>
          <a:xfrm>
            <a:off x="380880" y="6477120"/>
            <a:ext cx="461520" cy="200520"/>
            <a:chOff x="380880" y="6477120"/>
            <a:chExt cx="461520" cy="200520"/>
          </a:xfrm>
        </p:grpSpPr>
        <p:sp>
          <p:nvSpPr>
            <p:cNvPr id="2927" name=""/>
            <p:cNvSpPr/>
            <p:nvPr/>
          </p:nvSpPr>
          <p:spPr>
            <a:xfrm>
              <a:off x="380880" y="6492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28" name=""/>
            <p:cNvSpPr/>
            <p:nvPr/>
          </p:nvSpPr>
          <p:spPr>
            <a:xfrm>
              <a:off x="504720" y="6477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29" name=""/>
          <p:cNvGrpSpPr/>
          <p:nvPr/>
        </p:nvGrpSpPr>
        <p:grpSpPr>
          <a:xfrm>
            <a:off x="2468520" y="1671480"/>
            <a:ext cx="460080" cy="200520"/>
            <a:chOff x="2468520" y="1671480"/>
            <a:chExt cx="460080" cy="200520"/>
          </a:xfrm>
        </p:grpSpPr>
        <p:sp>
          <p:nvSpPr>
            <p:cNvPr id="2930" name=""/>
            <p:cNvSpPr/>
            <p:nvPr/>
          </p:nvSpPr>
          <p:spPr>
            <a:xfrm>
              <a:off x="2468520" y="168768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31" name=""/>
            <p:cNvSpPr/>
            <p:nvPr/>
          </p:nvSpPr>
          <p:spPr>
            <a:xfrm>
              <a:off x="2590920" y="1671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32" name=""/>
          <p:cNvGrpSpPr/>
          <p:nvPr/>
        </p:nvGrpSpPr>
        <p:grpSpPr>
          <a:xfrm>
            <a:off x="4114800" y="5562720"/>
            <a:ext cx="461880" cy="200520"/>
            <a:chOff x="4114800" y="5562720"/>
            <a:chExt cx="461880" cy="200520"/>
          </a:xfrm>
        </p:grpSpPr>
        <p:sp>
          <p:nvSpPr>
            <p:cNvPr id="2933" name=""/>
            <p:cNvSpPr/>
            <p:nvPr/>
          </p:nvSpPr>
          <p:spPr>
            <a:xfrm>
              <a:off x="4114800" y="55785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34" name=""/>
            <p:cNvSpPr/>
            <p:nvPr/>
          </p:nvSpPr>
          <p:spPr>
            <a:xfrm>
              <a:off x="4239000" y="5562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35" name=""/>
          <p:cNvGrpSpPr/>
          <p:nvPr/>
        </p:nvGrpSpPr>
        <p:grpSpPr>
          <a:xfrm>
            <a:off x="7543800" y="1219320"/>
            <a:ext cx="461880" cy="200520"/>
            <a:chOff x="7543800" y="1219320"/>
            <a:chExt cx="461880" cy="200520"/>
          </a:xfrm>
        </p:grpSpPr>
        <p:sp>
          <p:nvSpPr>
            <p:cNvPr id="2936" name=""/>
            <p:cNvSpPr/>
            <p:nvPr/>
          </p:nvSpPr>
          <p:spPr>
            <a:xfrm>
              <a:off x="7543800" y="123336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37" name=""/>
            <p:cNvSpPr/>
            <p:nvPr/>
          </p:nvSpPr>
          <p:spPr>
            <a:xfrm>
              <a:off x="7668000" y="1219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38" name=""/>
          <p:cNvGrpSpPr/>
          <p:nvPr/>
        </p:nvGrpSpPr>
        <p:grpSpPr>
          <a:xfrm>
            <a:off x="2841480" y="2438280"/>
            <a:ext cx="461880" cy="200520"/>
            <a:chOff x="2841480" y="2438280"/>
            <a:chExt cx="461880" cy="200520"/>
          </a:xfrm>
        </p:grpSpPr>
        <p:sp>
          <p:nvSpPr>
            <p:cNvPr id="2939" name=""/>
            <p:cNvSpPr/>
            <p:nvPr/>
          </p:nvSpPr>
          <p:spPr>
            <a:xfrm>
              <a:off x="2841480" y="24526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40" name=""/>
            <p:cNvSpPr/>
            <p:nvPr/>
          </p:nvSpPr>
          <p:spPr>
            <a:xfrm>
              <a:off x="2965680" y="2438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941" name="Oval 2940"/>
          <p:cNvSpPr/>
          <p:nvPr/>
        </p:nvSpPr>
        <p:spPr>
          <a:xfrm>
            <a:off x="2774709" y="459543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2" name="Oval 2941"/>
          <p:cNvSpPr/>
          <p:nvPr/>
        </p:nvSpPr>
        <p:spPr>
          <a:xfrm>
            <a:off x="2804709" y="462543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2943" name="Rounded Rectangle 2942"/>
          <p:cNvSpPr/>
          <p:nvPr/>
        </p:nvSpPr>
        <p:spPr>
          <a:xfrm>
            <a:off x="2982709" y="461293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2944" name="Oval 2943"/>
          <p:cNvSpPr/>
          <p:nvPr/>
        </p:nvSpPr>
        <p:spPr>
          <a:xfrm>
            <a:off x="2498268" y="487009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5" name="Oval 2944"/>
          <p:cNvSpPr/>
          <p:nvPr/>
        </p:nvSpPr>
        <p:spPr>
          <a:xfrm>
            <a:off x="2528268" y="490009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2946" name="Rounded Rectangle 2945"/>
          <p:cNvSpPr/>
          <p:nvPr/>
        </p:nvSpPr>
        <p:spPr>
          <a:xfrm>
            <a:off x="2706268" y="488759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2947" name="Oval 2946"/>
          <p:cNvSpPr/>
          <p:nvPr/>
        </p:nvSpPr>
        <p:spPr>
          <a:xfrm>
            <a:off x="2721204" y="506805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8" name="Oval 2947"/>
          <p:cNvSpPr/>
          <p:nvPr/>
        </p:nvSpPr>
        <p:spPr>
          <a:xfrm>
            <a:off x="2751204" y="509805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2949" name="Rounded Rectangle 2948"/>
          <p:cNvSpPr/>
          <p:nvPr/>
        </p:nvSpPr>
        <p:spPr>
          <a:xfrm>
            <a:off x="2929204" y="508555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2950" name="Oval 2949"/>
          <p:cNvSpPr/>
          <p:nvPr/>
        </p:nvSpPr>
        <p:spPr>
          <a:xfrm>
            <a:off x="7483116" y="73864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1" name="Oval 2950"/>
          <p:cNvSpPr/>
          <p:nvPr/>
        </p:nvSpPr>
        <p:spPr>
          <a:xfrm>
            <a:off x="7513116" y="76864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952" name="Rounded Rectangle 2951"/>
          <p:cNvSpPr/>
          <p:nvPr/>
        </p:nvSpPr>
        <p:spPr>
          <a:xfrm>
            <a:off x="7691116" y="75614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2953" name="Oval 2952"/>
          <p:cNvSpPr/>
          <p:nvPr/>
        </p:nvSpPr>
        <p:spPr>
          <a:xfrm>
            <a:off x="4353095" y="274060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4" name="Oval 2953"/>
          <p:cNvSpPr/>
          <p:nvPr/>
        </p:nvSpPr>
        <p:spPr>
          <a:xfrm>
            <a:off x="4383095" y="277060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2955" name="Rounded Rectangle 2954"/>
          <p:cNvSpPr/>
          <p:nvPr/>
        </p:nvSpPr>
        <p:spPr>
          <a:xfrm>
            <a:off x="4561095" y="275810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2956" name="Oval 2955"/>
          <p:cNvSpPr/>
          <p:nvPr/>
        </p:nvSpPr>
        <p:spPr>
          <a:xfrm>
            <a:off x="4632300" y="215205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7" name="Oval 2956"/>
          <p:cNvSpPr/>
          <p:nvPr/>
        </p:nvSpPr>
        <p:spPr>
          <a:xfrm>
            <a:off x="4662300" y="218205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2958" name="Rounded Rectangle 2957"/>
          <p:cNvSpPr/>
          <p:nvPr/>
        </p:nvSpPr>
        <p:spPr>
          <a:xfrm>
            <a:off x="4840300" y="216955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</a:t>
            </a:r>
          </a:p>
        </p:txBody>
      </p:sp>
      <p:sp>
        <p:nvSpPr>
          <p:cNvPr id="2959" name="Oval 2958"/>
          <p:cNvSpPr/>
          <p:nvPr/>
        </p:nvSpPr>
        <p:spPr>
          <a:xfrm>
            <a:off x="6288625" y="558081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0" name="Oval 2959"/>
          <p:cNvSpPr/>
          <p:nvPr/>
        </p:nvSpPr>
        <p:spPr>
          <a:xfrm>
            <a:off x="6318625" y="561081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961" name="Rounded Rectangle 2960"/>
          <p:cNvSpPr/>
          <p:nvPr/>
        </p:nvSpPr>
        <p:spPr>
          <a:xfrm>
            <a:off x="6496625" y="559831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</a:t>
            </a:r>
          </a:p>
        </p:txBody>
      </p:sp>
      <p:sp>
        <p:nvSpPr>
          <p:cNvPr id="2962" name="Oval 2961"/>
          <p:cNvSpPr/>
          <p:nvPr/>
        </p:nvSpPr>
        <p:spPr>
          <a:xfrm>
            <a:off x="7006033" y="568782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3" name="Oval 2962"/>
          <p:cNvSpPr/>
          <p:nvPr/>
        </p:nvSpPr>
        <p:spPr>
          <a:xfrm>
            <a:off x="7036033" y="571782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2964" name="Rounded Rectangle 2963"/>
          <p:cNvSpPr/>
          <p:nvPr/>
        </p:nvSpPr>
        <p:spPr>
          <a:xfrm>
            <a:off x="7214033" y="570532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</a:t>
            </a:r>
          </a:p>
        </p:txBody>
      </p:sp>
      <p:sp>
        <p:nvSpPr>
          <p:cNvPr id="2965" name="Rounded Rectangle 2964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1" name=""/>
          <p:cNvSpPr/>
          <p:nvPr/>
        </p:nvSpPr>
        <p:spPr>
          <a:xfrm>
            <a:off x="3110760" y="50760"/>
            <a:ext cx="292248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30: GMMX | RWY 10 | STAR BGA7A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2" name=""/>
          <p:cNvSpPr/>
          <p:nvPr/>
        </p:nvSpPr>
        <p:spPr>
          <a:xfrm flipH="1">
            <a:off x="5716440" y="2249640"/>
            <a:ext cx="1525680" cy="407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3" name=""/>
          <p:cNvSpPr/>
          <p:nvPr/>
        </p:nvSpPr>
        <p:spPr>
          <a:xfrm flipH="1" flipV="1">
            <a:off x="4971960" y="2295360"/>
            <a:ext cx="744480" cy="362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4" name=""/>
          <p:cNvSpPr/>
          <p:nvPr/>
        </p:nvSpPr>
        <p:spPr>
          <a:xfrm flipH="1" flipV="1">
            <a:off x="4033800" y="2196720"/>
            <a:ext cx="938160" cy="98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5" name=""/>
          <p:cNvSpPr/>
          <p:nvPr/>
        </p:nvSpPr>
        <p:spPr>
          <a:xfrm flipH="1">
            <a:off x="3219480" y="2197080"/>
            <a:ext cx="814320" cy="2332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6" name=""/>
          <p:cNvSpPr/>
          <p:nvPr/>
        </p:nvSpPr>
        <p:spPr>
          <a:xfrm flipH="1">
            <a:off x="2441160" y="2430360"/>
            <a:ext cx="777960" cy="5652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7" name=""/>
          <p:cNvSpPr/>
          <p:nvPr/>
        </p:nvSpPr>
        <p:spPr>
          <a:xfrm flipH="1">
            <a:off x="1901520" y="2995560"/>
            <a:ext cx="539640" cy="933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8" name=""/>
          <p:cNvSpPr/>
          <p:nvPr/>
        </p:nvSpPr>
        <p:spPr>
          <a:xfrm>
            <a:off x="1901880" y="3929040"/>
            <a:ext cx="1887480" cy="7254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9" name=""/>
          <p:cNvSpPr/>
          <p:nvPr/>
        </p:nvSpPr>
        <p:spPr>
          <a:xfrm>
            <a:off x="3789360" y="4654440"/>
            <a:ext cx="495360" cy="77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30960" bIns="309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0" name=""/>
          <p:cNvSpPr/>
          <p:nvPr/>
        </p:nvSpPr>
        <p:spPr>
          <a:xfrm>
            <a:off x="4284720" y="4732200"/>
            <a:ext cx="512640" cy="810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34200" bIns="342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951" name=""/>
          <p:cNvGrpSpPr/>
          <p:nvPr/>
        </p:nvGrpSpPr>
        <p:grpSpPr>
          <a:xfrm>
            <a:off x="7178760" y="2185920"/>
            <a:ext cx="612720" cy="200520"/>
            <a:chOff x="7178760" y="2185920"/>
            <a:chExt cx="612720" cy="200520"/>
          </a:xfrm>
        </p:grpSpPr>
        <p:sp>
          <p:nvSpPr>
            <p:cNvPr id="2952" name=""/>
            <p:cNvSpPr/>
            <p:nvPr/>
          </p:nvSpPr>
          <p:spPr>
            <a:xfrm>
              <a:off x="7178760" y="218592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53" name=""/>
            <p:cNvSpPr/>
            <p:nvPr/>
          </p:nvSpPr>
          <p:spPr>
            <a:xfrm>
              <a:off x="7277040" y="2185920"/>
              <a:ext cx="5144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OBOGA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54" name=""/>
          <p:cNvGrpSpPr/>
          <p:nvPr/>
        </p:nvGrpSpPr>
        <p:grpSpPr>
          <a:xfrm>
            <a:off x="5665680" y="2593800"/>
            <a:ext cx="562320" cy="200520"/>
            <a:chOff x="5665680" y="2593800"/>
            <a:chExt cx="562320" cy="200520"/>
          </a:xfrm>
        </p:grpSpPr>
        <p:sp>
          <p:nvSpPr>
            <p:cNvPr id="2955" name=""/>
            <p:cNvSpPr/>
            <p:nvPr/>
          </p:nvSpPr>
          <p:spPr>
            <a:xfrm>
              <a:off x="5665680" y="260676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56" name=""/>
            <p:cNvSpPr/>
            <p:nvPr/>
          </p:nvSpPr>
          <p:spPr>
            <a:xfrm>
              <a:off x="5763960" y="259380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D032M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57" name=""/>
          <p:cNvGrpSpPr/>
          <p:nvPr/>
        </p:nvGrpSpPr>
        <p:grpSpPr>
          <a:xfrm>
            <a:off x="4921200" y="2232000"/>
            <a:ext cx="562320" cy="200520"/>
            <a:chOff x="4921200" y="2232000"/>
            <a:chExt cx="562320" cy="200520"/>
          </a:xfrm>
        </p:grpSpPr>
        <p:sp>
          <p:nvSpPr>
            <p:cNvPr id="2958" name=""/>
            <p:cNvSpPr/>
            <p:nvPr/>
          </p:nvSpPr>
          <p:spPr>
            <a:xfrm>
              <a:off x="4921200" y="224460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59" name=""/>
            <p:cNvSpPr/>
            <p:nvPr/>
          </p:nvSpPr>
          <p:spPr>
            <a:xfrm>
              <a:off x="5019480" y="223200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D013M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60" name=""/>
          <p:cNvGrpSpPr/>
          <p:nvPr/>
        </p:nvGrpSpPr>
        <p:grpSpPr>
          <a:xfrm>
            <a:off x="3983040" y="2133720"/>
            <a:ext cx="594000" cy="200520"/>
            <a:chOff x="3983040" y="2133720"/>
            <a:chExt cx="594000" cy="200520"/>
          </a:xfrm>
        </p:grpSpPr>
        <p:sp>
          <p:nvSpPr>
            <p:cNvPr id="2961" name=""/>
            <p:cNvSpPr/>
            <p:nvPr/>
          </p:nvSpPr>
          <p:spPr>
            <a:xfrm>
              <a:off x="3983040" y="21463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62" name=""/>
            <p:cNvSpPr/>
            <p:nvPr/>
          </p:nvSpPr>
          <p:spPr>
            <a:xfrm>
              <a:off x="4113000" y="213372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D354M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63" name=""/>
          <p:cNvGrpSpPr/>
          <p:nvPr/>
        </p:nvGrpSpPr>
        <p:grpSpPr>
          <a:xfrm>
            <a:off x="3168720" y="2367000"/>
            <a:ext cx="594000" cy="200520"/>
            <a:chOff x="3168720" y="2367000"/>
            <a:chExt cx="594000" cy="200520"/>
          </a:xfrm>
        </p:grpSpPr>
        <p:sp>
          <p:nvSpPr>
            <p:cNvPr id="2964" name=""/>
            <p:cNvSpPr/>
            <p:nvPr/>
          </p:nvSpPr>
          <p:spPr>
            <a:xfrm>
              <a:off x="3168720" y="23796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65" name=""/>
            <p:cNvSpPr/>
            <p:nvPr/>
          </p:nvSpPr>
          <p:spPr>
            <a:xfrm>
              <a:off x="3298680" y="236700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D332M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66" name=""/>
          <p:cNvGrpSpPr/>
          <p:nvPr/>
        </p:nvGrpSpPr>
        <p:grpSpPr>
          <a:xfrm>
            <a:off x="2390760" y="2932200"/>
            <a:ext cx="594000" cy="200520"/>
            <a:chOff x="2390760" y="2932200"/>
            <a:chExt cx="594000" cy="200520"/>
          </a:xfrm>
        </p:grpSpPr>
        <p:sp>
          <p:nvSpPr>
            <p:cNvPr id="2967" name=""/>
            <p:cNvSpPr/>
            <p:nvPr/>
          </p:nvSpPr>
          <p:spPr>
            <a:xfrm>
              <a:off x="2390760" y="29448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68" name=""/>
            <p:cNvSpPr/>
            <p:nvPr/>
          </p:nvSpPr>
          <p:spPr>
            <a:xfrm>
              <a:off x="2520720" y="293220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D310M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69" name=""/>
          <p:cNvGrpSpPr/>
          <p:nvPr/>
        </p:nvGrpSpPr>
        <p:grpSpPr>
          <a:xfrm>
            <a:off x="1860480" y="3865680"/>
            <a:ext cx="573480" cy="200520"/>
            <a:chOff x="1860480" y="3865680"/>
            <a:chExt cx="573480" cy="200520"/>
          </a:xfrm>
        </p:grpSpPr>
        <p:sp>
          <p:nvSpPr>
            <p:cNvPr id="2970" name=""/>
            <p:cNvSpPr/>
            <p:nvPr/>
          </p:nvSpPr>
          <p:spPr>
            <a:xfrm>
              <a:off x="1860480" y="388944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71" name=""/>
            <p:cNvSpPr/>
            <p:nvPr/>
          </p:nvSpPr>
          <p:spPr>
            <a:xfrm>
              <a:off x="1969920" y="386568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D288M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72" name=""/>
          <p:cNvGrpSpPr/>
          <p:nvPr/>
        </p:nvGrpSpPr>
        <p:grpSpPr>
          <a:xfrm>
            <a:off x="3747960" y="4591080"/>
            <a:ext cx="477000" cy="200520"/>
            <a:chOff x="3747960" y="4591080"/>
            <a:chExt cx="477000" cy="200520"/>
          </a:xfrm>
        </p:grpSpPr>
        <p:sp>
          <p:nvSpPr>
            <p:cNvPr id="2973" name=""/>
            <p:cNvSpPr/>
            <p:nvPr/>
          </p:nvSpPr>
          <p:spPr>
            <a:xfrm>
              <a:off x="3747960" y="4613400"/>
              <a:ext cx="828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74" name=""/>
            <p:cNvSpPr/>
            <p:nvPr/>
          </p:nvSpPr>
          <p:spPr>
            <a:xfrm>
              <a:off x="3858480" y="4591080"/>
              <a:ext cx="36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CI10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75" name=""/>
          <p:cNvGrpSpPr/>
          <p:nvPr/>
        </p:nvGrpSpPr>
        <p:grpSpPr>
          <a:xfrm>
            <a:off x="4233960" y="4668840"/>
            <a:ext cx="500760" cy="200520"/>
            <a:chOff x="4233960" y="4668840"/>
            <a:chExt cx="500760" cy="200520"/>
          </a:xfrm>
        </p:grpSpPr>
        <p:sp>
          <p:nvSpPr>
            <p:cNvPr id="2976" name=""/>
            <p:cNvSpPr/>
            <p:nvPr/>
          </p:nvSpPr>
          <p:spPr>
            <a:xfrm>
              <a:off x="4233960" y="46814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77" name=""/>
            <p:cNvSpPr/>
            <p:nvPr/>
          </p:nvSpPr>
          <p:spPr>
            <a:xfrm>
              <a:off x="4363560" y="4668840"/>
              <a:ext cx="371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MAK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78" name=""/>
          <p:cNvGrpSpPr/>
          <p:nvPr/>
        </p:nvGrpSpPr>
        <p:grpSpPr>
          <a:xfrm>
            <a:off x="4734000" y="4749840"/>
            <a:ext cx="580320" cy="200520"/>
            <a:chOff x="4734000" y="4749840"/>
            <a:chExt cx="580320" cy="200520"/>
          </a:xfrm>
        </p:grpSpPr>
        <p:sp>
          <p:nvSpPr>
            <p:cNvPr id="2979" name=""/>
            <p:cNvSpPr/>
            <p:nvPr/>
          </p:nvSpPr>
          <p:spPr>
            <a:xfrm>
              <a:off x="4734000" y="474984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80" name=""/>
            <p:cNvSpPr/>
            <p:nvPr/>
          </p:nvSpPr>
          <p:spPr>
            <a:xfrm>
              <a:off x="4888080" y="474984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RW10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81" name=""/>
          <p:cNvGrpSpPr/>
          <p:nvPr/>
        </p:nvGrpSpPr>
        <p:grpSpPr>
          <a:xfrm>
            <a:off x="4876920" y="6400800"/>
            <a:ext cx="460080" cy="200520"/>
            <a:chOff x="4876920" y="6400800"/>
            <a:chExt cx="460080" cy="200520"/>
          </a:xfrm>
        </p:grpSpPr>
        <p:sp>
          <p:nvSpPr>
            <p:cNvPr id="2982" name=""/>
            <p:cNvSpPr/>
            <p:nvPr/>
          </p:nvSpPr>
          <p:spPr>
            <a:xfrm>
              <a:off x="4876920" y="64166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83" name=""/>
            <p:cNvSpPr/>
            <p:nvPr/>
          </p:nvSpPr>
          <p:spPr>
            <a:xfrm>
              <a:off x="4999320" y="6400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84" name=""/>
          <p:cNvGrpSpPr/>
          <p:nvPr/>
        </p:nvGrpSpPr>
        <p:grpSpPr>
          <a:xfrm>
            <a:off x="457200" y="1066680"/>
            <a:ext cx="461520" cy="200520"/>
            <a:chOff x="457200" y="1066680"/>
            <a:chExt cx="461520" cy="200520"/>
          </a:xfrm>
        </p:grpSpPr>
        <p:sp>
          <p:nvSpPr>
            <p:cNvPr id="2985" name=""/>
            <p:cNvSpPr/>
            <p:nvPr/>
          </p:nvSpPr>
          <p:spPr>
            <a:xfrm>
              <a:off x="457200" y="1082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86" name=""/>
            <p:cNvSpPr/>
            <p:nvPr/>
          </p:nvSpPr>
          <p:spPr>
            <a:xfrm>
              <a:off x="581040" y="1066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87" name=""/>
          <p:cNvGrpSpPr/>
          <p:nvPr/>
        </p:nvGrpSpPr>
        <p:grpSpPr>
          <a:xfrm>
            <a:off x="7391520" y="4724280"/>
            <a:ext cx="461160" cy="200520"/>
            <a:chOff x="7391520" y="4724280"/>
            <a:chExt cx="461160" cy="200520"/>
          </a:xfrm>
        </p:grpSpPr>
        <p:sp>
          <p:nvSpPr>
            <p:cNvPr id="2988" name=""/>
            <p:cNvSpPr/>
            <p:nvPr/>
          </p:nvSpPr>
          <p:spPr>
            <a:xfrm>
              <a:off x="7391520" y="47401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89" name=""/>
            <p:cNvSpPr/>
            <p:nvPr/>
          </p:nvSpPr>
          <p:spPr>
            <a:xfrm>
              <a:off x="7515000" y="4724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90" name=""/>
          <p:cNvGrpSpPr/>
          <p:nvPr/>
        </p:nvGrpSpPr>
        <p:grpSpPr>
          <a:xfrm>
            <a:off x="533520" y="6172200"/>
            <a:ext cx="460080" cy="200520"/>
            <a:chOff x="533520" y="6172200"/>
            <a:chExt cx="460080" cy="200520"/>
          </a:xfrm>
        </p:grpSpPr>
        <p:sp>
          <p:nvSpPr>
            <p:cNvPr id="2991" name=""/>
            <p:cNvSpPr/>
            <p:nvPr/>
          </p:nvSpPr>
          <p:spPr>
            <a:xfrm>
              <a:off x="533520" y="618660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92" name=""/>
            <p:cNvSpPr/>
            <p:nvPr/>
          </p:nvSpPr>
          <p:spPr>
            <a:xfrm>
              <a:off x="655920" y="6172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93" name=""/>
          <p:cNvGrpSpPr/>
          <p:nvPr/>
        </p:nvGrpSpPr>
        <p:grpSpPr>
          <a:xfrm>
            <a:off x="8299440" y="3616200"/>
            <a:ext cx="460080" cy="200520"/>
            <a:chOff x="8299440" y="3616200"/>
            <a:chExt cx="460080" cy="200520"/>
          </a:xfrm>
        </p:grpSpPr>
        <p:sp>
          <p:nvSpPr>
            <p:cNvPr id="2994" name=""/>
            <p:cNvSpPr/>
            <p:nvPr/>
          </p:nvSpPr>
          <p:spPr>
            <a:xfrm>
              <a:off x="8299440" y="363204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95" name=""/>
            <p:cNvSpPr/>
            <p:nvPr/>
          </p:nvSpPr>
          <p:spPr>
            <a:xfrm>
              <a:off x="8421840" y="3616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96" name=""/>
          <p:cNvGrpSpPr/>
          <p:nvPr/>
        </p:nvGrpSpPr>
        <p:grpSpPr>
          <a:xfrm>
            <a:off x="544680" y="3051000"/>
            <a:ext cx="461520" cy="200520"/>
            <a:chOff x="544680" y="3051000"/>
            <a:chExt cx="461520" cy="200520"/>
          </a:xfrm>
        </p:grpSpPr>
        <p:sp>
          <p:nvSpPr>
            <p:cNvPr id="2997" name=""/>
            <p:cNvSpPr/>
            <p:nvPr/>
          </p:nvSpPr>
          <p:spPr>
            <a:xfrm>
              <a:off x="544680" y="30672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98" name=""/>
            <p:cNvSpPr/>
            <p:nvPr/>
          </p:nvSpPr>
          <p:spPr>
            <a:xfrm>
              <a:off x="668520" y="3051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99" name=""/>
          <p:cNvGrpSpPr/>
          <p:nvPr/>
        </p:nvGrpSpPr>
        <p:grpSpPr>
          <a:xfrm>
            <a:off x="2971800" y="5562720"/>
            <a:ext cx="461520" cy="200520"/>
            <a:chOff x="2971800" y="5562720"/>
            <a:chExt cx="461520" cy="200520"/>
          </a:xfrm>
        </p:grpSpPr>
        <p:sp>
          <p:nvSpPr>
            <p:cNvPr id="3000" name=""/>
            <p:cNvSpPr/>
            <p:nvPr/>
          </p:nvSpPr>
          <p:spPr>
            <a:xfrm>
              <a:off x="2971800" y="557856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01" name=""/>
            <p:cNvSpPr/>
            <p:nvPr/>
          </p:nvSpPr>
          <p:spPr>
            <a:xfrm>
              <a:off x="3095640" y="5562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02" name=""/>
          <p:cNvGrpSpPr/>
          <p:nvPr/>
        </p:nvGrpSpPr>
        <p:grpSpPr>
          <a:xfrm>
            <a:off x="8229600" y="1066680"/>
            <a:ext cx="461880" cy="200520"/>
            <a:chOff x="8229600" y="1066680"/>
            <a:chExt cx="461880" cy="200520"/>
          </a:xfrm>
        </p:grpSpPr>
        <p:sp>
          <p:nvSpPr>
            <p:cNvPr id="3003" name=""/>
            <p:cNvSpPr/>
            <p:nvPr/>
          </p:nvSpPr>
          <p:spPr>
            <a:xfrm>
              <a:off x="8229600" y="108252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04" name=""/>
            <p:cNvSpPr/>
            <p:nvPr/>
          </p:nvSpPr>
          <p:spPr>
            <a:xfrm>
              <a:off x="8353800" y="1066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05" name=""/>
          <p:cNvGrpSpPr/>
          <p:nvPr/>
        </p:nvGrpSpPr>
        <p:grpSpPr>
          <a:xfrm>
            <a:off x="3048120" y="1447920"/>
            <a:ext cx="461520" cy="200520"/>
            <a:chOff x="3048120" y="1447920"/>
            <a:chExt cx="461520" cy="200520"/>
          </a:xfrm>
        </p:grpSpPr>
        <p:sp>
          <p:nvSpPr>
            <p:cNvPr id="3006" name=""/>
            <p:cNvSpPr/>
            <p:nvPr/>
          </p:nvSpPr>
          <p:spPr>
            <a:xfrm>
              <a:off x="3048120" y="1461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07" name=""/>
            <p:cNvSpPr/>
            <p:nvPr/>
          </p:nvSpPr>
          <p:spPr>
            <a:xfrm>
              <a:off x="3171960" y="1447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08" name=""/>
          <p:cNvGrpSpPr/>
          <p:nvPr/>
        </p:nvGrpSpPr>
        <p:grpSpPr>
          <a:xfrm>
            <a:off x="5904000" y="5221440"/>
            <a:ext cx="461520" cy="200520"/>
            <a:chOff x="5904000" y="5221440"/>
            <a:chExt cx="461520" cy="200520"/>
          </a:xfrm>
        </p:grpSpPr>
        <p:sp>
          <p:nvSpPr>
            <p:cNvPr id="3009" name=""/>
            <p:cNvSpPr/>
            <p:nvPr/>
          </p:nvSpPr>
          <p:spPr>
            <a:xfrm>
              <a:off x="5904000" y="523728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10" name=""/>
            <p:cNvSpPr/>
            <p:nvPr/>
          </p:nvSpPr>
          <p:spPr>
            <a:xfrm>
              <a:off x="6027840" y="52214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11" name=""/>
          <p:cNvGrpSpPr/>
          <p:nvPr/>
        </p:nvGrpSpPr>
        <p:grpSpPr>
          <a:xfrm>
            <a:off x="4344840" y="3257640"/>
            <a:ext cx="461880" cy="200520"/>
            <a:chOff x="4344840" y="3257640"/>
            <a:chExt cx="461880" cy="200520"/>
          </a:xfrm>
        </p:grpSpPr>
        <p:sp>
          <p:nvSpPr>
            <p:cNvPr id="3012" name=""/>
            <p:cNvSpPr/>
            <p:nvPr/>
          </p:nvSpPr>
          <p:spPr>
            <a:xfrm>
              <a:off x="4344840" y="32734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13" name=""/>
            <p:cNvSpPr/>
            <p:nvPr/>
          </p:nvSpPr>
          <p:spPr>
            <a:xfrm>
              <a:off x="4469040" y="32576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14" name=""/>
          <p:cNvGrpSpPr/>
          <p:nvPr/>
        </p:nvGrpSpPr>
        <p:grpSpPr>
          <a:xfrm>
            <a:off x="6696000" y="3241800"/>
            <a:ext cx="461880" cy="200520"/>
            <a:chOff x="6696000" y="3241800"/>
            <a:chExt cx="461880" cy="200520"/>
          </a:xfrm>
        </p:grpSpPr>
        <p:sp>
          <p:nvSpPr>
            <p:cNvPr id="3015" name=""/>
            <p:cNvSpPr/>
            <p:nvPr/>
          </p:nvSpPr>
          <p:spPr>
            <a:xfrm>
              <a:off x="6696000" y="32558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16" name=""/>
            <p:cNvSpPr/>
            <p:nvPr/>
          </p:nvSpPr>
          <p:spPr>
            <a:xfrm>
              <a:off x="6820200" y="3241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17" name=""/>
          <p:cNvGrpSpPr/>
          <p:nvPr/>
        </p:nvGrpSpPr>
        <p:grpSpPr>
          <a:xfrm>
            <a:off x="2819520" y="4800600"/>
            <a:ext cx="461160" cy="200520"/>
            <a:chOff x="2819520" y="4800600"/>
            <a:chExt cx="461160" cy="200520"/>
          </a:xfrm>
        </p:grpSpPr>
        <p:sp>
          <p:nvSpPr>
            <p:cNvPr id="3018" name=""/>
            <p:cNvSpPr/>
            <p:nvPr/>
          </p:nvSpPr>
          <p:spPr>
            <a:xfrm>
              <a:off x="2819520" y="481464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19" name=""/>
            <p:cNvSpPr/>
            <p:nvPr/>
          </p:nvSpPr>
          <p:spPr>
            <a:xfrm>
              <a:off x="2943000" y="4800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20" name=""/>
          <p:cNvGrpSpPr/>
          <p:nvPr/>
        </p:nvGrpSpPr>
        <p:grpSpPr>
          <a:xfrm>
            <a:off x="5529240" y="4043520"/>
            <a:ext cx="461880" cy="200520"/>
            <a:chOff x="5529240" y="4043520"/>
            <a:chExt cx="461880" cy="200520"/>
          </a:xfrm>
        </p:grpSpPr>
        <p:sp>
          <p:nvSpPr>
            <p:cNvPr id="3021" name=""/>
            <p:cNvSpPr/>
            <p:nvPr/>
          </p:nvSpPr>
          <p:spPr>
            <a:xfrm>
              <a:off x="5529240" y="405936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22" name=""/>
            <p:cNvSpPr/>
            <p:nvPr/>
          </p:nvSpPr>
          <p:spPr>
            <a:xfrm>
              <a:off x="5653440" y="4043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23" name=""/>
          <p:cNvGrpSpPr/>
          <p:nvPr/>
        </p:nvGrpSpPr>
        <p:grpSpPr>
          <a:xfrm>
            <a:off x="7848720" y="6172200"/>
            <a:ext cx="461160" cy="200520"/>
            <a:chOff x="7848720" y="6172200"/>
            <a:chExt cx="461160" cy="200520"/>
          </a:xfrm>
        </p:grpSpPr>
        <p:sp>
          <p:nvSpPr>
            <p:cNvPr id="3024" name=""/>
            <p:cNvSpPr/>
            <p:nvPr/>
          </p:nvSpPr>
          <p:spPr>
            <a:xfrm>
              <a:off x="7848720" y="6188040"/>
              <a:ext cx="9648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25" name=""/>
            <p:cNvSpPr/>
            <p:nvPr/>
          </p:nvSpPr>
          <p:spPr>
            <a:xfrm>
              <a:off x="7972200" y="6172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26" name=""/>
          <p:cNvGrpSpPr/>
          <p:nvPr/>
        </p:nvGrpSpPr>
        <p:grpSpPr>
          <a:xfrm>
            <a:off x="704880" y="4017960"/>
            <a:ext cx="461520" cy="200520"/>
            <a:chOff x="704880" y="4017960"/>
            <a:chExt cx="461520" cy="200520"/>
          </a:xfrm>
        </p:grpSpPr>
        <p:sp>
          <p:nvSpPr>
            <p:cNvPr id="3027" name=""/>
            <p:cNvSpPr/>
            <p:nvPr/>
          </p:nvSpPr>
          <p:spPr>
            <a:xfrm>
              <a:off x="704880" y="403380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28" name=""/>
            <p:cNvSpPr/>
            <p:nvPr/>
          </p:nvSpPr>
          <p:spPr>
            <a:xfrm>
              <a:off x="828720" y="40179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29" name=""/>
          <p:cNvGrpSpPr/>
          <p:nvPr/>
        </p:nvGrpSpPr>
        <p:grpSpPr>
          <a:xfrm>
            <a:off x="3200400" y="3809880"/>
            <a:ext cx="460080" cy="200520"/>
            <a:chOff x="3200400" y="3809880"/>
            <a:chExt cx="460080" cy="200520"/>
          </a:xfrm>
        </p:grpSpPr>
        <p:sp>
          <p:nvSpPr>
            <p:cNvPr id="3030" name=""/>
            <p:cNvSpPr/>
            <p:nvPr/>
          </p:nvSpPr>
          <p:spPr>
            <a:xfrm>
              <a:off x="3200400" y="38257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31" name=""/>
            <p:cNvSpPr/>
            <p:nvPr/>
          </p:nvSpPr>
          <p:spPr>
            <a:xfrm>
              <a:off x="3322800" y="3809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32" name=""/>
          <p:cNvGrpSpPr/>
          <p:nvPr/>
        </p:nvGrpSpPr>
        <p:grpSpPr>
          <a:xfrm>
            <a:off x="5486400" y="1447920"/>
            <a:ext cx="461520" cy="200520"/>
            <a:chOff x="5486400" y="1447920"/>
            <a:chExt cx="461520" cy="200520"/>
          </a:xfrm>
        </p:grpSpPr>
        <p:sp>
          <p:nvSpPr>
            <p:cNvPr id="3033" name=""/>
            <p:cNvSpPr/>
            <p:nvPr/>
          </p:nvSpPr>
          <p:spPr>
            <a:xfrm>
              <a:off x="5486400" y="14637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34" name=""/>
            <p:cNvSpPr/>
            <p:nvPr/>
          </p:nvSpPr>
          <p:spPr>
            <a:xfrm>
              <a:off x="5610240" y="1447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35" name=""/>
          <p:cNvGrpSpPr/>
          <p:nvPr/>
        </p:nvGrpSpPr>
        <p:grpSpPr>
          <a:xfrm>
            <a:off x="1600200" y="2514600"/>
            <a:ext cx="461520" cy="200520"/>
            <a:chOff x="1600200" y="2514600"/>
            <a:chExt cx="461520" cy="200520"/>
          </a:xfrm>
        </p:grpSpPr>
        <p:sp>
          <p:nvSpPr>
            <p:cNvPr id="3036" name=""/>
            <p:cNvSpPr/>
            <p:nvPr/>
          </p:nvSpPr>
          <p:spPr>
            <a:xfrm>
              <a:off x="1600200" y="25286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37" name=""/>
            <p:cNvSpPr/>
            <p:nvPr/>
          </p:nvSpPr>
          <p:spPr>
            <a:xfrm>
              <a:off x="1724040" y="2514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38" name=""/>
          <p:cNvGrpSpPr/>
          <p:nvPr/>
        </p:nvGrpSpPr>
        <p:grpSpPr>
          <a:xfrm>
            <a:off x="1752480" y="5029200"/>
            <a:ext cx="460080" cy="200520"/>
            <a:chOff x="1752480" y="5029200"/>
            <a:chExt cx="460080" cy="200520"/>
          </a:xfrm>
        </p:grpSpPr>
        <p:sp>
          <p:nvSpPr>
            <p:cNvPr id="3039" name=""/>
            <p:cNvSpPr/>
            <p:nvPr/>
          </p:nvSpPr>
          <p:spPr>
            <a:xfrm>
              <a:off x="1752480" y="5045040"/>
              <a:ext cx="950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40" name=""/>
            <p:cNvSpPr/>
            <p:nvPr/>
          </p:nvSpPr>
          <p:spPr>
            <a:xfrm>
              <a:off x="1874880" y="5029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041" name="Oval 3040"/>
          <p:cNvSpPr/>
          <p:nvPr/>
        </p:nvSpPr>
        <p:spPr>
          <a:xfrm>
            <a:off x="2631110" y="441170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2" name="Oval 3041"/>
          <p:cNvSpPr/>
          <p:nvPr/>
        </p:nvSpPr>
        <p:spPr>
          <a:xfrm>
            <a:off x="2661110" y="444170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3043" name="Rounded Rectangle 3042"/>
          <p:cNvSpPr/>
          <p:nvPr/>
        </p:nvSpPr>
        <p:spPr>
          <a:xfrm>
            <a:off x="2839110" y="442920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3044" name="Oval 3043"/>
          <p:cNvSpPr/>
          <p:nvPr/>
        </p:nvSpPr>
        <p:spPr>
          <a:xfrm>
            <a:off x="1918661" y="579809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5" name="Oval 3044"/>
          <p:cNvSpPr/>
          <p:nvPr/>
        </p:nvSpPr>
        <p:spPr>
          <a:xfrm>
            <a:off x="1948661" y="582809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3046" name="Rounded Rectangle 3045"/>
          <p:cNvSpPr/>
          <p:nvPr/>
        </p:nvSpPr>
        <p:spPr>
          <a:xfrm>
            <a:off x="2126661" y="581559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3047" name="Oval 3046"/>
          <p:cNvSpPr/>
          <p:nvPr/>
        </p:nvSpPr>
        <p:spPr>
          <a:xfrm>
            <a:off x="3114419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8" name="Oval 3047"/>
          <p:cNvSpPr/>
          <p:nvPr/>
        </p:nvSpPr>
        <p:spPr>
          <a:xfrm>
            <a:off x="3144419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3049" name="Rounded Rectangle 3048"/>
          <p:cNvSpPr/>
          <p:nvPr/>
        </p:nvSpPr>
        <p:spPr>
          <a:xfrm>
            <a:off x="3322419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 ↓</a:t>
            </a:r>
          </a:p>
        </p:txBody>
      </p:sp>
      <p:sp>
        <p:nvSpPr>
          <p:cNvPr id="3050" name="Oval 3049"/>
          <p:cNvSpPr/>
          <p:nvPr/>
        </p:nvSpPr>
        <p:spPr>
          <a:xfrm>
            <a:off x="4692263" y="470895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1" name="Oval 3050"/>
          <p:cNvSpPr/>
          <p:nvPr/>
        </p:nvSpPr>
        <p:spPr>
          <a:xfrm>
            <a:off x="4722263" y="473895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3052" name="Rounded Rectangle 3051"/>
          <p:cNvSpPr/>
          <p:nvPr/>
        </p:nvSpPr>
        <p:spPr>
          <a:xfrm>
            <a:off x="4900263" y="472645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3053" name="Oval 3052"/>
          <p:cNvSpPr/>
          <p:nvPr/>
        </p:nvSpPr>
        <p:spPr>
          <a:xfrm>
            <a:off x="4866658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4" name="Oval 3053"/>
          <p:cNvSpPr/>
          <p:nvPr/>
        </p:nvSpPr>
        <p:spPr>
          <a:xfrm>
            <a:off x="4896658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3055" name="Rounded Rectangle 3054"/>
          <p:cNvSpPr/>
          <p:nvPr/>
        </p:nvSpPr>
        <p:spPr>
          <a:xfrm>
            <a:off x="5074658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3056" name="Oval 3055"/>
          <p:cNvSpPr/>
          <p:nvPr/>
        </p:nvSpPr>
        <p:spPr>
          <a:xfrm>
            <a:off x="90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7" name="Oval 3056"/>
          <p:cNvSpPr/>
          <p:nvPr/>
        </p:nvSpPr>
        <p:spPr>
          <a:xfrm>
            <a:off x="120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3058" name="Rounded Rectangle 3057"/>
          <p:cNvSpPr/>
          <p:nvPr/>
        </p:nvSpPr>
        <p:spPr>
          <a:xfrm>
            <a:off x="298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3059" name="Oval 3058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0" name="Oval 3059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3061" name="Rounded Rectangle 3060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3062" name="Oval 3061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3" name="Oval 3062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3064" name="Rounded Rectangle 3063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3065" name="Oval 3064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6" name="Oval 3065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3067" name="Rounded Rectangle 3066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3068" name="Rounded Rectangle 3067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V53, V62, V63, V64, V65,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1" name=""/>
          <p:cNvSpPr/>
          <p:nvPr/>
        </p:nvSpPr>
        <p:spPr>
          <a:xfrm>
            <a:off x="3173040" y="50760"/>
            <a:ext cx="279756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31: DTTA | RWY 29 | STAR NOLSI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2" name=""/>
          <p:cNvSpPr/>
          <p:nvPr/>
        </p:nvSpPr>
        <p:spPr>
          <a:xfrm>
            <a:off x="4302000" y="1639800"/>
            <a:ext cx="465120" cy="29415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3" name=""/>
          <p:cNvSpPr/>
          <p:nvPr/>
        </p:nvSpPr>
        <p:spPr>
          <a:xfrm>
            <a:off x="4767120" y="4581360"/>
            <a:ext cx="34920" cy="276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4" name=""/>
          <p:cNvSpPr/>
          <p:nvPr/>
        </p:nvSpPr>
        <p:spPr>
          <a:xfrm>
            <a:off x="4802040" y="4857840"/>
            <a:ext cx="71640" cy="2109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5" name=""/>
          <p:cNvSpPr/>
          <p:nvPr/>
        </p:nvSpPr>
        <p:spPr>
          <a:xfrm flipH="1">
            <a:off x="4865760" y="5068800"/>
            <a:ext cx="7920" cy="252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6" name=""/>
          <p:cNvSpPr/>
          <p:nvPr/>
        </p:nvSpPr>
        <p:spPr>
          <a:xfrm flipH="1">
            <a:off x="4746240" y="5321160"/>
            <a:ext cx="119160" cy="493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2520" bIns="25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7" name=""/>
          <p:cNvSpPr/>
          <p:nvPr/>
        </p:nvSpPr>
        <p:spPr>
          <a:xfrm flipH="1" flipV="1">
            <a:off x="4584600" y="5308560"/>
            <a:ext cx="162000" cy="619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15120" bIns="151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8" name=""/>
          <p:cNvSpPr/>
          <p:nvPr/>
        </p:nvSpPr>
        <p:spPr>
          <a:xfrm flipH="1" flipV="1">
            <a:off x="4269960" y="5187600"/>
            <a:ext cx="314280" cy="120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049" name=""/>
          <p:cNvGrpSpPr/>
          <p:nvPr/>
        </p:nvGrpSpPr>
        <p:grpSpPr>
          <a:xfrm>
            <a:off x="4238640" y="1576440"/>
            <a:ext cx="711720" cy="200520"/>
            <a:chOff x="4238640" y="1576440"/>
            <a:chExt cx="711720" cy="200520"/>
          </a:xfrm>
        </p:grpSpPr>
        <p:sp>
          <p:nvSpPr>
            <p:cNvPr id="3050" name=""/>
            <p:cNvSpPr/>
            <p:nvPr/>
          </p:nvSpPr>
          <p:spPr>
            <a:xfrm>
              <a:off x="4238640" y="157644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51" name=""/>
            <p:cNvSpPr/>
            <p:nvPr/>
          </p:nvSpPr>
          <p:spPr>
            <a:xfrm>
              <a:off x="4434480" y="1576440"/>
              <a:ext cx="5158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'NOLSI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52" name=""/>
          <p:cNvGrpSpPr/>
          <p:nvPr/>
        </p:nvGrpSpPr>
        <p:grpSpPr>
          <a:xfrm>
            <a:off x="4716360" y="4518000"/>
            <a:ext cx="577800" cy="200520"/>
            <a:chOff x="4716360" y="4518000"/>
            <a:chExt cx="577800" cy="200520"/>
          </a:xfrm>
        </p:grpSpPr>
        <p:sp>
          <p:nvSpPr>
            <p:cNvPr id="3053" name=""/>
            <p:cNvSpPr/>
            <p:nvPr/>
          </p:nvSpPr>
          <p:spPr>
            <a:xfrm>
              <a:off x="4716360" y="4530600"/>
              <a:ext cx="10188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54" name=""/>
            <p:cNvSpPr/>
            <p:nvPr/>
          </p:nvSpPr>
          <p:spPr>
            <a:xfrm>
              <a:off x="4799520" y="451800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MARSA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55" name=""/>
          <p:cNvGrpSpPr/>
          <p:nvPr/>
        </p:nvGrpSpPr>
        <p:grpSpPr>
          <a:xfrm>
            <a:off x="4751280" y="4794120"/>
            <a:ext cx="562320" cy="200520"/>
            <a:chOff x="4751280" y="4794120"/>
            <a:chExt cx="562320" cy="200520"/>
          </a:xfrm>
        </p:grpSpPr>
        <p:sp>
          <p:nvSpPr>
            <p:cNvPr id="3056" name=""/>
            <p:cNvSpPr/>
            <p:nvPr/>
          </p:nvSpPr>
          <p:spPr>
            <a:xfrm>
              <a:off x="4751280" y="480708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57" name=""/>
            <p:cNvSpPr/>
            <p:nvPr/>
          </p:nvSpPr>
          <p:spPr>
            <a:xfrm>
              <a:off x="4849560" y="479412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D062M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58" name=""/>
          <p:cNvGrpSpPr/>
          <p:nvPr/>
        </p:nvGrpSpPr>
        <p:grpSpPr>
          <a:xfrm>
            <a:off x="4822920" y="5005440"/>
            <a:ext cx="562320" cy="200520"/>
            <a:chOff x="4822920" y="5005440"/>
            <a:chExt cx="562320" cy="200520"/>
          </a:xfrm>
        </p:grpSpPr>
        <p:sp>
          <p:nvSpPr>
            <p:cNvPr id="3059" name=""/>
            <p:cNvSpPr/>
            <p:nvPr/>
          </p:nvSpPr>
          <p:spPr>
            <a:xfrm>
              <a:off x="4822920" y="50180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60" name=""/>
            <p:cNvSpPr/>
            <p:nvPr/>
          </p:nvSpPr>
          <p:spPr>
            <a:xfrm>
              <a:off x="4921200" y="500544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D082M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61" name=""/>
          <p:cNvGrpSpPr/>
          <p:nvPr/>
        </p:nvGrpSpPr>
        <p:grpSpPr>
          <a:xfrm>
            <a:off x="4815000" y="5257800"/>
            <a:ext cx="561960" cy="200520"/>
            <a:chOff x="4815000" y="5257800"/>
            <a:chExt cx="561960" cy="200520"/>
          </a:xfrm>
        </p:grpSpPr>
        <p:sp>
          <p:nvSpPr>
            <p:cNvPr id="3062" name=""/>
            <p:cNvSpPr/>
            <p:nvPr/>
          </p:nvSpPr>
          <p:spPr>
            <a:xfrm>
              <a:off x="4815000" y="527040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63" name=""/>
            <p:cNvSpPr/>
            <p:nvPr/>
          </p:nvSpPr>
          <p:spPr>
            <a:xfrm>
              <a:off x="4912920" y="525780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D103M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64" name=""/>
          <p:cNvGrpSpPr/>
          <p:nvPr/>
        </p:nvGrpSpPr>
        <p:grpSpPr>
          <a:xfrm>
            <a:off x="4705200" y="5307120"/>
            <a:ext cx="469080" cy="200520"/>
            <a:chOff x="4705200" y="5307120"/>
            <a:chExt cx="469080" cy="200520"/>
          </a:xfrm>
        </p:grpSpPr>
        <p:sp>
          <p:nvSpPr>
            <p:cNvPr id="3065" name=""/>
            <p:cNvSpPr/>
            <p:nvPr/>
          </p:nvSpPr>
          <p:spPr>
            <a:xfrm>
              <a:off x="4705200" y="5330880"/>
              <a:ext cx="828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66" name=""/>
            <p:cNvSpPr/>
            <p:nvPr/>
          </p:nvSpPr>
          <p:spPr>
            <a:xfrm>
              <a:off x="4807800" y="5307120"/>
              <a:ext cx="36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CI29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67" name=""/>
          <p:cNvGrpSpPr/>
          <p:nvPr/>
        </p:nvGrpSpPr>
        <p:grpSpPr>
          <a:xfrm>
            <a:off x="4533840" y="5245200"/>
            <a:ext cx="603720" cy="200520"/>
            <a:chOff x="4533840" y="5245200"/>
            <a:chExt cx="603720" cy="200520"/>
          </a:xfrm>
        </p:grpSpPr>
        <p:sp>
          <p:nvSpPr>
            <p:cNvPr id="3068" name=""/>
            <p:cNvSpPr/>
            <p:nvPr/>
          </p:nvSpPr>
          <p:spPr>
            <a:xfrm>
              <a:off x="4533840" y="52578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69" name=""/>
            <p:cNvSpPr/>
            <p:nvPr/>
          </p:nvSpPr>
          <p:spPr>
            <a:xfrm>
              <a:off x="4722120" y="5245200"/>
              <a:ext cx="4154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'FI29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70" name=""/>
          <p:cNvGrpSpPr/>
          <p:nvPr/>
        </p:nvGrpSpPr>
        <p:grpSpPr>
          <a:xfrm>
            <a:off x="4206960" y="5124600"/>
            <a:ext cx="543240" cy="200520"/>
            <a:chOff x="4206960" y="5124600"/>
            <a:chExt cx="543240" cy="200520"/>
          </a:xfrm>
        </p:grpSpPr>
        <p:sp>
          <p:nvSpPr>
            <p:cNvPr id="3071" name=""/>
            <p:cNvSpPr/>
            <p:nvPr/>
          </p:nvSpPr>
          <p:spPr>
            <a:xfrm>
              <a:off x="4206960" y="5124600"/>
              <a:ext cx="127080" cy="12672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72" name=""/>
            <p:cNvSpPr/>
            <p:nvPr/>
          </p:nvSpPr>
          <p:spPr>
            <a:xfrm>
              <a:off x="4323960" y="512460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RW29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73" name=""/>
          <p:cNvGrpSpPr/>
          <p:nvPr/>
        </p:nvGrpSpPr>
        <p:grpSpPr>
          <a:xfrm>
            <a:off x="5105520" y="3048120"/>
            <a:ext cx="479160" cy="200520"/>
            <a:chOff x="5105520" y="3048120"/>
            <a:chExt cx="479160" cy="200520"/>
          </a:xfrm>
        </p:grpSpPr>
        <p:sp>
          <p:nvSpPr>
            <p:cNvPr id="3074" name=""/>
            <p:cNvSpPr/>
            <p:nvPr/>
          </p:nvSpPr>
          <p:spPr>
            <a:xfrm>
              <a:off x="5105520" y="3054240"/>
              <a:ext cx="11448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75" name=""/>
            <p:cNvSpPr/>
            <p:nvPr/>
          </p:nvSpPr>
          <p:spPr>
            <a:xfrm>
              <a:off x="5247000" y="3048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76" name=""/>
          <p:cNvGrpSpPr/>
          <p:nvPr/>
        </p:nvGrpSpPr>
        <p:grpSpPr>
          <a:xfrm>
            <a:off x="1447920" y="1676520"/>
            <a:ext cx="478800" cy="200520"/>
            <a:chOff x="1447920" y="1676520"/>
            <a:chExt cx="478800" cy="200520"/>
          </a:xfrm>
        </p:grpSpPr>
        <p:sp>
          <p:nvSpPr>
            <p:cNvPr id="3077" name=""/>
            <p:cNvSpPr/>
            <p:nvPr/>
          </p:nvSpPr>
          <p:spPr>
            <a:xfrm>
              <a:off x="1447920" y="168300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78" name=""/>
            <p:cNvSpPr/>
            <p:nvPr/>
          </p:nvSpPr>
          <p:spPr>
            <a:xfrm>
              <a:off x="1589040" y="1676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79" name=""/>
          <p:cNvGrpSpPr/>
          <p:nvPr/>
        </p:nvGrpSpPr>
        <p:grpSpPr>
          <a:xfrm>
            <a:off x="2438280" y="5334120"/>
            <a:ext cx="461520" cy="200520"/>
            <a:chOff x="2438280" y="5334120"/>
            <a:chExt cx="461520" cy="200520"/>
          </a:xfrm>
        </p:grpSpPr>
        <p:sp>
          <p:nvSpPr>
            <p:cNvPr id="3080" name=""/>
            <p:cNvSpPr/>
            <p:nvPr/>
          </p:nvSpPr>
          <p:spPr>
            <a:xfrm>
              <a:off x="2438280" y="5348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81" name=""/>
            <p:cNvSpPr/>
            <p:nvPr/>
          </p:nvSpPr>
          <p:spPr>
            <a:xfrm>
              <a:off x="2562120" y="5334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82" name=""/>
          <p:cNvGrpSpPr/>
          <p:nvPr/>
        </p:nvGrpSpPr>
        <p:grpSpPr>
          <a:xfrm>
            <a:off x="3276720" y="3733920"/>
            <a:ext cx="460080" cy="200520"/>
            <a:chOff x="3276720" y="3733920"/>
            <a:chExt cx="460080" cy="200520"/>
          </a:xfrm>
        </p:grpSpPr>
        <p:sp>
          <p:nvSpPr>
            <p:cNvPr id="3083" name=""/>
            <p:cNvSpPr/>
            <p:nvPr/>
          </p:nvSpPr>
          <p:spPr>
            <a:xfrm>
              <a:off x="3276720" y="37497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84" name=""/>
            <p:cNvSpPr/>
            <p:nvPr/>
          </p:nvSpPr>
          <p:spPr>
            <a:xfrm>
              <a:off x="3399120" y="3733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85" name=""/>
          <p:cNvGrpSpPr/>
          <p:nvPr/>
        </p:nvGrpSpPr>
        <p:grpSpPr>
          <a:xfrm>
            <a:off x="3581280" y="2209680"/>
            <a:ext cx="461520" cy="200520"/>
            <a:chOff x="3581280" y="2209680"/>
            <a:chExt cx="461520" cy="200520"/>
          </a:xfrm>
        </p:grpSpPr>
        <p:sp>
          <p:nvSpPr>
            <p:cNvPr id="3086" name=""/>
            <p:cNvSpPr/>
            <p:nvPr/>
          </p:nvSpPr>
          <p:spPr>
            <a:xfrm>
              <a:off x="3581280" y="22240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87" name=""/>
            <p:cNvSpPr/>
            <p:nvPr/>
          </p:nvSpPr>
          <p:spPr>
            <a:xfrm>
              <a:off x="3705120" y="2209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88" name=""/>
          <p:cNvGrpSpPr/>
          <p:nvPr/>
        </p:nvGrpSpPr>
        <p:grpSpPr>
          <a:xfrm>
            <a:off x="2819520" y="6172200"/>
            <a:ext cx="461160" cy="200520"/>
            <a:chOff x="2819520" y="6172200"/>
            <a:chExt cx="461160" cy="200520"/>
          </a:xfrm>
        </p:grpSpPr>
        <p:sp>
          <p:nvSpPr>
            <p:cNvPr id="3089" name=""/>
            <p:cNvSpPr/>
            <p:nvPr/>
          </p:nvSpPr>
          <p:spPr>
            <a:xfrm>
              <a:off x="2819520" y="6188040"/>
              <a:ext cx="9648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90" name=""/>
            <p:cNvSpPr/>
            <p:nvPr/>
          </p:nvSpPr>
          <p:spPr>
            <a:xfrm>
              <a:off x="2943000" y="6172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91" name=""/>
          <p:cNvGrpSpPr/>
          <p:nvPr/>
        </p:nvGrpSpPr>
        <p:grpSpPr>
          <a:xfrm>
            <a:off x="3886200" y="380880"/>
            <a:ext cx="461520" cy="200520"/>
            <a:chOff x="3886200" y="380880"/>
            <a:chExt cx="461520" cy="200520"/>
          </a:xfrm>
        </p:grpSpPr>
        <p:sp>
          <p:nvSpPr>
            <p:cNvPr id="3092" name=""/>
            <p:cNvSpPr/>
            <p:nvPr/>
          </p:nvSpPr>
          <p:spPr>
            <a:xfrm>
              <a:off x="3886200" y="396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93" name=""/>
            <p:cNvSpPr/>
            <p:nvPr/>
          </p:nvSpPr>
          <p:spPr>
            <a:xfrm>
              <a:off x="4010040" y="380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94" name=""/>
          <p:cNvGrpSpPr/>
          <p:nvPr/>
        </p:nvGrpSpPr>
        <p:grpSpPr>
          <a:xfrm>
            <a:off x="4916520" y="2135160"/>
            <a:ext cx="468720" cy="200520"/>
            <a:chOff x="4916520" y="2135160"/>
            <a:chExt cx="468720" cy="200520"/>
          </a:xfrm>
        </p:grpSpPr>
        <p:sp>
          <p:nvSpPr>
            <p:cNvPr id="3095" name=""/>
            <p:cNvSpPr/>
            <p:nvPr/>
          </p:nvSpPr>
          <p:spPr>
            <a:xfrm>
              <a:off x="4916520" y="21510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96" name=""/>
            <p:cNvSpPr/>
            <p:nvPr/>
          </p:nvSpPr>
          <p:spPr>
            <a:xfrm>
              <a:off x="5047560" y="21351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97" name=""/>
          <p:cNvGrpSpPr/>
          <p:nvPr/>
        </p:nvGrpSpPr>
        <p:grpSpPr>
          <a:xfrm>
            <a:off x="5334120" y="4343400"/>
            <a:ext cx="460080" cy="200520"/>
            <a:chOff x="5334120" y="4343400"/>
            <a:chExt cx="460080" cy="200520"/>
          </a:xfrm>
        </p:grpSpPr>
        <p:sp>
          <p:nvSpPr>
            <p:cNvPr id="3098" name=""/>
            <p:cNvSpPr/>
            <p:nvPr/>
          </p:nvSpPr>
          <p:spPr>
            <a:xfrm>
              <a:off x="5334120" y="43574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99" name=""/>
            <p:cNvSpPr/>
            <p:nvPr/>
          </p:nvSpPr>
          <p:spPr>
            <a:xfrm>
              <a:off x="5456520" y="4343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00" name=""/>
          <p:cNvGrpSpPr/>
          <p:nvPr/>
        </p:nvGrpSpPr>
        <p:grpSpPr>
          <a:xfrm>
            <a:off x="4910040" y="1357200"/>
            <a:ext cx="469080" cy="200520"/>
            <a:chOff x="4910040" y="1357200"/>
            <a:chExt cx="469080" cy="200520"/>
          </a:xfrm>
        </p:grpSpPr>
        <p:sp>
          <p:nvSpPr>
            <p:cNvPr id="3101" name=""/>
            <p:cNvSpPr/>
            <p:nvPr/>
          </p:nvSpPr>
          <p:spPr>
            <a:xfrm>
              <a:off x="4910040" y="137304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02" name=""/>
            <p:cNvSpPr/>
            <p:nvPr/>
          </p:nvSpPr>
          <p:spPr>
            <a:xfrm>
              <a:off x="5041440" y="1357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03" name=""/>
          <p:cNvGrpSpPr/>
          <p:nvPr/>
        </p:nvGrpSpPr>
        <p:grpSpPr>
          <a:xfrm>
            <a:off x="4141800" y="4352760"/>
            <a:ext cx="468720" cy="200520"/>
            <a:chOff x="4141800" y="4352760"/>
            <a:chExt cx="468720" cy="200520"/>
          </a:xfrm>
        </p:grpSpPr>
        <p:sp>
          <p:nvSpPr>
            <p:cNvPr id="3104" name=""/>
            <p:cNvSpPr/>
            <p:nvPr/>
          </p:nvSpPr>
          <p:spPr>
            <a:xfrm>
              <a:off x="4141800" y="4367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05" name=""/>
            <p:cNvSpPr/>
            <p:nvPr/>
          </p:nvSpPr>
          <p:spPr>
            <a:xfrm>
              <a:off x="4272840" y="43527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06" name=""/>
          <p:cNvGrpSpPr/>
          <p:nvPr/>
        </p:nvGrpSpPr>
        <p:grpSpPr>
          <a:xfrm>
            <a:off x="3809880" y="3124080"/>
            <a:ext cx="461520" cy="200520"/>
            <a:chOff x="3809880" y="3124080"/>
            <a:chExt cx="461520" cy="200520"/>
          </a:xfrm>
        </p:grpSpPr>
        <p:sp>
          <p:nvSpPr>
            <p:cNvPr id="3107" name=""/>
            <p:cNvSpPr/>
            <p:nvPr/>
          </p:nvSpPr>
          <p:spPr>
            <a:xfrm>
              <a:off x="3809880" y="31384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08" name=""/>
            <p:cNvSpPr/>
            <p:nvPr/>
          </p:nvSpPr>
          <p:spPr>
            <a:xfrm>
              <a:off x="3933720" y="3124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09" name=""/>
          <p:cNvGrpSpPr/>
          <p:nvPr/>
        </p:nvGrpSpPr>
        <p:grpSpPr>
          <a:xfrm>
            <a:off x="4395960" y="5738760"/>
            <a:ext cx="461520" cy="200520"/>
            <a:chOff x="4395960" y="5738760"/>
            <a:chExt cx="461520" cy="200520"/>
          </a:xfrm>
        </p:grpSpPr>
        <p:sp>
          <p:nvSpPr>
            <p:cNvPr id="3110" name=""/>
            <p:cNvSpPr/>
            <p:nvPr/>
          </p:nvSpPr>
          <p:spPr>
            <a:xfrm>
              <a:off x="4395960" y="575460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11" name=""/>
            <p:cNvSpPr/>
            <p:nvPr/>
          </p:nvSpPr>
          <p:spPr>
            <a:xfrm>
              <a:off x="4519800" y="57387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12" name=""/>
          <p:cNvGrpSpPr/>
          <p:nvPr/>
        </p:nvGrpSpPr>
        <p:grpSpPr>
          <a:xfrm>
            <a:off x="5029200" y="609480"/>
            <a:ext cx="461520" cy="200520"/>
            <a:chOff x="5029200" y="609480"/>
            <a:chExt cx="461520" cy="200520"/>
          </a:xfrm>
        </p:grpSpPr>
        <p:sp>
          <p:nvSpPr>
            <p:cNvPr id="3113" name=""/>
            <p:cNvSpPr/>
            <p:nvPr/>
          </p:nvSpPr>
          <p:spPr>
            <a:xfrm>
              <a:off x="5029200" y="625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14" name=""/>
            <p:cNvSpPr/>
            <p:nvPr/>
          </p:nvSpPr>
          <p:spPr>
            <a:xfrm>
              <a:off x="5153040" y="609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15" name=""/>
          <p:cNvGrpSpPr/>
          <p:nvPr/>
        </p:nvGrpSpPr>
        <p:grpSpPr>
          <a:xfrm>
            <a:off x="5479920" y="5135400"/>
            <a:ext cx="461520" cy="200520"/>
            <a:chOff x="5479920" y="5135400"/>
            <a:chExt cx="461520" cy="200520"/>
          </a:xfrm>
        </p:grpSpPr>
        <p:sp>
          <p:nvSpPr>
            <p:cNvPr id="3116" name=""/>
            <p:cNvSpPr/>
            <p:nvPr/>
          </p:nvSpPr>
          <p:spPr>
            <a:xfrm>
              <a:off x="5479920" y="515124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17" name=""/>
            <p:cNvSpPr/>
            <p:nvPr/>
          </p:nvSpPr>
          <p:spPr>
            <a:xfrm>
              <a:off x="5603760" y="5135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18" name=""/>
          <p:cNvGrpSpPr/>
          <p:nvPr/>
        </p:nvGrpSpPr>
        <p:grpSpPr>
          <a:xfrm>
            <a:off x="5943600" y="2514600"/>
            <a:ext cx="461880" cy="200520"/>
            <a:chOff x="5943600" y="2514600"/>
            <a:chExt cx="461880" cy="200520"/>
          </a:xfrm>
        </p:grpSpPr>
        <p:sp>
          <p:nvSpPr>
            <p:cNvPr id="3119" name=""/>
            <p:cNvSpPr/>
            <p:nvPr/>
          </p:nvSpPr>
          <p:spPr>
            <a:xfrm>
              <a:off x="5943600" y="253044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20" name=""/>
            <p:cNvSpPr/>
            <p:nvPr/>
          </p:nvSpPr>
          <p:spPr>
            <a:xfrm>
              <a:off x="6067800" y="2514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21" name=""/>
          <p:cNvGrpSpPr/>
          <p:nvPr/>
        </p:nvGrpSpPr>
        <p:grpSpPr>
          <a:xfrm>
            <a:off x="7238880" y="914400"/>
            <a:ext cx="460080" cy="200520"/>
            <a:chOff x="7238880" y="914400"/>
            <a:chExt cx="460080" cy="200520"/>
          </a:xfrm>
        </p:grpSpPr>
        <p:sp>
          <p:nvSpPr>
            <p:cNvPr id="3122" name=""/>
            <p:cNvSpPr/>
            <p:nvPr/>
          </p:nvSpPr>
          <p:spPr>
            <a:xfrm>
              <a:off x="7238880" y="928440"/>
              <a:ext cx="9540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23" name=""/>
            <p:cNvSpPr/>
            <p:nvPr/>
          </p:nvSpPr>
          <p:spPr>
            <a:xfrm>
              <a:off x="7361280" y="914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24" name=""/>
          <p:cNvGrpSpPr/>
          <p:nvPr/>
        </p:nvGrpSpPr>
        <p:grpSpPr>
          <a:xfrm>
            <a:off x="5943600" y="3581280"/>
            <a:ext cx="460080" cy="200520"/>
            <a:chOff x="5943600" y="3581280"/>
            <a:chExt cx="460080" cy="200520"/>
          </a:xfrm>
        </p:grpSpPr>
        <p:sp>
          <p:nvSpPr>
            <p:cNvPr id="3125" name=""/>
            <p:cNvSpPr/>
            <p:nvPr/>
          </p:nvSpPr>
          <p:spPr>
            <a:xfrm>
              <a:off x="5943600" y="359568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26" name=""/>
            <p:cNvSpPr/>
            <p:nvPr/>
          </p:nvSpPr>
          <p:spPr>
            <a:xfrm>
              <a:off x="6066000" y="3581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27" name=""/>
          <p:cNvGrpSpPr/>
          <p:nvPr/>
        </p:nvGrpSpPr>
        <p:grpSpPr>
          <a:xfrm>
            <a:off x="5410080" y="5943600"/>
            <a:ext cx="461880" cy="200520"/>
            <a:chOff x="5410080" y="5943600"/>
            <a:chExt cx="461880" cy="200520"/>
          </a:xfrm>
        </p:grpSpPr>
        <p:sp>
          <p:nvSpPr>
            <p:cNvPr id="3128" name=""/>
            <p:cNvSpPr/>
            <p:nvPr/>
          </p:nvSpPr>
          <p:spPr>
            <a:xfrm>
              <a:off x="5410080" y="59576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29" name=""/>
            <p:cNvSpPr/>
            <p:nvPr/>
          </p:nvSpPr>
          <p:spPr>
            <a:xfrm>
              <a:off x="5534280" y="5943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30" name=""/>
          <p:cNvGrpSpPr/>
          <p:nvPr/>
        </p:nvGrpSpPr>
        <p:grpSpPr>
          <a:xfrm>
            <a:off x="3200400" y="1066680"/>
            <a:ext cx="460080" cy="200520"/>
            <a:chOff x="3200400" y="1066680"/>
            <a:chExt cx="460080" cy="200520"/>
          </a:xfrm>
        </p:grpSpPr>
        <p:sp>
          <p:nvSpPr>
            <p:cNvPr id="3131" name=""/>
            <p:cNvSpPr/>
            <p:nvPr/>
          </p:nvSpPr>
          <p:spPr>
            <a:xfrm>
              <a:off x="3200400" y="108072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32" name=""/>
            <p:cNvSpPr/>
            <p:nvPr/>
          </p:nvSpPr>
          <p:spPr>
            <a:xfrm>
              <a:off x="3322800" y="1066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133" name="Oval 3132"/>
          <p:cNvSpPr/>
          <p:nvPr/>
        </p:nvSpPr>
        <p:spPr>
          <a:xfrm>
            <a:off x="5158582" y="517337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4" name="Oval 3133"/>
          <p:cNvSpPr/>
          <p:nvPr/>
        </p:nvSpPr>
        <p:spPr>
          <a:xfrm>
            <a:off x="5188582" y="520337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3135" name="Rounded Rectangle 3134"/>
          <p:cNvSpPr/>
          <p:nvPr/>
        </p:nvSpPr>
        <p:spPr>
          <a:xfrm>
            <a:off x="5366582" y="519087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3136" name="Oval 3135"/>
          <p:cNvSpPr/>
          <p:nvPr/>
        </p:nvSpPr>
        <p:spPr>
          <a:xfrm>
            <a:off x="4974215" y="544744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7" name="Oval 3136"/>
          <p:cNvSpPr/>
          <p:nvPr/>
        </p:nvSpPr>
        <p:spPr>
          <a:xfrm>
            <a:off x="5004215" y="547744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3138" name="Rounded Rectangle 3137"/>
          <p:cNvSpPr/>
          <p:nvPr/>
        </p:nvSpPr>
        <p:spPr>
          <a:xfrm>
            <a:off x="5182215" y="546494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3139" name="Oval 3138"/>
          <p:cNvSpPr/>
          <p:nvPr/>
        </p:nvSpPr>
        <p:spPr>
          <a:xfrm>
            <a:off x="4662823" y="546875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0" name="Oval 3139"/>
          <p:cNvSpPr/>
          <p:nvPr/>
        </p:nvSpPr>
        <p:spPr>
          <a:xfrm>
            <a:off x="4692823" y="549875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3141" name="Rounded Rectangle 3140"/>
          <p:cNvSpPr/>
          <p:nvPr/>
        </p:nvSpPr>
        <p:spPr>
          <a:xfrm>
            <a:off x="4870823" y="548625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3142" name="Oval 3141"/>
          <p:cNvSpPr/>
          <p:nvPr/>
        </p:nvSpPr>
        <p:spPr>
          <a:xfrm>
            <a:off x="4122261" y="559711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3" name="Oval 3142"/>
          <p:cNvSpPr/>
          <p:nvPr/>
        </p:nvSpPr>
        <p:spPr>
          <a:xfrm>
            <a:off x="4152261" y="562711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3144" name="Rounded Rectangle 3143"/>
          <p:cNvSpPr/>
          <p:nvPr/>
        </p:nvSpPr>
        <p:spPr>
          <a:xfrm>
            <a:off x="4330261" y="561461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3145" name="Oval 3144"/>
          <p:cNvSpPr/>
          <p:nvPr/>
        </p:nvSpPr>
        <p:spPr>
          <a:xfrm>
            <a:off x="4365605" y="45714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6" name="Oval 3145"/>
          <p:cNvSpPr/>
          <p:nvPr/>
        </p:nvSpPr>
        <p:spPr>
          <a:xfrm>
            <a:off x="4395605" y="48714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3147" name="Rounded Rectangle 3146"/>
          <p:cNvSpPr/>
          <p:nvPr/>
        </p:nvSpPr>
        <p:spPr>
          <a:xfrm>
            <a:off x="4573605" y="47464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3148" name="Oval 3147"/>
          <p:cNvSpPr/>
          <p:nvPr/>
        </p:nvSpPr>
        <p:spPr>
          <a:xfrm>
            <a:off x="90000" y="5597118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9" name="Oval 3148"/>
          <p:cNvSpPr/>
          <p:nvPr/>
        </p:nvSpPr>
        <p:spPr>
          <a:xfrm>
            <a:off x="120000" y="562711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3150" name="Rounded Rectangle 3149"/>
          <p:cNvSpPr/>
          <p:nvPr/>
        </p:nvSpPr>
        <p:spPr>
          <a:xfrm>
            <a:off x="298000" y="561461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3151" name="Oval 3150"/>
          <p:cNvSpPr/>
          <p:nvPr/>
        </p:nvSpPr>
        <p:spPr>
          <a:xfrm>
            <a:off x="90000" y="5597118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2" name="Oval 3151"/>
          <p:cNvSpPr/>
          <p:nvPr/>
        </p:nvSpPr>
        <p:spPr>
          <a:xfrm>
            <a:off x="120000" y="562711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3153" name="Rounded Rectangle 3152"/>
          <p:cNvSpPr/>
          <p:nvPr/>
        </p:nvSpPr>
        <p:spPr>
          <a:xfrm>
            <a:off x="298000" y="561461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3154" name="Oval 3153"/>
          <p:cNvSpPr/>
          <p:nvPr/>
        </p:nvSpPr>
        <p:spPr>
          <a:xfrm>
            <a:off x="90000" y="5597118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5" name="Oval 3154"/>
          <p:cNvSpPr/>
          <p:nvPr/>
        </p:nvSpPr>
        <p:spPr>
          <a:xfrm>
            <a:off x="120000" y="562711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3156" name="Rounded Rectangle 3155"/>
          <p:cNvSpPr/>
          <p:nvPr/>
        </p:nvSpPr>
        <p:spPr>
          <a:xfrm>
            <a:off x="298000" y="561461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3157" name="Oval 3156"/>
          <p:cNvSpPr/>
          <p:nvPr/>
        </p:nvSpPr>
        <p:spPr>
          <a:xfrm>
            <a:off x="8844000" y="5597118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8" name="Oval 3157"/>
          <p:cNvSpPr/>
          <p:nvPr/>
        </p:nvSpPr>
        <p:spPr>
          <a:xfrm>
            <a:off x="8874000" y="562711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3159" name="Rounded Rectangle 3158"/>
          <p:cNvSpPr/>
          <p:nvPr/>
        </p:nvSpPr>
        <p:spPr>
          <a:xfrm>
            <a:off x="8326000" y="561461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3160" name="Oval 3159"/>
          <p:cNvSpPr/>
          <p:nvPr/>
        </p:nvSpPr>
        <p:spPr>
          <a:xfrm>
            <a:off x="8844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1" name="Oval 3160"/>
          <p:cNvSpPr/>
          <p:nvPr/>
        </p:nvSpPr>
        <p:spPr>
          <a:xfrm>
            <a:off x="8874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3162" name="Rounded Rectangle 3161"/>
          <p:cNvSpPr/>
          <p:nvPr/>
        </p:nvSpPr>
        <p:spPr>
          <a:xfrm>
            <a:off x="8326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3163" name="Oval 3162"/>
          <p:cNvSpPr/>
          <p:nvPr/>
        </p:nvSpPr>
        <p:spPr>
          <a:xfrm>
            <a:off x="8844000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4" name="Oval 3163"/>
          <p:cNvSpPr/>
          <p:nvPr/>
        </p:nvSpPr>
        <p:spPr>
          <a:xfrm>
            <a:off x="8874000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3165" name="Rounded Rectangle 3164"/>
          <p:cNvSpPr/>
          <p:nvPr/>
        </p:nvSpPr>
        <p:spPr>
          <a:xfrm>
            <a:off x="8326000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 ↓</a:t>
            </a:r>
          </a:p>
        </p:txBody>
      </p:sp>
      <p:sp>
        <p:nvSpPr>
          <p:cNvPr id="3166" name="Rounded Rectangle 3165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V62, V63, V64, V65, V66, V67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3" name=""/>
          <p:cNvSpPr/>
          <p:nvPr/>
        </p:nvSpPr>
        <p:spPr>
          <a:xfrm>
            <a:off x="3114360" y="50760"/>
            <a:ext cx="291492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32: RJTT | RWY 22 | STAR NYLON2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4" name=""/>
          <p:cNvSpPr/>
          <p:nvPr/>
        </p:nvSpPr>
        <p:spPr>
          <a:xfrm flipV="1">
            <a:off x="5086440" y="4495680"/>
            <a:ext cx="446040" cy="8748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5" name=""/>
          <p:cNvSpPr/>
          <p:nvPr/>
        </p:nvSpPr>
        <p:spPr>
          <a:xfrm flipH="1" flipV="1">
            <a:off x="5357520" y="3394080"/>
            <a:ext cx="174600" cy="1101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6" name=""/>
          <p:cNvSpPr/>
          <p:nvPr/>
        </p:nvSpPr>
        <p:spPr>
          <a:xfrm flipH="1" flipV="1">
            <a:off x="5182920" y="2293920"/>
            <a:ext cx="174600" cy="1100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7" name=""/>
          <p:cNvSpPr/>
          <p:nvPr/>
        </p:nvSpPr>
        <p:spPr>
          <a:xfrm flipH="1" flipV="1">
            <a:off x="4970160" y="1639440"/>
            <a:ext cx="212760" cy="654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8" name=""/>
          <p:cNvSpPr/>
          <p:nvPr/>
        </p:nvSpPr>
        <p:spPr>
          <a:xfrm flipH="1">
            <a:off x="4665240" y="1639800"/>
            <a:ext cx="304920" cy="986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9" name=""/>
          <p:cNvSpPr/>
          <p:nvPr/>
        </p:nvSpPr>
        <p:spPr>
          <a:xfrm flipH="1">
            <a:off x="4540320" y="1738440"/>
            <a:ext cx="125280" cy="410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5760" bIns="-57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0" name=""/>
          <p:cNvSpPr/>
          <p:nvPr/>
        </p:nvSpPr>
        <p:spPr>
          <a:xfrm flipH="1">
            <a:off x="3611520" y="1779480"/>
            <a:ext cx="928800" cy="3016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141" name=""/>
          <p:cNvGrpSpPr/>
          <p:nvPr/>
        </p:nvGrpSpPr>
        <p:grpSpPr>
          <a:xfrm>
            <a:off x="5022720" y="5307120"/>
            <a:ext cx="741600" cy="200520"/>
            <a:chOff x="5022720" y="5307120"/>
            <a:chExt cx="741600" cy="200520"/>
          </a:xfrm>
        </p:grpSpPr>
        <p:sp>
          <p:nvSpPr>
            <p:cNvPr id="3142" name=""/>
            <p:cNvSpPr/>
            <p:nvPr/>
          </p:nvSpPr>
          <p:spPr>
            <a:xfrm>
              <a:off x="5022720" y="5307120"/>
              <a:ext cx="127080" cy="12672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43" name=""/>
            <p:cNvSpPr/>
            <p:nvPr/>
          </p:nvSpPr>
          <p:spPr>
            <a:xfrm>
              <a:off x="5189040" y="5307120"/>
              <a:ext cx="5752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'ADDUM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44" name=""/>
          <p:cNvGrpSpPr/>
          <p:nvPr/>
        </p:nvGrpSpPr>
        <p:grpSpPr>
          <a:xfrm>
            <a:off x="5481720" y="4432320"/>
            <a:ext cx="540360" cy="200520"/>
            <a:chOff x="5481720" y="4432320"/>
            <a:chExt cx="540360" cy="200520"/>
          </a:xfrm>
        </p:grpSpPr>
        <p:sp>
          <p:nvSpPr>
            <p:cNvPr id="3145" name=""/>
            <p:cNvSpPr/>
            <p:nvPr/>
          </p:nvSpPr>
          <p:spPr>
            <a:xfrm>
              <a:off x="5481720" y="44449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46" name=""/>
            <p:cNvSpPr/>
            <p:nvPr/>
          </p:nvSpPr>
          <p:spPr>
            <a:xfrm>
              <a:off x="5601960" y="4432320"/>
              <a:ext cx="4201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BLITZ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47" name=""/>
          <p:cNvGrpSpPr/>
          <p:nvPr/>
        </p:nvGrpSpPr>
        <p:grpSpPr>
          <a:xfrm>
            <a:off x="5307120" y="3330720"/>
            <a:ext cx="569880" cy="200520"/>
            <a:chOff x="5307120" y="3330720"/>
            <a:chExt cx="569880" cy="200520"/>
          </a:xfrm>
        </p:grpSpPr>
        <p:sp>
          <p:nvSpPr>
            <p:cNvPr id="3148" name=""/>
            <p:cNvSpPr/>
            <p:nvPr/>
          </p:nvSpPr>
          <p:spPr>
            <a:xfrm>
              <a:off x="5307120" y="33433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49" name=""/>
            <p:cNvSpPr/>
            <p:nvPr/>
          </p:nvSpPr>
          <p:spPr>
            <a:xfrm>
              <a:off x="5397480" y="333072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BRASS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50" name=""/>
          <p:cNvGrpSpPr/>
          <p:nvPr/>
        </p:nvGrpSpPr>
        <p:grpSpPr>
          <a:xfrm>
            <a:off x="5132520" y="2230560"/>
            <a:ext cx="572040" cy="200520"/>
            <a:chOff x="5132520" y="2230560"/>
            <a:chExt cx="572040" cy="200520"/>
          </a:xfrm>
        </p:grpSpPr>
        <p:sp>
          <p:nvSpPr>
            <p:cNvPr id="3151" name=""/>
            <p:cNvSpPr/>
            <p:nvPr/>
          </p:nvSpPr>
          <p:spPr>
            <a:xfrm>
              <a:off x="5132520" y="22431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52" name=""/>
            <p:cNvSpPr/>
            <p:nvPr/>
          </p:nvSpPr>
          <p:spPr>
            <a:xfrm>
              <a:off x="5220720" y="2230560"/>
              <a:ext cx="483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NYLON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53" name=""/>
          <p:cNvGrpSpPr/>
          <p:nvPr/>
        </p:nvGrpSpPr>
        <p:grpSpPr>
          <a:xfrm>
            <a:off x="4930920" y="1576440"/>
            <a:ext cx="527040" cy="200520"/>
            <a:chOff x="4930920" y="1576440"/>
            <a:chExt cx="527040" cy="200520"/>
          </a:xfrm>
        </p:grpSpPr>
        <p:sp>
          <p:nvSpPr>
            <p:cNvPr id="3154" name=""/>
            <p:cNvSpPr/>
            <p:nvPr/>
          </p:nvSpPr>
          <p:spPr>
            <a:xfrm>
              <a:off x="4930920" y="1598760"/>
              <a:ext cx="80640" cy="806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800" bIns="108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55" name=""/>
            <p:cNvSpPr/>
            <p:nvPr/>
          </p:nvSpPr>
          <p:spPr>
            <a:xfrm>
              <a:off x="5022720" y="1576440"/>
              <a:ext cx="435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NIFTY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56" name=""/>
          <p:cNvGrpSpPr/>
          <p:nvPr/>
        </p:nvGrpSpPr>
        <p:grpSpPr>
          <a:xfrm>
            <a:off x="4624560" y="1674720"/>
            <a:ext cx="551520" cy="200520"/>
            <a:chOff x="4624560" y="1674720"/>
            <a:chExt cx="551520" cy="200520"/>
          </a:xfrm>
        </p:grpSpPr>
        <p:sp>
          <p:nvSpPr>
            <p:cNvPr id="3157" name=""/>
            <p:cNvSpPr/>
            <p:nvPr/>
          </p:nvSpPr>
          <p:spPr>
            <a:xfrm>
              <a:off x="4624560" y="1697040"/>
              <a:ext cx="8064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58" name=""/>
            <p:cNvSpPr/>
            <p:nvPr/>
          </p:nvSpPr>
          <p:spPr>
            <a:xfrm>
              <a:off x="4692240" y="1674720"/>
              <a:ext cx="483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NEXUS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59" name=""/>
          <p:cNvGrpSpPr/>
          <p:nvPr/>
        </p:nvGrpSpPr>
        <p:grpSpPr>
          <a:xfrm>
            <a:off x="4500720" y="1716120"/>
            <a:ext cx="537120" cy="200520"/>
            <a:chOff x="4500720" y="1716120"/>
            <a:chExt cx="537120" cy="200520"/>
          </a:xfrm>
        </p:grpSpPr>
        <p:sp>
          <p:nvSpPr>
            <p:cNvPr id="3160" name=""/>
            <p:cNvSpPr/>
            <p:nvPr/>
          </p:nvSpPr>
          <p:spPr>
            <a:xfrm>
              <a:off x="4500720" y="1738440"/>
              <a:ext cx="806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61" name=""/>
            <p:cNvSpPr/>
            <p:nvPr/>
          </p:nvSpPr>
          <p:spPr>
            <a:xfrm>
              <a:off x="4582800" y="171612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NITRO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62" name=""/>
          <p:cNvGrpSpPr/>
          <p:nvPr/>
        </p:nvGrpSpPr>
        <p:grpSpPr>
          <a:xfrm>
            <a:off x="3548160" y="2017800"/>
            <a:ext cx="646560" cy="200520"/>
            <a:chOff x="3548160" y="2017800"/>
            <a:chExt cx="646560" cy="200520"/>
          </a:xfrm>
        </p:grpSpPr>
        <p:sp>
          <p:nvSpPr>
            <p:cNvPr id="3163" name=""/>
            <p:cNvSpPr/>
            <p:nvPr/>
          </p:nvSpPr>
          <p:spPr>
            <a:xfrm>
              <a:off x="3548160" y="201780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64" name=""/>
            <p:cNvSpPr/>
            <p:nvPr/>
          </p:nvSpPr>
          <p:spPr>
            <a:xfrm>
              <a:off x="3702960" y="2017800"/>
              <a:ext cx="4917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'RW22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65" name=""/>
          <p:cNvGrpSpPr/>
          <p:nvPr/>
        </p:nvGrpSpPr>
        <p:grpSpPr>
          <a:xfrm>
            <a:off x="7924680" y="3657600"/>
            <a:ext cx="479160" cy="200520"/>
            <a:chOff x="7924680" y="3657600"/>
            <a:chExt cx="479160" cy="200520"/>
          </a:xfrm>
        </p:grpSpPr>
        <p:sp>
          <p:nvSpPr>
            <p:cNvPr id="3166" name=""/>
            <p:cNvSpPr/>
            <p:nvPr/>
          </p:nvSpPr>
          <p:spPr>
            <a:xfrm>
              <a:off x="7924680" y="3664080"/>
              <a:ext cx="11448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67" name=""/>
            <p:cNvSpPr/>
            <p:nvPr/>
          </p:nvSpPr>
          <p:spPr>
            <a:xfrm>
              <a:off x="8066160" y="3657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68" name=""/>
          <p:cNvGrpSpPr/>
          <p:nvPr/>
        </p:nvGrpSpPr>
        <p:grpSpPr>
          <a:xfrm>
            <a:off x="762120" y="4343400"/>
            <a:ext cx="479160" cy="200520"/>
            <a:chOff x="762120" y="4343400"/>
            <a:chExt cx="479160" cy="200520"/>
          </a:xfrm>
        </p:grpSpPr>
        <p:sp>
          <p:nvSpPr>
            <p:cNvPr id="3169" name=""/>
            <p:cNvSpPr/>
            <p:nvPr/>
          </p:nvSpPr>
          <p:spPr>
            <a:xfrm>
              <a:off x="762120" y="4349520"/>
              <a:ext cx="11448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70" name=""/>
            <p:cNvSpPr/>
            <p:nvPr/>
          </p:nvSpPr>
          <p:spPr>
            <a:xfrm>
              <a:off x="903600" y="4343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71" name=""/>
          <p:cNvGrpSpPr/>
          <p:nvPr/>
        </p:nvGrpSpPr>
        <p:grpSpPr>
          <a:xfrm>
            <a:off x="1828800" y="1295280"/>
            <a:ext cx="459720" cy="200520"/>
            <a:chOff x="1828800" y="1295280"/>
            <a:chExt cx="459720" cy="200520"/>
          </a:xfrm>
        </p:grpSpPr>
        <p:sp>
          <p:nvSpPr>
            <p:cNvPr id="3172" name=""/>
            <p:cNvSpPr/>
            <p:nvPr/>
          </p:nvSpPr>
          <p:spPr>
            <a:xfrm>
              <a:off x="1828800" y="13096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73" name=""/>
            <p:cNvSpPr/>
            <p:nvPr/>
          </p:nvSpPr>
          <p:spPr>
            <a:xfrm>
              <a:off x="1950840" y="1295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74" name=""/>
          <p:cNvGrpSpPr/>
          <p:nvPr/>
        </p:nvGrpSpPr>
        <p:grpSpPr>
          <a:xfrm>
            <a:off x="4114800" y="2362320"/>
            <a:ext cx="461520" cy="200520"/>
            <a:chOff x="4114800" y="2362320"/>
            <a:chExt cx="461520" cy="200520"/>
          </a:xfrm>
        </p:grpSpPr>
        <p:sp>
          <p:nvSpPr>
            <p:cNvPr id="3175" name=""/>
            <p:cNvSpPr/>
            <p:nvPr/>
          </p:nvSpPr>
          <p:spPr>
            <a:xfrm>
              <a:off x="4114800" y="2378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76" name=""/>
            <p:cNvSpPr/>
            <p:nvPr/>
          </p:nvSpPr>
          <p:spPr>
            <a:xfrm>
              <a:off x="4238640" y="2362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77" name=""/>
          <p:cNvGrpSpPr/>
          <p:nvPr/>
        </p:nvGrpSpPr>
        <p:grpSpPr>
          <a:xfrm>
            <a:off x="7772400" y="685800"/>
            <a:ext cx="460080" cy="200520"/>
            <a:chOff x="7772400" y="685800"/>
            <a:chExt cx="460080" cy="200520"/>
          </a:xfrm>
        </p:grpSpPr>
        <p:sp>
          <p:nvSpPr>
            <p:cNvPr id="3178" name=""/>
            <p:cNvSpPr/>
            <p:nvPr/>
          </p:nvSpPr>
          <p:spPr>
            <a:xfrm>
              <a:off x="7772400" y="7016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79" name=""/>
            <p:cNvSpPr/>
            <p:nvPr/>
          </p:nvSpPr>
          <p:spPr>
            <a:xfrm>
              <a:off x="7894800" y="685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80" name=""/>
          <p:cNvGrpSpPr/>
          <p:nvPr/>
        </p:nvGrpSpPr>
        <p:grpSpPr>
          <a:xfrm>
            <a:off x="3581280" y="6095880"/>
            <a:ext cx="461520" cy="200520"/>
            <a:chOff x="3581280" y="6095880"/>
            <a:chExt cx="461520" cy="200520"/>
          </a:xfrm>
        </p:grpSpPr>
        <p:sp>
          <p:nvSpPr>
            <p:cNvPr id="3181" name=""/>
            <p:cNvSpPr/>
            <p:nvPr/>
          </p:nvSpPr>
          <p:spPr>
            <a:xfrm>
              <a:off x="3581280" y="6111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82" name=""/>
            <p:cNvSpPr/>
            <p:nvPr/>
          </p:nvSpPr>
          <p:spPr>
            <a:xfrm>
              <a:off x="3705120" y="6095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83" name=""/>
          <p:cNvGrpSpPr/>
          <p:nvPr/>
        </p:nvGrpSpPr>
        <p:grpSpPr>
          <a:xfrm>
            <a:off x="5835600" y="6094440"/>
            <a:ext cx="461880" cy="200520"/>
            <a:chOff x="5835600" y="6094440"/>
            <a:chExt cx="461880" cy="200520"/>
          </a:xfrm>
        </p:grpSpPr>
        <p:sp>
          <p:nvSpPr>
            <p:cNvPr id="3184" name=""/>
            <p:cNvSpPr/>
            <p:nvPr/>
          </p:nvSpPr>
          <p:spPr>
            <a:xfrm>
              <a:off x="5835600" y="61088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85" name=""/>
            <p:cNvSpPr/>
            <p:nvPr/>
          </p:nvSpPr>
          <p:spPr>
            <a:xfrm>
              <a:off x="5959800" y="60944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86" name=""/>
          <p:cNvGrpSpPr/>
          <p:nvPr/>
        </p:nvGrpSpPr>
        <p:grpSpPr>
          <a:xfrm>
            <a:off x="6477120" y="3733920"/>
            <a:ext cx="461160" cy="200520"/>
            <a:chOff x="6477120" y="3733920"/>
            <a:chExt cx="461160" cy="200520"/>
          </a:xfrm>
        </p:grpSpPr>
        <p:sp>
          <p:nvSpPr>
            <p:cNvPr id="3187" name=""/>
            <p:cNvSpPr/>
            <p:nvPr/>
          </p:nvSpPr>
          <p:spPr>
            <a:xfrm>
              <a:off x="6477120" y="374976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88" name=""/>
            <p:cNvSpPr/>
            <p:nvPr/>
          </p:nvSpPr>
          <p:spPr>
            <a:xfrm>
              <a:off x="6600600" y="3733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89" name=""/>
          <p:cNvGrpSpPr/>
          <p:nvPr/>
        </p:nvGrpSpPr>
        <p:grpSpPr>
          <a:xfrm>
            <a:off x="4114800" y="5105520"/>
            <a:ext cx="461520" cy="200520"/>
            <a:chOff x="4114800" y="5105520"/>
            <a:chExt cx="461520" cy="200520"/>
          </a:xfrm>
        </p:grpSpPr>
        <p:sp>
          <p:nvSpPr>
            <p:cNvPr id="3190" name=""/>
            <p:cNvSpPr/>
            <p:nvPr/>
          </p:nvSpPr>
          <p:spPr>
            <a:xfrm>
              <a:off x="4114800" y="51199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91" name=""/>
            <p:cNvSpPr/>
            <p:nvPr/>
          </p:nvSpPr>
          <p:spPr>
            <a:xfrm>
              <a:off x="4238640" y="5105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92" name=""/>
          <p:cNvGrpSpPr/>
          <p:nvPr/>
        </p:nvGrpSpPr>
        <p:grpSpPr>
          <a:xfrm>
            <a:off x="3809880" y="1143000"/>
            <a:ext cx="461520" cy="200520"/>
            <a:chOff x="3809880" y="1143000"/>
            <a:chExt cx="461520" cy="200520"/>
          </a:xfrm>
        </p:grpSpPr>
        <p:sp>
          <p:nvSpPr>
            <p:cNvPr id="3193" name=""/>
            <p:cNvSpPr/>
            <p:nvPr/>
          </p:nvSpPr>
          <p:spPr>
            <a:xfrm>
              <a:off x="3809880" y="115884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94" name=""/>
            <p:cNvSpPr/>
            <p:nvPr/>
          </p:nvSpPr>
          <p:spPr>
            <a:xfrm>
              <a:off x="3933720" y="1143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95" name=""/>
          <p:cNvGrpSpPr/>
          <p:nvPr/>
        </p:nvGrpSpPr>
        <p:grpSpPr>
          <a:xfrm>
            <a:off x="6781680" y="1752480"/>
            <a:ext cx="461880" cy="200520"/>
            <a:chOff x="6781680" y="1752480"/>
            <a:chExt cx="461880" cy="200520"/>
          </a:xfrm>
        </p:grpSpPr>
        <p:sp>
          <p:nvSpPr>
            <p:cNvPr id="3196" name=""/>
            <p:cNvSpPr/>
            <p:nvPr/>
          </p:nvSpPr>
          <p:spPr>
            <a:xfrm>
              <a:off x="6781680" y="1768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97" name=""/>
            <p:cNvSpPr/>
            <p:nvPr/>
          </p:nvSpPr>
          <p:spPr>
            <a:xfrm>
              <a:off x="6905880" y="1752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98" name=""/>
          <p:cNvGrpSpPr/>
          <p:nvPr/>
        </p:nvGrpSpPr>
        <p:grpSpPr>
          <a:xfrm>
            <a:off x="5486400" y="1905120"/>
            <a:ext cx="460080" cy="200520"/>
            <a:chOff x="5486400" y="1905120"/>
            <a:chExt cx="460080" cy="200520"/>
          </a:xfrm>
        </p:grpSpPr>
        <p:sp>
          <p:nvSpPr>
            <p:cNvPr id="3199" name=""/>
            <p:cNvSpPr/>
            <p:nvPr/>
          </p:nvSpPr>
          <p:spPr>
            <a:xfrm>
              <a:off x="5486400" y="191916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00" name=""/>
            <p:cNvSpPr/>
            <p:nvPr/>
          </p:nvSpPr>
          <p:spPr>
            <a:xfrm>
              <a:off x="5608800" y="1905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01" name=""/>
          <p:cNvGrpSpPr/>
          <p:nvPr/>
        </p:nvGrpSpPr>
        <p:grpSpPr>
          <a:xfrm>
            <a:off x="6400800" y="4876920"/>
            <a:ext cx="461520" cy="200520"/>
            <a:chOff x="6400800" y="4876920"/>
            <a:chExt cx="461520" cy="200520"/>
          </a:xfrm>
        </p:grpSpPr>
        <p:sp>
          <p:nvSpPr>
            <p:cNvPr id="3202" name=""/>
            <p:cNvSpPr/>
            <p:nvPr/>
          </p:nvSpPr>
          <p:spPr>
            <a:xfrm>
              <a:off x="6400800" y="489276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03" name=""/>
            <p:cNvSpPr/>
            <p:nvPr/>
          </p:nvSpPr>
          <p:spPr>
            <a:xfrm>
              <a:off x="6524640" y="4876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04" name=""/>
          <p:cNvGrpSpPr/>
          <p:nvPr/>
        </p:nvGrpSpPr>
        <p:grpSpPr>
          <a:xfrm>
            <a:off x="2743200" y="2743200"/>
            <a:ext cx="461520" cy="200520"/>
            <a:chOff x="2743200" y="2743200"/>
            <a:chExt cx="461520" cy="200520"/>
          </a:xfrm>
        </p:grpSpPr>
        <p:sp>
          <p:nvSpPr>
            <p:cNvPr id="3205" name=""/>
            <p:cNvSpPr/>
            <p:nvPr/>
          </p:nvSpPr>
          <p:spPr>
            <a:xfrm>
              <a:off x="2743200" y="27572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06" name=""/>
            <p:cNvSpPr/>
            <p:nvPr/>
          </p:nvSpPr>
          <p:spPr>
            <a:xfrm>
              <a:off x="2867040" y="2743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07" name=""/>
          <p:cNvGrpSpPr/>
          <p:nvPr/>
        </p:nvGrpSpPr>
        <p:grpSpPr>
          <a:xfrm>
            <a:off x="3124080" y="4495680"/>
            <a:ext cx="461520" cy="200520"/>
            <a:chOff x="3124080" y="4495680"/>
            <a:chExt cx="461520" cy="200520"/>
          </a:xfrm>
        </p:grpSpPr>
        <p:sp>
          <p:nvSpPr>
            <p:cNvPr id="3208" name=""/>
            <p:cNvSpPr/>
            <p:nvPr/>
          </p:nvSpPr>
          <p:spPr>
            <a:xfrm>
              <a:off x="3124080" y="4511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09" name=""/>
            <p:cNvSpPr/>
            <p:nvPr/>
          </p:nvSpPr>
          <p:spPr>
            <a:xfrm>
              <a:off x="3247920" y="4495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10" name=""/>
          <p:cNvGrpSpPr/>
          <p:nvPr/>
        </p:nvGrpSpPr>
        <p:grpSpPr>
          <a:xfrm>
            <a:off x="5257800" y="1066680"/>
            <a:ext cx="461880" cy="200520"/>
            <a:chOff x="5257800" y="1066680"/>
            <a:chExt cx="461880" cy="200520"/>
          </a:xfrm>
        </p:grpSpPr>
        <p:sp>
          <p:nvSpPr>
            <p:cNvPr id="3211" name=""/>
            <p:cNvSpPr/>
            <p:nvPr/>
          </p:nvSpPr>
          <p:spPr>
            <a:xfrm>
              <a:off x="5257800" y="10810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12" name=""/>
            <p:cNvSpPr/>
            <p:nvPr/>
          </p:nvSpPr>
          <p:spPr>
            <a:xfrm>
              <a:off x="5382000" y="1066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13" name=""/>
          <p:cNvGrpSpPr/>
          <p:nvPr/>
        </p:nvGrpSpPr>
        <p:grpSpPr>
          <a:xfrm>
            <a:off x="5846760" y="2765520"/>
            <a:ext cx="461880" cy="200520"/>
            <a:chOff x="5846760" y="2765520"/>
            <a:chExt cx="461880" cy="200520"/>
          </a:xfrm>
        </p:grpSpPr>
        <p:sp>
          <p:nvSpPr>
            <p:cNvPr id="3214" name=""/>
            <p:cNvSpPr/>
            <p:nvPr/>
          </p:nvSpPr>
          <p:spPr>
            <a:xfrm>
              <a:off x="5846760" y="278136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15" name=""/>
            <p:cNvSpPr/>
            <p:nvPr/>
          </p:nvSpPr>
          <p:spPr>
            <a:xfrm>
              <a:off x="5970960" y="2765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16" name=""/>
          <p:cNvGrpSpPr/>
          <p:nvPr/>
        </p:nvGrpSpPr>
        <p:grpSpPr>
          <a:xfrm>
            <a:off x="1905120" y="5943600"/>
            <a:ext cx="459720" cy="200520"/>
            <a:chOff x="1905120" y="5943600"/>
            <a:chExt cx="459720" cy="200520"/>
          </a:xfrm>
        </p:grpSpPr>
        <p:sp>
          <p:nvSpPr>
            <p:cNvPr id="3217" name=""/>
            <p:cNvSpPr/>
            <p:nvPr/>
          </p:nvSpPr>
          <p:spPr>
            <a:xfrm>
              <a:off x="1905120" y="595800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18" name=""/>
            <p:cNvSpPr/>
            <p:nvPr/>
          </p:nvSpPr>
          <p:spPr>
            <a:xfrm>
              <a:off x="2027160" y="5943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19" name=""/>
          <p:cNvGrpSpPr/>
          <p:nvPr/>
        </p:nvGrpSpPr>
        <p:grpSpPr>
          <a:xfrm>
            <a:off x="4114800" y="3809880"/>
            <a:ext cx="461520" cy="200520"/>
            <a:chOff x="4114800" y="3809880"/>
            <a:chExt cx="461520" cy="200520"/>
          </a:xfrm>
        </p:grpSpPr>
        <p:sp>
          <p:nvSpPr>
            <p:cNvPr id="3220" name=""/>
            <p:cNvSpPr/>
            <p:nvPr/>
          </p:nvSpPr>
          <p:spPr>
            <a:xfrm>
              <a:off x="4114800" y="38242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21" name=""/>
            <p:cNvSpPr/>
            <p:nvPr/>
          </p:nvSpPr>
          <p:spPr>
            <a:xfrm>
              <a:off x="4238640" y="3809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22" name=""/>
          <p:cNvGrpSpPr/>
          <p:nvPr/>
        </p:nvGrpSpPr>
        <p:grpSpPr>
          <a:xfrm>
            <a:off x="4419720" y="3048120"/>
            <a:ext cx="461520" cy="200520"/>
            <a:chOff x="4419720" y="3048120"/>
            <a:chExt cx="461520" cy="200520"/>
          </a:xfrm>
        </p:grpSpPr>
        <p:sp>
          <p:nvSpPr>
            <p:cNvPr id="3223" name=""/>
            <p:cNvSpPr/>
            <p:nvPr/>
          </p:nvSpPr>
          <p:spPr>
            <a:xfrm>
              <a:off x="4419720" y="3063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24" name=""/>
            <p:cNvSpPr/>
            <p:nvPr/>
          </p:nvSpPr>
          <p:spPr>
            <a:xfrm>
              <a:off x="4543560" y="3048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225" name="Oval 3224"/>
          <p:cNvSpPr/>
          <p:nvPr/>
        </p:nvSpPr>
        <p:spPr>
          <a:xfrm>
            <a:off x="5688760" y="192338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6" name="Oval 3225"/>
          <p:cNvSpPr/>
          <p:nvPr/>
        </p:nvSpPr>
        <p:spPr>
          <a:xfrm>
            <a:off x="5718760" y="195338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3227" name="Rounded Rectangle 3226"/>
          <p:cNvSpPr/>
          <p:nvPr/>
        </p:nvSpPr>
        <p:spPr>
          <a:xfrm>
            <a:off x="5896760" y="194088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3228" name="Oval 3227"/>
          <p:cNvSpPr/>
          <p:nvPr/>
        </p:nvSpPr>
        <p:spPr>
          <a:xfrm>
            <a:off x="4666212" y="148420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9" name="Oval 3228"/>
          <p:cNvSpPr/>
          <p:nvPr/>
        </p:nvSpPr>
        <p:spPr>
          <a:xfrm>
            <a:off x="4696212" y="151420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3230" name="Rounded Rectangle 3229"/>
          <p:cNvSpPr/>
          <p:nvPr/>
        </p:nvSpPr>
        <p:spPr>
          <a:xfrm>
            <a:off x="4874212" y="150170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3231" name="Oval 3230"/>
          <p:cNvSpPr/>
          <p:nvPr/>
        </p:nvSpPr>
        <p:spPr>
          <a:xfrm>
            <a:off x="4342667" y="125479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2" name="Oval 3231"/>
          <p:cNvSpPr/>
          <p:nvPr/>
        </p:nvSpPr>
        <p:spPr>
          <a:xfrm>
            <a:off x="4372667" y="128479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3233" name="Rounded Rectangle 3232"/>
          <p:cNvSpPr/>
          <p:nvPr/>
        </p:nvSpPr>
        <p:spPr>
          <a:xfrm>
            <a:off x="4550667" y="127229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3234" name="Oval 3233"/>
          <p:cNvSpPr/>
          <p:nvPr/>
        </p:nvSpPr>
        <p:spPr>
          <a:xfrm>
            <a:off x="391241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5" name="Oval 3234"/>
          <p:cNvSpPr/>
          <p:nvPr/>
        </p:nvSpPr>
        <p:spPr>
          <a:xfrm>
            <a:off x="394241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3236" name="Rounded Rectangle 3235"/>
          <p:cNvSpPr/>
          <p:nvPr/>
        </p:nvSpPr>
        <p:spPr>
          <a:xfrm>
            <a:off x="412041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 ↓</a:t>
            </a:r>
          </a:p>
        </p:txBody>
      </p:sp>
      <p:sp>
        <p:nvSpPr>
          <p:cNvPr id="3237" name="Oval 3236"/>
          <p:cNvSpPr/>
          <p:nvPr/>
        </p:nvSpPr>
        <p:spPr>
          <a:xfrm>
            <a:off x="7576540" y="97693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8" name="Oval 3237"/>
          <p:cNvSpPr/>
          <p:nvPr/>
        </p:nvSpPr>
        <p:spPr>
          <a:xfrm>
            <a:off x="7606540" y="100693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3239" name="Rounded Rectangle 3238"/>
          <p:cNvSpPr/>
          <p:nvPr/>
        </p:nvSpPr>
        <p:spPr>
          <a:xfrm>
            <a:off x="7784540" y="99443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3240" name="Oval 3239"/>
          <p:cNvSpPr/>
          <p:nvPr/>
        </p:nvSpPr>
        <p:spPr>
          <a:xfrm>
            <a:off x="8533540" y="54031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1" name="Oval 3240"/>
          <p:cNvSpPr/>
          <p:nvPr/>
        </p:nvSpPr>
        <p:spPr>
          <a:xfrm>
            <a:off x="8563540" y="57031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3242" name="Rounded Rectangle 3241"/>
          <p:cNvSpPr/>
          <p:nvPr/>
        </p:nvSpPr>
        <p:spPr>
          <a:xfrm>
            <a:off x="8015540" y="55781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</a:t>
            </a:r>
          </a:p>
        </p:txBody>
      </p:sp>
      <p:sp>
        <p:nvSpPr>
          <p:cNvPr id="3243" name="Oval 3242"/>
          <p:cNvSpPr/>
          <p:nvPr/>
        </p:nvSpPr>
        <p:spPr>
          <a:xfrm>
            <a:off x="1054520" y="192338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4" name="Oval 3243"/>
          <p:cNvSpPr/>
          <p:nvPr/>
        </p:nvSpPr>
        <p:spPr>
          <a:xfrm>
            <a:off x="1084520" y="195338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3245" name="Rounded Rectangle 3244"/>
          <p:cNvSpPr/>
          <p:nvPr/>
        </p:nvSpPr>
        <p:spPr>
          <a:xfrm>
            <a:off x="1262520" y="194088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</a:t>
            </a:r>
          </a:p>
        </p:txBody>
      </p:sp>
      <p:sp>
        <p:nvSpPr>
          <p:cNvPr id="3246" name="Oval 3245"/>
          <p:cNvSpPr/>
          <p:nvPr/>
        </p:nvSpPr>
        <p:spPr>
          <a:xfrm>
            <a:off x="287019" y="229700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7" name="Oval 3246"/>
          <p:cNvSpPr/>
          <p:nvPr/>
        </p:nvSpPr>
        <p:spPr>
          <a:xfrm>
            <a:off x="317019" y="232700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3248" name="Rounded Rectangle 3247"/>
          <p:cNvSpPr/>
          <p:nvPr/>
        </p:nvSpPr>
        <p:spPr>
          <a:xfrm>
            <a:off x="495019" y="231450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</a:t>
            </a:r>
          </a:p>
        </p:txBody>
      </p:sp>
      <p:sp>
        <p:nvSpPr>
          <p:cNvPr id="3249" name="Oval 3248"/>
          <p:cNvSpPr/>
          <p:nvPr/>
        </p:nvSpPr>
        <p:spPr>
          <a:xfrm>
            <a:off x="90000" y="313601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0" name="Oval 3249"/>
          <p:cNvSpPr/>
          <p:nvPr/>
        </p:nvSpPr>
        <p:spPr>
          <a:xfrm>
            <a:off x="120000" y="316601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3251" name="Rounded Rectangle 3250"/>
          <p:cNvSpPr/>
          <p:nvPr/>
        </p:nvSpPr>
        <p:spPr>
          <a:xfrm>
            <a:off x="298000" y="315351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</a:t>
            </a:r>
          </a:p>
        </p:txBody>
      </p:sp>
      <p:sp>
        <p:nvSpPr>
          <p:cNvPr id="3252" name="Oval 3251"/>
          <p:cNvSpPr/>
          <p:nvPr/>
        </p:nvSpPr>
        <p:spPr>
          <a:xfrm>
            <a:off x="3112176" y="638300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3" name="Oval 3252"/>
          <p:cNvSpPr/>
          <p:nvPr/>
        </p:nvSpPr>
        <p:spPr>
          <a:xfrm>
            <a:off x="3142176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3254" name="Rounded Rectangle 3253"/>
          <p:cNvSpPr/>
          <p:nvPr/>
        </p:nvSpPr>
        <p:spPr>
          <a:xfrm>
            <a:off x="3320176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</a:t>
            </a:r>
          </a:p>
        </p:txBody>
      </p:sp>
      <p:sp>
        <p:nvSpPr>
          <p:cNvPr id="3255" name="Rounded Rectangle 3254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V61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5" name=""/>
          <p:cNvSpPr/>
          <p:nvPr/>
        </p:nvSpPr>
        <p:spPr>
          <a:xfrm>
            <a:off x="3098520" y="50760"/>
            <a:ext cx="294696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33: RJTT | RWY 34L | STAR CREAM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6" name=""/>
          <p:cNvSpPr/>
          <p:nvPr/>
        </p:nvSpPr>
        <p:spPr>
          <a:xfrm flipH="1">
            <a:off x="5168880" y="1639800"/>
            <a:ext cx="257040" cy="957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7" name=""/>
          <p:cNvSpPr/>
          <p:nvPr/>
        </p:nvSpPr>
        <p:spPr>
          <a:xfrm flipH="1">
            <a:off x="5073120" y="2597040"/>
            <a:ext cx="95400" cy="9129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8" name=""/>
          <p:cNvSpPr/>
          <p:nvPr/>
        </p:nvSpPr>
        <p:spPr>
          <a:xfrm flipH="1">
            <a:off x="5010120" y="3510000"/>
            <a:ext cx="63360" cy="600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9" name=""/>
          <p:cNvSpPr/>
          <p:nvPr/>
        </p:nvSpPr>
        <p:spPr>
          <a:xfrm>
            <a:off x="5010120" y="4110120"/>
            <a:ext cx="9720" cy="5778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0" name=""/>
          <p:cNvSpPr/>
          <p:nvPr/>
        </p:nvSpPr>
        <p:spPr>
          <a:xfrm flipH="1">
            <a:off x="4510080" y="4687920"/>
            <a:ext cx="509760" cy="528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1" name=""/>
          <p:cNvSpPr/>
          <p:nvPr/>
        </p:nvSpPr>
        <p:spPr>
          <a:xfrm flipH="1">
            <a:off x="4145040" y="5216400"/>
            <a:ext cx="365040" cy="154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2" name=""/>
          <p:cNvSpPr/>
          <p:nvPr/>
        </p:nvSpPr>
        <p:spPr>
          <a:xfrm flipH="1" flipV="1">
            <a:off x="3776400" y="4503600"/>
            <a:ext cx="368280" cy="866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3" name=""/>
          <p:cNvSpPr/>
          <p:nvPr/>
        </p:nvSpPr>
        <p:spPr>
          <a:xfrm flipH="1" flipV="1">
            <a:off x="3717720" y="4365360"/>
            <a:ext cx="58680" cy="137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234" name=""/>
          <p:cNvGrpSpPr/>
          <p:nvPr/>
        </p:nvGrpSpPr>
        <p:grpSpPr>
          <a:xfrm>
            <a:off x="5362560" y="1576440"/>
            <a:ext cx="730080" cy="200520"/>
            <a:chOff x="5362560" y="1576440"/>
            <a:chExt cx="730080" cy="200520"/>
          </a:xfrm>
        </p:grpSpPr>
        <p:sp>
          <p:nvSpPr>
            <p:cNvPr id="3235" name=""/>
            <p:cNvSpPr/>
            <p:nvPr/>
          </p:nvSpPr>
          <p:spPr>
            <a:xfrm>
              <a:off x="5362560" y="157644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36" name=""/>
            <p:cNvSpPr/>
            <p:nvPr/>
          </p:nvSpPr>
          <p:spPr>
            <a:xfrm>
              <a:off x="5541480" y="1576440"/>
              <a:ext cx="551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'STONE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37" name=""/>
          <p:cNvGrpSpPr/>
          <p:nvPr/>
        </p:nvGrpSpPr>
        <p:grpSpPr>
          <a:xfrm>
            <a:off x="5118120" y="2533680"/>
            <a:ext cx="475920" cy="200520"/>
            <a:chOff x="5118120" y="2533680"/>
            <a:chExt cx="475920" cy="200520"/>
          </a:xfrm>
        </p:grpSpPr>
        <p:sp>
          <p:nvSpPr>
            <p:cNvPr id="3238" name=""/>
            <p:cNvSpPr/>
            <p:nvPr/>
          </p:nvSpPr>
          <p:spPr>
            <a:xfrm>
              <a:off x="5118120" y="25462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39" name=""/>
            <p:cNvSpPr/>
            <p:nvPr/>
          </p:nvSpPr>
          <p:spPr>
            <a:xfrm>
              <a:off x="5251680" y="2533680"/>
              <a:ext cx="342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TLE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40" name=""/>
          <p:cNvGrpSpPr/>
          <p:nvPr/>
        </p:nvGrpSpPr>
        <p:grpSpPr>
          <a:xfrm>
            <a:off x="5022720" y="3446640"/>
            <a:ext cx="577800" cy="200520"/>
            <a:chOff x="5022720" y="3446640"/>
            <a:chExt cx="577800" cy="200520"/>
          </a:xfrm>
        </p:grpSpPr>
        <p:sp>
          <p:nvSpPr>
            <p:cNvPr id="3241" name=""/>
            <p:cNvSpPr/>
            <p:nvPr/>
          </p:nvSpPr>
          <p:spPr>
            <a:xfrm>
              <a:off x="5022720" y="345924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42" name=""/>
            <p:cNvSpPr/>
            <p:nvPr/>
          </p:nvSpPr>
          <p:spPr>
            <a:xfrm>
              <a:off x="5105880" y="344664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CURRY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43" name=""/>
          <p:cNvGrpSpPr/>
          <p:nvPr/>
        </p:nvGrpSpPr>
        <p:grpSpPr>
          <a:xfrm>
            <a:off x="4959360" y="4046400"/>
            <a:ext cx="577800" cy="200520"/>
            <a:chOff x="4959360" y="4046400"/>
            <a:chExt cx="577800" cy="200520"/>
          </a:xfrm>
        </p:grpSpPr>
        <p:sp>
          <p:nvSpPr>
            <p:cNvPr id="3244" name=""/>
            <p:cNvSpPr/>
            <p:nvPr/>
          </p:nvSpPr>
          <p:spPr>
            <a:xfrm>
              <a:off x="4959360" y="40593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45" name=""/>
            <p:cNvSpPr/>
            <p:nvPr/>
          </p:nvSpPr>
          <p:spPr>
            <a:xfrm>
              <a:off x="5042520" y="404640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COUPE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46" name=""/>
          <p:cNvGrpSpPr/>
          <p:nvPr/>
        </p:nvGrpSpPr>
        <p:grpSpPr>
          <a:xfrm>
            <a:off x="4968720" y="4624560"/>
            <a:ext cx="553320" cy="200520"/>
            <a:chOff x="4968720" y="4624560"/>
            <a:chExt cx="553320" cy="200520"/>
          </a:xfrm>
        </p:grpSpPr>
        <p:sp>
          <p:nvSpPr>
            <p:cNvPr id="3247" name=""/>
            <p:cNvSpPr/>
            <p:nvPr/>
          </p:nvSpPr>
          <p:spPr>
            <a:xfrm>
              <a:off x="4968720" y="463716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48" name=""/>
            <p:cNvSpPr/>
            <p:nvPr/>
          </p:nvSpPr>
          <p:spPr>
            <a:xfrm>
              <a:off x="5076000" y="462456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CUTIE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49" name=""/>
          <p:cNvGrpSpPr/>
          <p:nvPr/>
        </p:nvGrpSpPr>
        <p:grpSpPr>
          <a:xfrm>
            <a:off x="4459320" y="5153040"/>
            <a:ext cx="628200" cy="200520"/>
            <a:chOff x="4459320" y="5153040"/>
            <a:chExt cx="628200" cy="200520"/>
          </a:xfrm>
        </p:grpSpPr>
        <p:sp>
          <p:nvSpPr>
            <p:cNvPr id="3250" name=""/>
            <p:cNvSpPr/>
            <p:nvPr/>
          </p:nvSpPr>
          <p:spPr>
            <a:xfrm>
              <a:off x="4459320" y="51656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51" name=""/>
            <p:cNvSpPr/>
            <p:nvPr/>
          </p:nvSpPr>
          <p:spPr>
            <a:xfrm>
              <a:off x="4588200" y="5153040"/>
              <a:ext cx="4993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CREAM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52" name=""/>
          <p:cNvGrpSpPr/>
          <p:nvPr/>
        </p:nvGrpSpPr>
        <p:grpSpPr>
          <a:xfrm>
            <a:off x="4094280" y="5307120"/>
            <a:ext cx="613080" cy="200520"/>
            <a:chOff x="4094280" y="5307120"/>
            <a:chExt cx="613080" cy="200520"/>
          </a:xfrm>
        </p:grpSpPr>
        <p:sp>
          <p:nvSpPr>
            <p:cNvPr id="3253" name=""/>
            <p:cNvSpPr/>
            <p:nvPr/>
          </p:nvSpPr>
          <p:spPr>
            <a:xfrm>
              <a:off x="4094280" y="53197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54" name=""/>
            <p:cNvSpPr/>
            <p:nvPr/>
          </p:nvSpPr>
          <p:spPr>
            <a:xfrm>
              <a:off x="4223520" y="5307120"/>
              <a:ext cx="483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ARLON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55" name=""/>
          <p:cNvGrpSpPr/>
          <p:nvPr/>
        </p:nvGrpSpPr>
        <p:grpSpPr>
          <a:xfrm>
            <a:off x="3736800" y="4440240"/>
            <a:ext cx="593640" cy="200520"/>
            <a:chOff x="3736800" y="4440240"/>
            <a:chExt cx="593640" cy="200520"/>
          </a:xfrm>
        </p:grpSpPr>
        <p:sp>
          <p:nvSpPr>
            <p:cNvPr id="3256" name=""/>
            <p:cNvSpPr/>
            <p:nvPr/>
          </p:nvSpPr>
          <p:spPr>
            <a:xfrm>
              <a:off x="3736800" y="446256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57" name=""/>
            <p:cNvSpPr/>
            <p:nvPr/>
          </p:nvSpPr>
          <p:spPr>
            <a:xfrm>
              <a:off x="3846600" y="4440240"/>
              <a:ext cx="483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APOLO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58" name=""/>
          <p:cNvGrpSpPr/>
          <p:nvPr/>
        </p:nvGrpSpPr>
        <p:grpSpPr>
          <a:xfrm>
            <a:off x="3654360" y="4302000"/>
            <a:ext cx="634320" cy="200520"/>
            <a:chOff x="3654360" y="4302000"/>
            <a:chExt cx="634320" cy="200520"/>
          </a:xfrm>
        </p:grpSpPr>
        <p:sp>
          <p:nvSpPr>
            <p:cNvPr id="3259" name=""/>
            <p:cNvSpPr/>
            <p:nvPr/>
          </p:nvSpPr>
          <p:spPr>
            <a:xfrm>
              <a:off x="3654360" y="430200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60" name=""/>
            <p:cNvSpPr/>
            <p:nvPr/>
          </p:nvSpPr>
          <p:spPr>
            <a:xfrm>
              <a:off x="3809160" y="430200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RW34L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61" name=""/>
          <p:cNvGrpSpPr/>
          <p:nvPr/>
        </p:nvGrpSpPr>
        <p:grpSpPr>
          <a:xfrm>
            <a:off x="1447920" y="533520"/>
            <a:ext cx="479160" cy="200520"/>
            <a:chOff x="1447920" y="533520"/>
            <a:chExt cx="479160" cy="200520"/>
          </a:xfrm>
        </p:grpSpPr>
        <p:sp>
          <p:nvSpPr>
            <p:cNvPr id="3262" name=""/>
            <p:cNvSpPr/>
            <p:nvPr/>
          </p:nvSpPr>
          <p:spPr>
            <a:xfrm>
              <a:off x="1447920" y="53964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63" name=""/>
            <p:cNvSpPr/>
            <p:nvPr/>
          </p:nvSpPr>
          <p:spPr>
            <a:xfrm>
              <a:off x="1589400" y="533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64" name=""/>
          <p:cNvGrpSpPr/>
          <p:nvPr/>
        </p:nvGrpSpPr>
        <p:grpSpPr>
          <a:xfrm>
            <a:off x="1066680" y="2438280"/>
            <a:ext cx="461520" cy="200520"/>
            <a:chOff x="1066680" y="2438280"/>
            <a:chExt cx="461520" cy="200520"/>
          </a:xfrm>
        </p:grpSpPr>
        <p:sp>
          <p:nvSpPr>
            <p:cNvPr id="3265" name=""/>
            <p:cNvSpPr/>
            <p:nvPr/>
          </p:nvSpPr>
          <p:spPr>
            <a:xfrm>
              <a:off x="1066680" y="2454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66" name=""/>
            <p:cNvSpPr/>
            <p:nvPr/>
          </p:nvSpPr>
          <p:spPr>
            <a:xfrm>
              <a:off x="1190520" y="2438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67" name=""/>
          <p:cNvGrpSpPr/>
          <p:nvPr/>
        </p:nvGrpSpPr>
        <p:grpSpPr>
          <a:xfrm>
            <a:off x="7848720" y="6248520"/>
            <a:ext cx="461160" cy="200520"/>
            <a:chOff x="7848720" y="6248520"/>
            <a:chExt cx="461160" cy="200520"/>
          </a:xfrm>
        </p:grpSpPr>
        <p:sp>
          <p:nvSpPr>
            <p:cNvPr id="3268" name=""/>
            <p:cNvSpPr/>
            <p:nvPr/>
          </p:nvSpPr>
          <p:spPr>
            <a:xfrm>
              <a:off x="7848720" y="6264000"/>
              <a:ext cx="9648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69" name=""/>
            <p:cNvSpPr/>
            <p:nvPr/>
          </p:nvSpPr>
          <p:spPr>
            <a:xfrm>
              <a:off x="7972200" y="6248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70" name=""/>
          <p:cNvGrpSpPr/>
          <p:nvPr/>
        </p:nvGrpSpPr>
        <p:grpSpPr>
          <a:xfrm>
            <a:off x="2286000" y="1523880"/>
            <a:ext cx="461880" cy="200520"/>
            <a:chOff x="2286000" y="1523880"/>
            <a:chExt cx="461880" cy="200520"/>
          </a:xfrm>
        </p:grpSpPr>
        <p:sp>
          <p:nvSpPr>
            <p:cNvPr id="3271" name=""/>
            <p:cNvSpPr/>
            <p:nvPr/>
          </p:nvSpPr>
          <p:spPr>
            <a:xfrm>
              <a:off x="2286000" y="1539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72" name=""/>
            <p:cNvSpPr/>
            <p:nvPr/>
          </p:nvSpPr>
          <p:spPr>
            <a:xfrm>
              <a:off x="2410200" y="1523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73" name=""/>
          <p:cNvGrpSpPr/>
          <p:nvPr/>
        </p:nvGrpSpPr>
        <p:grpSpPr>
          <a:xfrm>
            <a:off x="762120" y="6248520"/>
            <a:ext cx="461160" cy="200520"/>
            <a:chOff x="762120" y="6248520"/>
            <a:chExt cx="461160" cy="200520"/>
          </a:xfrm>
        </p:grpSpPr>
        <p:sp>
          <p:nvSpPr>
            <p:cNvPr id="3274" name=""/>
            <p:cNvSpPr/>
            <p:nvPr/>
          </p:nvSpPr>
          <p:spPr>
            <a:xfrm>
              <a:off x="762120" y="626436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75" name=""/>
            <p:cNvSpPr/>
            <p:nvPr/>
          </p:nvSpPr>
          <p:spPr>
            <a:xfrm>
              <a:off x="885600" y="6248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76" name=""/>
          <p:cNvGrpSpPr/>
          <p:nvPr/>
        </p:nvGrpSpPr>
        <p:grpSpPr>
          <a:xfrm>
            <a:off x="4632480" y="774720"/>
            <a:ext cx="461520" cy="200520"/>
            <a:chOff x="4632480" y="774720"/>
            <a:chExt cx="461520" cy="200520"/>
          </a:xfrm>
        </p:grpSpPr>
        <p:sp>
          <p:nvSpPr>
            <p:cNvPr id="3277" name=""/>
            <p:cNvSpPr/>
            <p:nvPr/>
          </p:nvSpPr>
          <p:spPr>
            <a:xfrm>
              <a:off x="4632480" y="789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78" name=""/>
            <p:cNvSpPr/>
            <p:nvPr/>
          </p:nvSpPr>
          <p:spPr>
            <a:xfrm>
              <a:off x="4756320" y="774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79" name=""/>
          <p:cNvGrpSpPr/>
          <p:nvPr/>
        </p:nvGrpSpPr>
        <p:grpSpPr>
          <a:xfrm>
            <a:off x="3886200" y="5791320"/>
            <a:ext cx="461880" cy="200520"/>
            <a:chOff x="3886200" y="5791320"/>
            <a:chExt cx="461880" cy="200520"/>
          </a:xfrm>
        </p:grpSpPr>
        <p:sp>
          <p:nvSpPr>
            <p:cNvPr id="3280" name=""/>
            <p:cNvSpPr/>
            <p:nvPr/>
          </p:nvSpPr>
          <p:spPr>
            <a:xfrm>
              <a:off x="3886200" y="5807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81" name=""/>
            <p:cNvSpPr/>
            <p:nvPr/>
          </p:nvSpPr>
          <p:spPr>
            <a:xfrm>
              <a:off x="4010400" y="5791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82" name=""/>
          <p:cNvGrpSpPr/>
          <p:nvPr/>
        </p:nvGrpSpPr>
        <p:grpSpPr>
          <a:xfrm>
            <a:off x="4152960" y="3130560"/>
            <a:ext cx="461520" cy="200520"/>
            <a:chOff x="4152960" y="3130560"/>
            <a:chExt cx="461520" cy="200520"/>
          </a:xfrm>
        </p:grpSpPr>
        <p:sp>
          <p:nvSpPr>
            <p:cNvPr id="3283" name=""/>
            <p:cNvSpPr/>
            <p:nvPr/>
          </p:nvSpPr>
          <p:spPr>
            <a:xfrm>
              <a:off x="4152960" y="31464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84" name=""/>
            <p:cNvSpPr/>
            <p:nvPr/>
          </p:nvSpPr>
          <p:spPr>
            <a:xfrm>
              <a:off x="4276800" y="31305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85" name=""/>
          <p:cNvGrpSpPr/>
          <p:nvPr/>
        </p:nvGrpSpPr>
        <p:grpSpPr>
          <a:xfrm>
            <a:off x="6019920" y="6019920"/>
            <a:ext cx="461160" cy="200520"/>
            <a:chOff x="6019920" y="6019920"/>
            <a:chExt cx="461160" cy="200520"/>
          </a:xfrm>
        </p:grpSpPr>
        <p:sp>
          <p:nvSpPr>
            <p:cNvPr id="3286" name=""/>
            <p:cNvSpPr/>
            <p:nvPr/>
          </p:nvSpPr>
          <p:spPr>
            <a:xfrm>
              <a:off x="6019920" y="603576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87" name=""/>
            <p:cNvSpPr/>
            <p:nvPr/>
          </p:nvSpPr>
          <p:spPr>
            <a:xfrm>
              <a:off x="6143400" y="6019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88" name=""/>
          <p:cNvGrpSpPr/>
          <p:nvPr/>
        </p:nvGrpSpPr>
        <p:grpSpPr>
          <a:xfrm>
            <a:off x="4800600" y="5410080"/>
            <a:ext cx="460080" cy="200520"/>
            <a:chOff x="4800600" y="5410080"/>
            <a:chExt cx="460080" cy="200520"/>
          </a:xfrm>
        </p:grpSpPr>
        <p:sp>
          <p:nvSpPr>
            <p:cNvPr id="3289" name=""/>
            <p:cNvSpPr/>
            <p:nvPr/>
          </p:nvSpPr>
          <p:spPr>
            <a:xfrm>
              <a:off x="4800600" y="54241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90" name=""/>
            <p:cNvSpPr/>
            <p:nvPr/>
          </p:nvSpPr>
          <p:spPr>
            <a:xfrm>
              <a:off x="4923000" y="5410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91" name=""/>
          <p:cNvGrpSpPr/>
          <p:nvPr/>
        </p:nvGrpSpPr>
        <p:grpSpPr>
          <a:xfrm>
            <a:off x="5673600" y="781200"/>
            <a:ext cx="461880" cy="200520"/>
            <a:chOff x="5673600" y="781200"/>
            <a:chExt cx="461880" cy="200520"/>
          </a:xfrm>
        </p:grpSpPr>
        <p:sp>
          <p:nvSpPr>
            <p:cNvPr id="3292" name=""/>
            <p:cNvSpPr/>
            <p:nvPr/>
          </p:nvSpPr>
          <p:spPr>
            <a:xfrm>
              <a:off x="5673600" y="795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93" name=""/>
            <p:cNvSpPr/>
            <p:nvPr/>
          </p:nvSpPr>
          <p:spPr>
            <a:xfrm>
              <a:off x="5797800" y="781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94" name=""/>
          <p:cNvGrpSpPr/>
          <p:nvPr/>
        </p:nvGrpSpPr>
        <p:grpSpPr>
          <a:xfrm>
            <a:off x="3384720" y="3457440"/>
            <a:ext cx="461520" cy="200520"/>
            <a:chOff x="3384720" y="3457440"/>
            <a:chExt cx="461520" cy="200520"/>
          </a:xfrm>
        </p:grpSpPr>
        <p:sp>
          <p:nvSpPr>
            <p:cNvPr id="3295" name=""/>
            <p:cNvSpPr/>
            <p:nvPr/>
          </p:nvSpPr>
          <p:spPr>
            <a:xfrm>
              <a:off x="3384720" y="347328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96" name=""/>
            <p:cNvSpPr/>
            <p:nvPr/>
          </p:nvSpPr>
          <p:spPr>
            <a:xfrm>
              <a:off x="3508560" y="34574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97" name=""/>
          <p:cNvGrpSpPr/>
          <p:nvPr/>
        </p:nvGrpSpPr>
        <p:grpSpPr>
          <a:xfrm>
            <a:off x="6553080" y="4343400"/>
            <a:ext cx="460080" cy="200520"/>
            <a:chOff x="6553080" y="4343400"/>
            <a:chExt cx="460080" cy="200520"/>
          </a:xfrm>
        </p:grpSpPr>
        <p:sp>
          <p:nvSpPr>
            <p:cNvPr id="3298" name=""/>
            <p:cNvSpPr/>
            <p:nvPr/>
          </p:nvSpPr>
          <p:spPr>
            <a:xfrm>
              <a:off x="6553080" y="4357440"/>
              <a:ext cx="9540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99" name=""/>
            <p:cNvSpPr/>
            <p:nvPr/>
          </p:nvSpPr>
          <p:spPr>
            <a:xfrm>
              <a:off x="6675480" y="4343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00" name=""/>
          <p:cNvGrpSpPr/>
          <p:nvPr/>
        </p:nvGrpSpPr>
        <p:grpSpPr>
          <a:xfrm>
            <a:off x="3362400" y="5200560"/>
            <a:ext cx="461520" cy="200520"/>
            <a:chOff x="3362400" y="5200560"/>
            <a:chExt cx="461520" cy="200520"/>
          </a:xfrm>
        </p:grpSpPr>
        <p:sp>
          <p:nvSpPr>
            <p:cNvPr id="3301" name=""/>
            <p:cNvSpPr/>
            <p:nvPr/>
          </p:nvSpPr>
          <p:spPr>
            <a:xfrm>
              <a:off x="3362400" y="5214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02" name=""/>
            <p:cNvSpPr/>
            <p:nvPr/>
          </p:nvSpPr>
          <p:spPr>
            <a:xfrm>
              <a:off x="3486240" y="52005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03" name=""/>
          <p:cNvGrpSpPr/>
          <p:nvPr/>
        </p:nvGrpSpPr>
        <p:grpSpPr>
          <a:xfrm>
            <a:off x="3429000" y="990720"/>
            <a:ext cx="461880" cy="200520"/>
            <a:chOff x="3429000" y="990720"/>
            <a:chExt cx="461880" cy="200520"/>
          </a:xfrm>
        </p:grpSpPr>
        <p:sp>
          <p:nvSpPr>
            <p:cNvPr id="3304" name=""/>
            <p:cNvSpPr/>
            <p:nvPr/>
          </p:nvSpPr>
          <p:spPr>
            <a:xfrm>
              <a:off x="3429000" y="10065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05" name=""/>
            <p:cNvSpPr/>
            <p:nvPr/>
          </p:nvSpPr>
          <p:spPr>
            <a:xfrm>
              <a:off x="3553200" y="990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06" name=""/>
          <p:cNvGrpSpPr/>
          <p:nvPr/>
        </p:nvGrpSpPr>
        <p:grpSpPr>
          <a:xfrm>
            <a:off x="3875040" y="2247840"/>
            <a:ext cx="461880" cy="200520"/>
            <a:chOff x="3875040" y="2247840"/>
            <a:chExt cx="461880" cy="200520"/>
          </a:xfrm>
        </p:grpSpPr>
        <p:sp>
          <p:nvSpPr>
            <p:cNvPr id="3307" name=""/>
            <p:cNvSpPr/>
            <p:nvPr/>
          </p:nvSpPr>
          <p:spPr>
            <a:xfrm>
              <a:off x="3875040" y="2262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08" name=""/>
            <p:cNvSpPr/>
            <p:nvPr/>
          </p:nvSpPr>
          <p:spPr>
            <a:xfrm>
              <a:off x="3999240" y="22478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09" name=""/>
          <p:cNvGrpSpPr/>
          <p:nvPr/>
        </p:nvGrpSpPr>
        <p:grpSpPr>
          <a:xfrm>
            <a:off x="5791320" y="3200400"/>
            <a:ext cx="460080" cy="200520"/>
            <a:chOff x="5791320" y="3200400"/>
            <a:chExt cx="460080" cy="200520"/>
          </a:xfrm>
        </p:grpSpPr>
        <p:sp>
          <p:nvSpPr>
            <p:cNvPr id="3310" name=""/>
            <p:cNvSpPr/>
            <p:nvPr/>
          </p:nvSpPr>
          <p:spPr>
            <a:xfrm>
              <a:off x="5791320" y="321624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11" name=""/>
            <p:cNvSpPr/>
            <p:nvPr/>
          </p:nvSpPr>
          <p:spPr>
            <a:xfrm>
              <a:off x="5913720" y="3200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12" name=""/>
          <p:cNvGrpSpPr/>
          <p:nvPr/>
        </p:nvGrpSpPr>
        <p:grpSpPr>
          <a:xfrm>
            <a:off x="6477120" y="2209680"/>
            <a:ext cx="461520" cy="200520"/>
            <a:chOff x="6477120" y="2209680"/>
            <a:chExt cx="461520" cy="200520"/>
          </a:xfrm>
        </p:grpSpPr>
        <p:sp>
          <p:nvSpPr>
            <p:cNvPr id="3313" name=""/>
            <p:cNvSpPr/>
            <p:nvPr/>
          </p:nvSpPr>
          <p:spPr>
            <a:xfrm>
              <a:off x="6477120" y="222552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14" name=""/>
            <p:cNvSpPr/>
            <p:nvPr/>
          </p:nvSpPr>
          <p:spPr>
            <a:xfrm>
              <a:off x="6600960" y="2209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15" name=""/>
          <p:cNvGrpSpPr/>
          <p:nvPr/>
        </p:nvGrpSpPr>
        <p:grpSpPr>
          <a:xfrm>
            <a:off x="8305920" y="838080"/>
            <a:ext cx="461520" cy="200520"/>
            <a:chOff x="8305920" y="838080"/>
            <a:chExt cx="461520" cy="200520"/>
          </a:xfrm>
        </p:grpSpPr>
        <p:sp>
          <p:nvSpPr>
            <p:cNvPr id="3316" name=""/>
            <p:cNvSpPr/>
            <p:nvPr/>
          </p:nvSpPr>
          <p:spPr>
            <a:xfrm>
              <a:off x="8305920" y="85428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17" name=""/>
            <p:cNvSpPr/>
            <p:nvPr/>
          </p:nvSpPr>
          <p:spPr>
            <a:xfrm>
              <a:off x="8429760" y="838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18" name=""/>
          <p:cNvGrpSpPr/>
          <p:nvPr/>
        </p:nvGrpSpPr>
        <p:grpSpPr>
          <a:xfrm>
            <a:off x="4376880" y="4335480"/>
            <a:ext cx="461520" cy="200520"/>
            <a:chOff x="4376880" y="4335480"/>
            <a:chExt cx="461520" cy="200520"/>
          </a:xfrm>
        </p:grpSpPr>
        <p:sp>
          <p:nvSpPr>
            <p:cNvPr id="3319" name=""/>
            <p:cNvSpPr/>
            <p:nvPr/>
          </p:nvSpPr>
          <p:spPr>
            <a:xfrm>
              <a:off x="4376880" y="43498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20" name=""/>
            <p:cNvSpPr/>
            <p:nvPr/>
          </p:nvSpPr>
          <p:spPr>
            <a:xfrm>
              <a:off x="4500720" y="4335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321" name="Oval 3320"/>
          <p:cNvSpPr/>
          <p:nvPr/>
        </p:nvSpPr>
        <p:spPr>
          <a:xfrm>
            <a:off x="3660097" y="482566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2" name="Oval 3321"/>
          <p:cNvSpPr/>
          <p:nvPr/>
        </p:nvSpPr>
        <p:spPr>
          <a:xfrm>
            <a:off x="3690097" y="485566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3323" name="Rounded Rectangle 3322"/>
          <p:cNvSpPr/>
          <p:nvPr/>
        </p:nvSpPr>
        <p:spPr>
          <a:xfrm>
            <a:off x="3868097" y="484316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3324" name="Oval 3323"/>
          <p:cNvSpPr/>
          <p:nvPr/>
        </p:nvSpPr>
        <p:spPr>
          <a:xfrm>
            <a:off x="3660097" y="551666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5" name="Oval 3324"/>
          <p:cNvSpPr/>
          <p:nvPr/>
        </p:nvSpPr>
        <p:spPr>
          <a:xfrm>
            <a:off x="3690097" y="554666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3326" name="Rounded Rectangle 3325"/>
          <p:cNvSpPr/>
          <p:nvPr/>
        </p:nvSpPr>
        <p:spPr>
          <a:xfrm>
            <a:off x="3868097" y="553416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3327" name="Oval 3326"/>
          <p:cNvSpPr/>
          <p:nvPr/>
        </p:nvSpPr>
        <p:spPr>
          <a:xfrm>
            <a:off x="3349885" y="520257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8" name="Oval 3327"/>
          <p:cNvSpPr/>
          <p:nvPr/>
        </p:nvSpPr>
        <p:spPr>
          <a:xfrm>
            <a:off x="3379885" y="523257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3329" name="Rounded Rectangle 3328"/>
          <p:cNvSpPr/>
          <p:nvPr/>
        </p:nvSpPr>
        <p:spPr>
          <a:xfrm>
            <a:off x="3557885" y="522007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3330" name="Oval 3329"/>
          <p:cNvSpPr/>
          <p:nvPr/>
        </p:nvSpPr>
        <p:spPr>
          <a:xfrm>
            <a:off x="1775563" y="423876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1" name="Oval 3330"/>
          <p:cNvSpPr/>
          <p:nvPr/>
        </p:nvSpPr>
        <p:spPr>
          <a:xfrm>
            <a:off x="1805563" y="426876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3332" name="Rounded Rectangle 3331"/>
          <p:cNvSpPr/>
          <p:nvPr/>
        </p:nvSpPr>
        <p:spPr>
          <a:xfrm>
            <a:off x="1983563" y="425626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3333" name="Oval 3332"/>
          <p:cNvSpPr/>
          <p:nvPr/>
        </p:nvSpPr>
        <p:spPr>
          <a:xfrm>
            <a:off x="6361261" y="34676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4" name="Oval 3333"/>
          <p:cNvSpPr/>
          <p:nvPr/>
        </p:nvSpPr>
        <p:spPr>
          <a:xfrm>
            <a:off x="6391261" y="37676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3335" name="Rounded Rectangle 3334"/>
          <p:cNvSpPr/>
          <p:nvPr/>
        </p:nvSpPr>
        <p:spPr>
          <a:xfrm>
            <a:off x="6569261" y="36426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3336" name="Oval 3335"/>
          <p:cNvSpPr/>
          <p:nvPr/>
        </p:nvSpPr>
        <p:spPr>
          <a:xfrm>
            <a:off x="90000" y="354419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7" name="Oval 3336"/>
          <p:cNvSpPr/>
          <p:nvPr/>
        </p:nvSpPr>
        <p:spPr>
          <a:xfrm>
            <a:off x="120000" y="357419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3338" name="Rounded Rectangle 3337"/>
          <p:cNvSpPr/>
          <p:nvPr/>
        </p:nvSpPr>
        <p:spPr>
          <a:xfrm>
            <a:off x="298000" y="356169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3339" name="Oval 3338"/>
          <p:cNvSpPr/>
          <p:nvPr/>
        </p:nvSpPr>
        <p:spPr>
          <a:xfrm>
            <a:off x="90000" y="3266344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0" name="Oval 3339"/>
          <p:cNvSpPr/>
          <p:nvPr/>
        </p:nvSpPr>
        <p:spPr>
          <a:xfrm>
            <a:off x="120000" y="329634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3341" name="Rounded Rectangle 3340"/>
          <p:cNvSpPr/>
          <p:nvPr/>
        </p:nvSpPr>
        <p:spPr>
          <a:xfrm>
            <a:off x="298000" y="328384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3342" name="Oval 3341"/>
          <p:cNvSpPr/>
          <p:nvPr/>
        </p:nvSpPr>
        <p:spPr>
          <a:xfrm>
            <a:off x="90000" y="542872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3" name="Oval 3342"/>
          <p:cNvSpPr/>
          <p:nvPr/>
        </p:nvSpPr>
        <p:spPr>
          <a:xfrm>
            <a:off x="120000" y="545872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3344" name="Rounded Rectangle 3343"/>
          <p:cNvSpPr/>
          <p:nvPr/>
        </p:nvSpPr>
        <p:spPr>
          <a:xfrm>
            <a:off x="298000" y="544622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</a:t>
            </a:r>
          </a:p>
        </p:txBody>
      </p:sp>
      <p:sp>
        <p:nvSpPr>
          <p:cNvPr id="3345" name="Oval 3344"/>
          <p:cNvSpPr/>
          <p:nvPr/>
        </p:nvSpPr>
        <p:spPr>
          <a:xfrm>
            <a:off x="90000" y="6123296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6" name="Oval 3345"/>
          <p:cNvSpPr/>
          <p:nvPr/>
        </p:nvSpPr>
        <p:spPr>
          <a:xfrm>
            <a:off x="120000" y="615329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3347" name="Rounded Rectangle 3346"/>
          <p:cNvSpPr/>
          <p:nvPr/>
        </p:nvSpPr>
        <p:spPr>
          <a:xfrm>
            <a:off x="298000" y="614079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3348" name="Oval 3347"/>
          <p:cNvSpPr/>
          <p:nvPr/>
        </p:nvSpPr>
        <p:spPr>
          <a:xfrm>
            <a:off x="7793506" y="482566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9" name="Oval 3348"/>
          <p:cNvSpPr/>
          <p:nvPr/>
        </p:nvSpPr>
        <p:spPr>
          <a:xfrm>
            <a:off x="7823506" y="485566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3350" name="Rounded Rectangle 3349"/>
          <p:cNvSpPr/>
          <p:nvPr/>
        </p:nvSpPr>
        <p:spPr>
          <a:xfrm>
            <a:off x="8001506" y="484316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</a:t>
            </a:r>
          </a:p>
        </p:txBody>
      </p:sp>
      <p:sp>
        <p:nvSpPr>
          <p:cNvPr id="3351" name="Rounded Rectangle 3350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V63, V65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1" name=""/>
          <p:cNvSpPr/>
          <p:nvPr/>
        </p:nvSpPr>
        <p:spPr>
          <a:xfrm>
            <a:off x="3118320" y="50760"/>
            <a:ext cx="290700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34: VIDP | RWY 11 | STAR AKBA2B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2" name=""/>
          <p:cNvSpPr/>
          <p:nvPr/>
        </p:nvSpPr>
        <p:spPr>
          <a:xfrm flipV="1">
            <a:off x="1901880" y="3997440"/>
            <a:ext cx="1839960" cy="1149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3" name=""/>
          <p:cNvSpPr/>
          <p:nvPr/>
        </p:nvSpPr>
        <p:spPr>
          <a:xfrm flipV="1">
            <a:off x="3741840" y="3482640"/>
            <a:ext cx="892080" cy="5144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4" name=""/>
          <p:cNvSpPr/>
          <p:nvPr/>
        </p:nvSpPr>
        <p:spPr>
          <a:xfrm flipV="1">
            <a:off x="4633920" y="3081240"/>
            <a:ext cx="695160" cy="401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5" name=""/>
          <p:cNvSpPr/>
          <p:nvPr/>
        </p:nvSpPr>
        <p:spPr>
          <a:xfrm flipV="1">
            <a:off x="5329080" y="2508120"/>
            <a:ext cx="90720" cy="573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6" name=""/>
          <p:cNvSpPr/>
          <p:nvPr/>
        </p:nvSpPr>
        <p:spPr>
          <a:xfrm flipH="1" flipV="1">
            <a:off x="5327640" y="1986120"/>
            <a:ext cx="92160" cy="5220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7" name=""/>
          <p:cNvSpPr/>
          <p:nvPr/>
        </p:nvSpPr>
        <p:spPr>
          <a:xfrm flipV="1">
            <a:off x="5327640" y="1863720"/>
            <a:ext cx="1006560" cy="1224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8" name=""/>
          <p:cNvSpPr/>
          <p:nvPr/>
        </p:nvSpPr>
        <p:spPr>
          <a:xfrm>
            <a:off x="6334200" y="1863720"/>
            <a:ext cx="296640" cy="684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21600" bIns="216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9" name=""/>
          <p:cNvSpPr/>
          <p:nvPr/>
        </p:nvSpPr>
        <p:spPr>
          <a:xfrm>
            <a:off x="6630840" y="1932120"/>
            <a:ext cx="611280" cy="141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330" name=""/>
          <p:cNvGrpSpPr/>
          <p:nvPr/>
        </p:nvGrpSpPr>
        <p:grpSpPr>
          <a:xfrm>
            <a:off x="1838160" y="5083200"/>
            <a:ext cx="605520" cy="200520"/>
            <a:chOff x="1838160" y="5083200"/>
            <a:chExt cx="605520" cy="200520"/>
          </a:xfrm>
        </p:grpSpPr>
        <p:sp>
          <p:nvSpPr>
            <p:cNvPr id="3331" name=""/>
            <p:cNvSpPr/>
            <p:nvPr/>
          </p:nvSpPr>
          <p:spPr>
            <a:xfrm>
              <a:off x="1838160" y="508320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32" name=""/>
            <p:cNvSpPr/>
            <p:nvPr/>
          </p:nvSpPr>
          <p:spPr>
            <a:xfrm>
              <a:off x="1944360" y="5083200"/>
              <a:ext cx="4993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AKBAN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33" name=""/>
          <p:cNvGrpSpPr/>
          <p:nvPr/>
        </p:nvGrpSpPr>
        <p:grpSpPr>
          <a:xfrm>
            <a:off x="3691080" y="3933720"/>
            <a:ext cx="470160" cy="200520"/>
            <a:chOff x="3691080" y="3933720"/>
            <a:chExt cx="470160" cy="200520"/>
          </a:xfrm>
        </p:grpSpPr>
        <p:sp>
          <p:nvSpPr>
            <p:cNvPr id="3334" name=""/>
            <p:cNvSpPr/>
            <p:nvPr/>
          </p:nvSpPr>
          <p:spPr>
            <a:xfrm>
              <a:off x="3691080" y="39466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35" name=""/>
            <p:cNvSpPr/>
            <p:nvPr/>
          </p:nvSpPr>
          <p:spPr>
            <a:xfrm>
              <a:off x="3829680" y="3933720"/>
              <a:ext cx="3315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CHI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36" name=""/>
          <p:cNvGrpSpPr/>
          <p:nvPr/>
        </p:nvGrpSpPr>
        <p:grpSpPr>
          <a:xfrm>
            <a:off x="4583160" y="3419640"/>
            <a:ext cx="553320" cy="200520"/>
            <a:chOff x="4583160" y="3419640"/>
            <a:chExt cx="553320" cy="200520"/>
          </a:xfrm>
        </p:grpSpPr>
        <p:sp>
          <p:nvSpPr>
            <p:cNvPr id="3337" name=""/>
            <p:cNvSpPr/>
            <p:nvPr/>
          </p:nvSpPr>
          <p:spPr>
            <a:xfrm>
              <a:off x="4583160" y="34322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38" name=""/>
            <p:cNvSpPr/>
            <p:nvPr/>
          </p:nvSpPr>
          <p:spPr>
            <a:xfrm>
              <a:off x="4690440" y="341964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D240T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39" name=""/>
          <p:cNvGrpSpPr/>
          <p:nvPr/>
        </p:nvGrpSpPr>
        <p:grpSpPr>
          <a:xfrm>
            <a:off x="5278320" y="3017880"/>
            <a:ext cx="560160" cy="200520"/>
            <a:chOff x="5278320" y="3017880"/>
            <a:chExt cx="560160" cy="200520"/>
          </a:xfrm>
        </p:grpSpPr>
        <p:sp>
          <p:nvSpPr>
            <p:cNvPr id="3340" name=""/>
            <p:cNvSpPr/>
            <p:nvPr/>
          </p:nvSpPr>
          <p:spPr>
            <a:xfrm>
              <a:off x="5278320" y="303048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41" name=""/>
            <p:cNvSpPr/>
            <p:nvPr/>
          </p:nvSpPr>
          <p:spPr>
            <a:xfrm>
              <a:off x="5378760" y="3017880"/>
              <a:ext cx="4597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D240O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42" name=""/>
          <p:cNvGrpSpPr/>
          <p:nvPr/>
        </p:nvGrpSpPr>
        <p:grpSpPr>
          <a:xfrm>
            <a:off x="5369040" y="2444760"/>
            <a:ext cx="593640" cy="200520"/>
            <a:chOff x="5369040" y="2444760"/>
            <a:chExt cx="593640" cy="200520"/>
          </a:xfrm>
        </p:grpSpPr>
        <p:sp>
          <p:nvSpPr>
            <p:cNvPr id="3343" name=""/>
            <p:cNvSpPr/>
            <p:nvPr/>
          </p:nvSpPr>
          <p:spPr>
            <a:xfrm>
              <a:off x="5369040" y="24573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44" name=""/>
            <p:cNvSpPr/>
            <p:nvPr/>
          </p:nvSpPr>
          <p:spPr>
            <a:xfrm>
              <a:off x="5498640" y="244476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D253M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45" name=""/>
          <p:cNvGrpSpPr/>
          <p:nvPr/>
        </p:nvGrpSpPr>
        <p:grpSpPr>
          <a:xfrm>
            <a:off x="5288040" y="1922400"/>
            <a:ext cx="573120" cy="200520"/>
            <a:chOff x="5288040" y="1922400"/>
            <a:chExt cx="573120" cy="200520"/>
          </a:xfrm>
        </p:grpSpPr>
        <p:sp>
          <p:nvSpPr>
            <p:cNvPr id="3346" name=""/>
            <p:cNvSpPr/>
            <p:nvPr/>
          </p:nvSpPr>
          <p:spPr>
            <a:xfrm>
              <a:off x="5288040" y="19461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47" name=""/>
            <p:cNvSpPr/>
            <p:nvPr/>
          </p:nvSpPr>
          <p:spPr>
            <a:xfrm>
              <a:off x="5397120" y="192240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D267M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48" name=""/>
          <p:cNvGrpSpPr/>
          <p:nvPr/>
        </p:nvGrpSpPr>
        <p:grpSpPr>
          <a:xfrm>
            <a:off x="6292800" y="1800360"/>
            <a:ext cx="475200" cy="200520"/>
            <a:chOff x="6292800" y="1800360"/>
            <a:chExt cx="475200" cy="200520"/>
          </a:xfrm>
        </p:grpSpPr>
        <p:sp>
          <p:nvSpPr>
            <p:cNvPr id="3349" name=""/>
            <p:cNvSpPr/>
            <p:nvPr/>
          </p:nvSpPr>
          <p:spPr>
            <a:xfrm>
              <a:off x="6292800" y="182232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50" name=""/>
            <p:cNvSpPr/>
            <p:nvPr/>
          </p:nvSpPr>
          <p:spPr>
            <a:xfrm>
              <a:off x="6401520" y="1800360"/>
              <a:ext cx="36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CI11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51" name=""/>
          <p:cNvGrpSpPr/>
          <p:nvPr/>
        </p:nvGrpSpPr>
        <p:grpSpPr>
          <a:xfrm>
            <a:off x="6591240" y="1868400"/>
            <a:ext cx="525240" cy="200520"/>
            <a:chOff x="6591240" y="1868400"/>
            <a:chExt cx="525240" cy="200520"/>
          </a:xfrm>
        </p:grpSpPr>
        <p:sp>
          <p:nvSpPr>
            <p:cNvPr id="3352" name=""/>
            <p:cNvSpPr/>
            <p:nvPr/>
          </p:nvSpPr>
          <p:spPr>
            <a:xfrm>
              <a:off x="6591240" y="189072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53" name=""/>
            <p:cNvSpPr/>
            <p:nvPr/>
          </p:nvSpPr>
          <p:spPr>
            <a:xfrm>
              <a:off x="6701040" y="1868400"/>
              <a:ext cx="4154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'FI11 '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54" name=""/>
          <p:cNvGrpSpPr/>
          <p:nvPr/>
        </p:nvGrpSpPr>
        <p:grpSpPr>
          <a:xfrm>
            <a:off x="7178760" y="2009880"/>
            <a:ext cx="580320" cy="200520"/>
            <a:chOff x="7178760" y="2009880"/>
            <a:chExt cx="580320" cy="200520"/>
          </a:xfrm>
        </p:grpSpPr>
        <p:sp>
          <p:nvSpPr>
            <p:cNvPr id="3355" name=""/>
            <p:cNvSpPr/>
            <p:nvPr/>
          </p:nvSpPr>
          <p:spPr>
            <a:xfrm>
              <a:off x="7178760" y="2009880"/>
              <a:ext cx="127080" cy="12672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56" name=""/>
            <p:cNvSpPr/>
            <p:nvPr/>
          </p:nvSpPr>
          <p:spPr>
            <a:xfrm>
              <a:off x="7332840" y="200988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RW11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57" name=""/>
          <p:cNvGrpSpPr/>
          <p:nvPr/>
        </p:nvGrpSpPr>
        <p:grpSpPr>
          <a:xfrm>
            <a:off x="304920" y="609480"/>
            <a:ext cx="479160" cy="200520"/>
            <a:chOff x="304920" y="609480"/>
            <a:chExt cx="479160" cy="200520"/>
          </a:xfrm>
        </p:grpSpPr>
        <p:sp>
          <p:nvSpPr>
            <p:cNvPr id="3358" name=""/>
            <p:cNvSpPr/>
            <p:nvPr/>
          </p:nvSpPr>
          <p:spPr>
            <a:xfrm>
              <a:off x="304920" y="615960"/>
              <a:ext cx="11448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59" name=""/>
            <p:cNvSpPr/>
            <p:nvPr/>
          </p:nvSpPr>
          <p:spPr>
            <a:xfrm>
              <a:off x="446400" y="609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60" name=""/>
          <p:cNvGrpSpPr/>
          <p:nvPr/>
        </p:nvGrpSpPr>
        <p:grpSpPr>
          <a:xfrm>
            <a:off x="6324480" y="5562720"/>
            <a:ext cx="479160" cy="200520"/>
            <a:chOff x="6324480" y="5562720"/>
            <a:chExt cx="479160" cy="200520"/>
          </a:xfrm>
        </p:grpSpPr>
        <p:sp>
          <p:nvSpPr>
            <p:cNvPr id="3361" name=""/>
            <p:cNvSpPr/>
            <p:nvPr/>
          </p:nvSpPr>
          <p:spPr>
            <a:xfrm>
              <a:off x="6324480" y="556884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62" name=""/>
            <p:cNvSpPr/>
            <p:nvPr/>
          </p:nvSpPr>
          <p:spPr>
            <a:xfrm>
              <a:off x="6465960" y="5562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63" name=""/>
          <p:cNvGrpSpPr/>
          <p:nvPr/>
        </p:nvGrpSpPr>
        <p:grpSpPr>
          <a:xfrm>
            <a:off x="4267080" y="4724280"/>
            <a:ext cx="479160" cy="200520"/>
            <a:chOff x="4267080" y="4724280"/>
            <a:chExt cx="479160" cy="200520"/>
          </a:xfrm>
        </p:grpSpPr>
        <p:sp>
          <p:nvSpPr>
            <p:cNvPr id="3364" name=""/>
            <p:cNvSpPr/>
            <p:nvPr/>
          </p:nvSpPr>
          <p:spPr>
            <a:xfrm>
              <a:off x="4267080" y="4730760"/>
              <a:ext cx="11448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65" name=""/>
            <p:cNvSpPr/>
            <p:nvPr/>
          </p:nvSpPr>
          <p:spPr>
            <a:xfrm>
              <a:off x="4408560" y="4724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66" name=""/>
          <p:cNvGrpSpPr/>
          <p:nvPr/>
        </p:nvGrpSpPr>
        <p:grpSpPr>
          <a:xfrm>
            <a:off x="5867280" y="1143000"/>
            <a:ext cx="461880" cy="200520"/>
            <a:chOff x="5867280" y="1143000"/>
            <a:chExt cx="461880" cy="200520"/>
          </a:xfrm>
        </p:grpSpPr>
        <p:sp>
          <p:nvSpPr>
            <p:cNvPr id="3367" name=""/>
            <p:cNvSpPr/>
            <p:nvPr/>
          </p:nvSpPr>
          <p:spPr>
            <a:xfrm>
              <a:off x="5867280" y="11588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68" name=""/>
            <p:cNvSpPr/>
            <p:nvPr/>
          </p:nvSpPr>
          <p:spPr>
            <a:xfrm>
              <a:off x="5991480" y="1143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69" name=""/>
          <p:cNvGrpSpPr/>
          <p:nvPr/>
        </p:nvGrpSpPr>
        <p:grpSpPr>
          <a:xfrm>
            <a:off x="717480" y="3417840"/>
            <a:ext cx="460080" cy="200520"/>
            <a:chOff x="717480" y="3417840"/>
            <a:chExt cx="460080" cy="200520"/>
          </a:xfrm>
        </p:grpSpPr>
        <p:sp>
          <p:nvSpPr>
            <p:cNvPr id="3370" name=""/>
            <p:cNvSpPr/>
            <p:nvPr/>
          </p:nvSpPr>
          <p:spPr>
            <a:xfrm>
              <a:off x="717480" y="343224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71" name=""/>
            <p:cNvSpPr/>
            <p:nvPr/>
          </p:nvSpPr>
          <p:spPr>
            <a:xfrm>
              <a:off x="839880" y="34178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72" name=""/>
          <p:cNvGrpSpPr/>
          <p:nvPr/>
        </p:nvGrpSpPr>
        <p:grpSpPr>
          <a:xfrm>
            <a:off x="8153280" y="3809880"/>
            <a:ext cx="461880" cy="200520"/>
            <a:chOff x="8153280" y="3809880"/>
            <a:chExt cx="461880" cy="200520"/>
          </a:xfrm>
        </p:grpSpPr>
        <p:sp>
          <p:nvSpPr>
            <p:cNvPr id="3373" name=""/>
            <p:cNvSpPr/>
            <p:nvPr/>
          </p:nvSpPr>
          <p:spPr>
            <a:xfrm>
              <a:off x="8153280" y="38260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74" name=""/>
            <p:cNvSpPr/>
            <p:nvPr/>
          </p:nvSpPr>
          <p:spPr>
            <a:xfrm>
              <a:off x="8277480" y="3809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75" name=""/>
          <p:cNvGrpSpPr/>
          <p:nvPr/>
        </p:nvGrpSpPr>
        <p:grpSpPr>
          <a:xfrm>
            <a:off x="2895480" y="5715000"/>
            <a:ext cx="461520" cy="200520"/>
            <a:chOff x="2895480" y="5715000"/>
            <a:chExt cx="461520" cy="200520"/>
          </a:xfrm>
        </p:grpSpPr>
        <p:sp>
          <p:nvSpPr>
            <p:cNvPr id="3376" name=""/>
            <p:cNvSpPr/>
            <p:nvPr/>
          </p:nvSpPr>
          <p:spPr>
            <a:xfrm>
              <a:off x="2895480" y="57294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77" name=""/>
            <p:cNvSpPr/>
            <p:nvPr/>
          </p:nvSpPr>
          <p:spPr>
            <a:xfrm>
              <a:off x="3019320" y="5715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78" name=""/>
          <p:cNvGrpSpPr/>
          <p:nvPr/>
        </p:nvGrpSpPr>
        <p:grpSpPr>
          <a:xfrm>
            <a:off x="4724280" y="6400800"/>
            <a:ext cx="460080" cy="200520"/>
            <a:chOff x="4724280" y="6400800"/>
            <a:chExt cx="460080" cy="200520"/>
          </a:xfrm>
        </p:grpSpPr>
        <p:sp>
          <p:nvSpPr>
            <p:cNvPr id="3379" name=""/>
            <p:cNvSpPr/>
            <p:nvPr/>
          </p:nvSpPr>
          <p:spPr>
            <a:xfrm>
              <a:off x="4724280" y="641484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80" name=""/>
            <p:cNvSpPr/>
            <p:nvPr/>
          </p:nvSpPr>
          <p:spPr>
            <a:xfrm>
              <a:off x="4846680" y="6400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81" name=""/>
          <p:cNvGrpSpPr/>
          <p:nvPr/>
        </p:nvGrpSpPr>
        <p:grpSpPr>
          <a:xfrm>
            <a:off x="2819520" y="2743200"/>
            <a:ext cx="461520" cy="200520"/>
            <a:chOff x="2819520" y="2743200"/>
            <a:chExt cx="461520" cy="200520"/>
          </a:xfrm>
        </p:grpSpPr>
        <p:sp>
          <p:nvSpPr>
            <p:cNvPr id="3382" name=""/>
            <p:cNvSpPr/>
            <p:nvPr/>
          </p:nvSpPr>
          <p:spPr>
            <a:xfrm>
              <a:off x="2819520" y="27576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83" name=""/>
            <p:cNvSpPr/>
            <p:nvPr/>
          </p:nvSpPr>
          <p:spPr>
            <a:xfrm>
              <a:off x="2943360" y="2743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84" name=""/>
          <p:cNvGrpSpPr/>
          <p:nvPr/>
        </p:nvGrpSpPr>
        <p:grpSpPr>
          <a:xfrm>
            <a:off x="8305920" y="609480"/>
            <a:ext cx="460080" cy="200520"/>
            <a:chOff x="8305920" y="609480"/>
            <a:chExt cx="460080" cy="200520"/>
          </a:xfrm>
        </p:grpSpPr>
        <p:sp>
          <p:nvSpPr>
            <p:cNvPr id="3385" name=""/>
            <p:cNvSpPr/>
            <p:nvPr/>
          </p:nvSpPr>
          <p:spPr>
            <a:xfrm>
              <a:off x="8305920" y="6253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86" name=""/>
            <p:cNvSpPr/>
            <p:nvPr/>
          </p:nvSpPr>
          <p:spPr>
            <a:xfrm>
              <a:off x="8428320" y="609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87" name=""/>
          <p:cNvGrpSpPr/>
          <p:nvPr/>
        </p:nvGrpSpPr>
        <p:grpSpPr>
          <a:xfrm>
            <a:off x="2057400" y="3581280"/>
            <a:ext cx="460080" cy="200520"/>
            <a:chOff x="2057400" y="3581280"/>
            <a:chExt cx="460080" cy="200520"/>
          </a:xfrm>
        </p:grpSpPr>
        <p:sp>
          <p:nvSpPr>
            <p:cNvPr id="3388" name=""/>
            <p:cNvSpPr/>
            <p:nvPr/>
          </p:nvSpPr>
          <p:spPr>
            <a:xfrm>
              <a:off x="2057400" y="359712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89" name=""/>
            <p:cNvSpPr/>
            <p:nvPr/>
          </p:nvSpPr>
          <p:spPr>
            <a:xfrm>
              <a:off x="2179800" y="3581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90" name=""/>
          <p:cNvGrpSpPr/>
          <p:nvPr/>
        </p:nvGrpSpPr>
        <p:grpSpPr>
          <a:xfrm>
            <a:off x="5651640" y="4332240"/>
            <a:ext cx="460080" cy="200520"/>
            <a:chOff x="5651640" y="4332240"/>
            <a:chExt cx="460080" cy="200520"/>
          </a:xfrm>
        </p:grpSpPr>
        <p:sp>
          <p:nvSpPr>
            <p:cNvPr id="3391" name=""/>
            <p:cNvSpPr/>
            <p:nvPr/>
          </p:nvSpPr>
          <p:spPr>
            <a:xfrm>
              <a:off x="5651640" y="43480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92" name=""/>
            <p:cNvSpPr/>
            <p:nvPr/>
          </p:nvSpPr>
          <p:spPr>
            <a:xfrm>
              <a:off x="5774040" y="43322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93" name=""/>
          <p:cNvGrpSpPr/>
          <p:nvPr/>
        </p:nvGrpSpPr>
        <p:grpSpPr>
          <a:xfrm>
            <a:off x="708120" y="5715000"/>
            <a:ext cx="460080" cy="200520"/>
            <a:chOff x="708120" y="5715000"/>
            <a:chExt cx="460080" cy="200520"/>
          </a:xfrm>
        </p:grpSpPr>
        <p:sp>
          <p:nvSpPr>
            <p:cNvPr id="3394" name=""/>
            <p:cNvSpPr/>
            <p:nvPr/>
          </p:nvSpPr>
          <p:spPr>
            <a:xfrm>
              <a:off x="708120" y="572940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95" name=""/>
            <p:cNvSpPr/>
            <p:nvPr/>
          </p:nvSpPr>
          <p:spPr>
            <a:xfrm>
              <a:off x="830520" y="5715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96" name=""/>
          <p:cNvGrpSpPr/>
          <p:nvPr/>
        </p:nvGrpSpPr>
        <p:grpSpPr>
          <a:xfrm>
            <a:off x="8001000" y="1523880"/>
            <a:ext cx="460080" cy="200520"/>
            <a:chOff x="8001000" y="1523880"/>
            <a:chExt cx="460080" cy="200520"/>
          </a:xfrm>
        </p:grpSpPr>
        <p:sp>
          <p:nvSpPr>
            <p:cNvPr id="3397" name=""/>
            <p:cNvSpPr/>
            <p:nvPr/>
          </p:nvSpPr>
          <p:spPr>
            <a:xfrm>
              <a:off x="8001000" y="153792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98" name=""/>
            <p:cNvSpPr/>
            <p:nvPr/>
          </p:nvSpPr>
          <p:spPr>
            <a:xfrm>
              <a:off x="8123400" y="1523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99" name=""/>
          <p:cNvGrpSpPr/>
          <p:nvPr/>
        </p:nvGrpSpPr>
        <p:grpSpPr>
          <a:xfrm>
            <a:off x="5638680" y="2133720"/>
            <a:ext cx="461520" cy="200520"/>
            <a:chOff x="5638680" y="2133720"/>
            <a:chExt cx="461520" cy="200520"/>
          </a:xfrm>
        </p:grpSpPr>
        <p:sp>
          <p:nvSpPr>
            <p:cNvPr id="3400" name=""/>
            <p:cNvSpPr/>
            <p:nvPr/>
          </p:nvSpPr>
          <p:spPr>
            <a:xfrm>
              <a:off x="5638680" y="21495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01" name=""/>
            <p:cNvSpPr/>
            <p:nvPr/>
          </p:nvSpPr>
          <p:spPr>
            <a:xfrm>
              <a:off x="5762520" y="2133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02" name=""/>
          <p:cNvGrpSpPr/>
          <p:nvPr/>
        </p:nvGrpSpPr>
        <p:grpSpPr>
          <a:xfrm>
            <a:off x="4038480" y="2362320"/>
            <a:ext cx="460080" cy="200520"/>
            <a:chOff x="4038480" y="2362320"/>
            <a:chExt cx="460080" cy="200520"/>
          </a:xfrm>
        </p:grpSpPr>
        <p:sp>
          <p:nvSpPr>
            <p:cNvPr id="3403" name=""/>
            <p:cNvSpPr/>
            <p:nvPr/>
          </p:nvSpPr>
          <p:spPr>
            <a:xfrm>
              <a:off x="4038480" y="237816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04" name=""/>
            <p:cNvSpPr/>
            <p:nvPr/>
          </p:nvSpPr>
          <p:spPr>
            <a:xfrm>
              <a:off x="4160880" y="2362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05" name=""/>
          <p:cNvGrpSpPr/>
          <p:nvPr/>
        </p:nvGrpSpPr>
        <p:grpSpPr>
          <a:xfrm>
            <a:off x="7866000" y="4780080"/>
            <a:ext cx="461880" cy="200520"/>
            <a:chOff x="7866000" y="4780080"/>
            <a:chExt cx="461880" cy="200520"/>
          </a:xfrm>
        </p:grpSpPr>
        <p:sp>
          <p:nvSpPr>
            <p:cNvPr id="3406" name=""/>
            <p:cNvSpPr/>
            <p:nvPr/>
          </p:nvSpPr>
          <p:spPr>
            <a:xfrm>
              <a:off x="7866000" y="47959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07" name=""/>
            <p:cNvSpPr/>
            <p:nvPr/>
          </p:nvSpPr>
          <p:spPr>
            <a:xfrm>
              <a:off x="7990200" y="4780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08" name=""/>
          <p:cNvGrpSpPr/>
          <p:nvPr/>
        </p:nvGrpSpPr>
        <p:grpSpPr>
          <a:xfrm>
            <a:off x="6570720" y="3105000"/>
            <a:ext cx="460080" cy="200520"/>
            <a:chOff x="6570720" y="3105000"/>
            <a:chExt cx="460080" cy="200520"/>
          </a:xfrm>
        </p:grpSpPr>
        <p:sp>
          <p:nvSpPr>
            <p:cNvPr id="3409" name=""/>
            <p:cNvSpPr/>
            <p:nvPr/>
          </p:nvSpPr>
          <p:spPr>
            <a:xfrm>
              <a:off x="6570720" y="312120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10" name=""/>
            <p:cNvSpPr/>
            <p:nvPr/>
          </p:nvSpPr>
          <p:spPr>
            <a:xfrm>
              <a:off x="6693120" y="3105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11" name=""/>
          <p:cNvGrpSpPr/>
          <p:nvPr/>
        </p:nvGrpSpPr>
        <p:grpSpPr>
          <a:xfrm>
            <a:off x="1523880" y="1600200"/>
            <a:ext cx="460080" cy="200520"/>
            <a:chOff x="1523880" y="1600200"/>
            <a:chExt cx="460080" cy="200520"/>
          </a:xfrm>
        </p:grpSpPr>
        <p:sp>
          <p:nvSpPr>
            <p:cNvPr id="3412" name=""/>
            <p:cNvSpPr/>
            <p:nvPr/>
          </p:nvSpPr>
          <p:spPr>
            <a:xfrm>
              <a:off x="1523880" y="1614240"/>
              <a:ext cx="9540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13" name=""/>
            <p:cNvSpPr/>
            <p:nvPr/>
          </p:nvSpPr>
          <p:spPr>
            <a:xfrm>
              <a:off x="1646280" y="1600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14" name=""/>
          <p:cNvGrpSpPr/>
          <p:nvPr/>
        </p:nvGrpSpPr>
        <p:grpSpPr>
          <a:xfrm>
            <a:off x="4343400" y="1219320"/>
            <a:ext cx="461520" cy="200520"/>
            <a:chOff x="4343400" y="1219320"/>
            <a:chExt cx="461520" cy="200520"/>
          </a:xfrm>
        </p:grpSpPr>
        <p:sp>
          <p:nvSpPr>
            <p:cNvPr id="3415" name=""/>
            <p:cNvSpPr/>
            <p:nvPr/>
          </p:nvSpPr>
          <p:spPr>
            <a:xfrm>
              <a:off x="4343400" y="123480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16" name=""/>
            <p:cNvSpPr/>
            <p:nvPr/>
          </p:nvSpPr>
          <p:spPr>
            <a:xfrm>
              <a:off x="4467240" y="1219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417" name="Oval 3416"/>
          <p:cNvSpPr/>
          <p:nvPr/>
        </p:nvSpPr>
        <p:spPr>
          <a:xfrm>
            <a:off x="6120133" y="77432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8" name="Oval 3417"/>
          <p:cNvSpPr/>
          <p:nvPr/>
        </p:nvSpPr>
        <p:spPr>
          <a:xfrm>
            <a:off x="6150133" y="80432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3419" name="Rounded Rectangle 3418"/>
          <p:cNvSpPr/>
          <p:nvPr/>
        </p:nvSpPr>
        <p:spPr>
          <a:xfrm>
            <a:off x="6328133" y="79182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3420" name="Oval 3419"/>
          <p:cNvSpPr/>
          <p:nvPr/>
        </p:nvSpPr>
        <p:spPr>
          <a:xfrm>
            <a:off x="5653852" y="118770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1" name="Oval 3420"/>
          <p:cNvSpPr/>
          <p:nvPr/>
        </p:nvSpPr>
        <p:spPr>
          <a:xfrm>
            <a:off x="5683852" y="121770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3422" name="Rounded Rectangle 3421"/>
          <p:cNvSpPr/>
          <p:nvPr/>
        </p:nvSpPr>
        <p:spPr>
          <a:xfrm>
            <a:off x="5861852" y="120520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3423" name="Oval 3422"/>
          <p:cNvSpPr/>
          <p:nvPr/>
        </p:nvSpPr>
        <p:spPr>
          <a:xfrm>
            <a:off x="5843580" y="175801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4" name="Oval 3423"/>
          <p:cNvSpPr/>
          <p:nvPr/>
        </p:nvSpPr>
        <p:spPr>
          <a:xfrm>
            <a:off x="5873580" y="178801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3425" name="Rounded Rectangle 3424"/>
          <p:cNvSpPr/>
          <p:nvPr/>
        </p:nvSpPr>
        <p:spPr>
          <a:xfrm>
            <a:off x="6051580" y="177551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3426" name="Oval 3425"/>
          <p:cNvSpPr/>
          <p:nvPr/>
        </p:nvSpPr>
        <p:spPr>
          <a:xfrm>
            <a:off x="158164" y="623962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7" name="Oval 3426"/>
          <p:cNvSpPr/>
          <p:nvPr/>
        </p:nvSpPr>
        <p:spPr>
          <a:xfrm>
            <a:off x="188164" y="626962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3428" name="Rounded Rectangle 3427"/>
          <p:cNvSpPr/>
          <p:nvPr/>
        </p:nvSpPr>
        <p:spPr>
          <a:xfrm>
            <a:off x="366164" y="625712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3429" name="Oval 3428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0" name="Oval 3429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3431" name="Rounded Rectangle 3430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3432" name="Oval 3431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3" name="Oval 3432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3434" name="Rounded Rectangle 3433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3435" name="Oval 3434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6" name="Oval 3435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3437" name="Rounded Rectangle 3436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3438" name="Oval 3437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9" name="Oval 3438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3440" name="Rounded Rectangle 3439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3441" name="Oval 3440"/>
          <p:cNvSpPr/>
          <p:nvPr/>
        </p:nvSpPr>
        <p:spPr>
          <a:xfrm>
            <a:off x="90000" y="4422731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2" name="Oval 3441"/>
          <p:cNvSpPr/>
          <p:nvPr/>
        </p:nvSpPr>
        <p:spPr>
          <a:xfrm>
            <a:off x="120000" y="445273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3443" name="Rounded Rectangle 3442"/>
          <p:cNvSpPr/>
          <p:nvPr/>
        </p:nvSpPr>
        <p:spPr>
          <a:xfrm>
            <a:off x="298000" y="444023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3444" name="Rounded Rectangle 3443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V62, V63, V64, V65,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7" name=""/>
          <p:cNvSpPr/>
          <p:nvPr/>
        </p:nvSpPr>
        <p:spPr>
          <a:xfrm>
            <a:off x="3118320" y="50760"/>
            <a:ext cx="290700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35: VIDP | RWY 28 | STAR BASO1A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8" name=""/>
          <p:cNvSpPr/>
          <p:nvPr/>
        </p:nvSpPr>
        <p:spPr>
          <a:xfrm flipH="1">
            <a:off x="3681360" y="1639800"/>
            <a:ext cx="1268640" cy="22860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9" name=""/>
          <p:cNvSpPr/>
          <p:nvPr/>
        </p:nvSpPr>
        <p:spPr>
          <a:xfrm>
            <a:off x="3681360" y="3925800"/>
            <a:ext cx="647640" cy="12733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0" name=""/>
          <p:cNvSpPr/>
          <p:nvPr/>
        </p:nvSpPr>
        <p:spPr>
          <a:xfrm>
            <a:off x="4329000" y="5199120"/>
            <a:ext cx="87480" cy="128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1" name=""/>
          <p:cNvSpPr/>
          <p:nvPr/>
        </p:nvSpPr>
        <p:spPr>
          <a:xfrm>
            <a:off x="4416480" y="5327640"/>
            <a:ext cx="750960" cy="39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7200" bIns="-72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2" name=""/>
          <p:cNvSpPr/>
          <p:nvPr/>
        </p:nvSpPr>
        <p:spPr>
          <a:xfrm>
            <a:off x="5167440" y="5367240"/>
            <a:ext cx="125280" cy="3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43560" bIns="-435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3" name=""/>
          <p:cNvSpPr/>
          <p:nvPr/>
        </p:nvSpPr>
        <p:spPr>
          <a:xfrm flipV="1">
            <a:off x="5292720" y="5200560"/>
            <a:ext cx="106200" cy="1699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4" name=""/>
          <p:cNvSpPr/>
          <p:nvPr/>
        </p:nvSpPr>
        <p:spPr>
          <a:xfrm flipV="1">
            <a:off x="5398920" y="5041440"/>
            <a:ext cx="63720" cy="158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5" name=""/>
          <p:cNvSpPr/>
          <p:nvPr/>
        </p:nvSpPr>
        <p:spPr>
          <a:xfrm flipH="1" flipV="1">
            <a:off x="5001840" y="4836600"/>
            <a:ext cx="460440" cy="2048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6" name=""/>
          <p:cNvSpPr/>
          <p:nvPr/>
        </p:nvSpPr>
        <p:spPr>
          <a:xfrm flipH="1" flipV="1">
            <a:off x="4795560" y="4744800"/>
            <a:ext cx="206280" cy="918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7" name=""/>
          <p:cNvSpPr/>
          <p:nvPr/>
        </p:nvSpPr>
        <p:spPr>
          <a:xfrm flipH="1" flipV="1">
            <a:off x="4478400" y="4671720"/>
            <a:ext cx="317520" cy="73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26280" bIns="262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428" name=""/>
          <p:cNvGrpSpPr/>
          <p:nvPr/>
        </p:nvGrpSpPr>
        <p:grpSpPr>
          <a:xfrm>
            <a:off x="4886280" y="1576440"/>
            <a:ext cx="600480" cy="200520"/>
            <a:chOff x="4886280" y="1576440"/>
            <a:chExt cx="600480" cy="200520"/>
          </a:xfrm>
        </p:grpSpPr>
        <p:sp>
          <p:nvSpPr>
            <p:cNvPr id="3429" name=""/>
            <p:cNvSpPr/>
            <p:nvPr/>
          </p:nvSpPr>
          <p:spPr>
            <a:xfrm>
              <a:off x="4886280" y="1576440"/>
              <a:ext cx="12708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30" name=""/>
            <p:cNvSpPr/>
            <p:nvPr/>
          </p:nvSpPr>
          <p:spPr>
            <a:xfrm>
              <a:off x="4996800" y="157644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BASOT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31" name=""/>
          <p:cNvGrpSpPr/>
          <p:nvPr/>
        </p:nvGrpSpPr>
        <p:grpSpPr>
          <a:xfrm>
            <a:off x="3630600" y="3862440"/>
            <a:ext cx="545760" cy="200520"/>
            <a:chOff x="3630600" y="3862440"/>
            <a:chExt cx="545760" cy="200520"/>
          </a:xfrm>
        </p:grpSpPr>
        <p:sp>
          <p:nvSpPr>
            <p:cNvPr id="3432" name=""/>
            <p:cNvSpPr/>
            <p:nvPr/>
          </p:nvSpPr>
          <p:spPr>
            <a:xfrm>
              <a:off x="3630600" y="38750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33" name=""/>
            <p:cNvSpPr/>
            <p:nvPr/>
          </p:nvSpPr>
          <p:spPr>
            <a:xfrm>
              <a:off x="3745800" y="3862440"/>
              <a:ext cx="4305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CHI27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34" name=""/>
          <p:cNvGrpSpPr/>
          <p:nvPr/>
        </p:nvGrpSpPr>
        <p:grpSpPr>
          <a:xfrm>
            <a:off x="4278240" y="5135400"/>
            <a:ext cx="540360" cy="200520"/>
            <a:chOff x="4278240" y="5135400"/>
            <a:chExt cx="540360" cy="200520"/>
          </a:xfrm>
        </p:grpSpPr>
        <p:sp>
          <p:nvSpPr>
            <p:cNvPr id="3435" name=""/>
            <p:cNvSpPr/>
            <p:nvPr/>
          </p:nvSpPr>
          <p:spPr>
            <a:xfrm>
              <a:off x="4278240" y="51483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36" name=""/>
            <p:cNvSpPr/>
            <p:nvPr/>
          </p:nvSpPr>
          <p:spPr>
            <a:xfrm>
              <a:off x="4398480" y="5135400"/>
              <a:ext cx="4201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DI26Z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37" name=""/>
          <p:cNvGrpSpPr/>
          <p:nvPr/>
        </p:nvGrpSpPr>
        <p:grpSpPr>
          <a:xfrm>
            <a:off x="4375080" y="5264280"/>
            <a:ext cx="559440" cy="200520"/>
            <a:chOff x="4375080" y="5264280"/>
            <a:chExt cx="559440" cy="200520"/>
          </a:xfrm>
        </p:grpSpPr>
        <p:sp>
          <p:nvSpPr>
            <p:cNvPr id="3438" name=""/>
            <p:cNvSpPr/>
            <p:nvPr/>
          </p:nvSpPr>
          <p:spPr>
            <a:xfrm>
              <a:off x="4375080" y="5286240"/>
              <a:ext cx="81000" cy="828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2240" bIns="12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39" name=""/>
            <p:cNvSpPr/>
            <p:nvPr/>
          </p:nvSpPr>
          <p:spPr>
            <a:xfrm>
              <a:off x="4435200" y="5264280"/>
              <a:ext cx="4993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RUGDA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40" name=""/>
          <p:cNvGrpSpPr/>
          <p:nvPr/>
        </p:nvGrpSpPr>
        <p:grpSpPr>
          <a:xfrm>
            <a:off x="5127480" y="5303880"/>
            <a:ext cx="534960" cy="200520"/>
            <a:chOff x="5127480" y="5303880"/>
            <a:chExt cx="534960" cy="200520"/>
          </a:xfrm>
        </p:grpSpPr>
        <p:sp>
          <p:nvSpPr>
            <p:cNvPr id="3441" name=""/>
            <p:cNvSpPr/>
            <p:nvPr/>
          </p:nvSpPr>
          <p:spPr>
            <a:xfrm>
              <a:off x="5127480" y="532620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42" name=""/>
            <p:cNvSpPr/>
            <p:nvPr/>
          </p:nvSpPr>
          <p:spPr>
            <a:xfrm>
              <a:off x="5212080" y="5303880"/>
              <a:ext cx="4503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D274V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43" name=""/>
          <p:cNvGrpSpPr/>
          <p:nvPr/>
        </p:nvGrpSpPr>
        <p:grpSpPr>
          <a:xfrm>
            <a:off x="5251320" y="5307120"/>
            <a:ext cx="549720" cy="200520"/>
            <a:chOff x="5251320" y="5307120"/>
            <a:chExt cx="549720" cy="200520"/>
          </a:xfrm>
        </p:grpSpPr>
        <p:sp>
          <p:nvSpPr>
            <p:cNvPr id="3444" name=""/>
            <p:cNvSpPr/>
            <p:nvPr/>
          </p:nvSpPr>
          <p:spPr>
            <a:xfrm>
              <a:off x="5251320" y="533088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45" name=""/>
            <p:cNvSpPr/>
            <p:nvPr/>
          </p:nvSpPr>
          <p:spPr>
            <a:xfrm>
              <a:off x="5321520" y="530712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PEDKA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46" name=""/>
          <p:cNvGrpSpPr/>
          <p:nvPr/>
        </p:nvGrpSpPr>
        <p:grpSpPr>
          <a:xfrm>
            <a:off x="5357880" y="5137200"/>
            <a:ext cx="517320" cy="200520"/>
            <a:chOff x="5357880" y="5137200"/>
            <a:chExt cx="517320" cy="200520"/>
          </a:xfrm>
        </p:grpSpPr>
        <p:sp>
          <p:nvSpPr>
            <p:cNvPr id="3447" name=""/>
            <p:cNvSpPr/>
            <p:nvPr/>
          </p:nvSpPr>
          <p:spPr>
            <a:xfrm>
              <a:off x="5357880" y="5159520"/>
              <a:ext cx="81000" cy="806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800" bIns="108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48" name=""/>
            <p:cNvSpPr/>
            <p:nvPr/>
          </p:nvSpPr>
          <p:spPr>
            <a:xfrm>
              <a:off x="5459760" y="5137200"/>
              <a:ext cx="4154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DI170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49" name=""/>
          <p:cNvGrpSpPr/>
          <p:nvPr/>
        </p:nvGrpSpPr>
        <p:grpSpPr>
          <a:xfrm>
            <a:off x="5423040" y="4978440"/>
            <a:ext cx="537120" cy="200520"/>
            <a:chOff x="5423040" y="4978440"/>
            <a:chExt cx="537120" cy="200520"/>
          </a:xfrm>
        </p:grpSpPr>
        <p:sp>
          <p:nvSpPr>
            <p:cNvPr id="3450" name=""/>
            <p:cNvSpPr/>
            <p:nvPr/>
          </p:nvSpPr>
          <p:spPr>
            <a:xfrm>
              <a:off x="5423040" y="500076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51" name=""/>
            <p:cNvSpPr/>
            <p:nvPr/>
          </p:nvSpPr>
          <p:spPr>
            <a:xfrm>
              <a:off x="5505120" y="497844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VENGI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52" name=""/>
          <p:cNvGrpSpPr/>
          <p:nvPr/>
        </p:nvGrpSpPr>
        <p:grpSpPr>
          <a:xfrm>
            <a:off x="4960800" y="4773600"/>
            <a:ext cx="467640" cy="200520"/>
            <a:chOff x="4960800" y="4773600"/>
            <a:chExt cx="467640" cy="200520"/>
          </a:xfrm>
        </p:grpSpPr>
        <p:sp>
          <p:nvSpPr>
            <p:cNvPr id="3453" name=""/>
            <p:cNvSpPr/>
            <p:nvPr/>
          </p:nvSpPr>
          <p:spPr>
            <a:xfrm>
              <a:off x="4960800" y="479592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54" name=""/>
            <p:cNvSpPr/>
            <p:nvPr/>
          </p:nvSpPr>
          <p:spPr>
            <a:xfrm>
              <a:off x="5061960" y="4773600"/>
              <a:ext cx="36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CI28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55" name=""/>
          <p:cNvGrpSpPr/>
          <p:nvPr/>
        </p:nvGrpSpPr>
        <p:grpSpPr>
          <a:xfrm>
            <a:off x="4756320" y="4681440"/>
            <a:ext cx="494280" cy="200520"/>
            <a:chOff x="4756320" y="4681440"/>
            <a:chExt cx="494280" cy="200520"/>
          </a:xfrm>
        </p:grpSpPr>
        <p:sp>
          <p:nvSpPr>
            <p:cNvPr id="3456" name=""/>
            <p:cNvSpPr/>
            <p:nvPr/>
          </p:nvSpPr>
          <p:spPr>
            <a:xfrm>
              <a:off x="4756320" y="4703760"/>
              <a:ext cx="8064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57" name=""/>
            <p:cNvSpPr/>
            <p:nvPr/>
          </p:nvSpPr>
          <p:spPr>
            <a:xfrm>
              <a:off x="4830480" y="4681440"/>
              <a:ext cx="4201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OM28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58" name=""/>
          <p:cNvGrpSpPr/>
          <p:nvPr/>
        </p:nvGrpSpPr>
        <p:grpSpPr>
          <a:xfrm>
            <a:off x="4414680" y="4608360"/>
            <a:ext cx="593280" cy="200520"/>
            <a:chOff x="4414680" y="4608360"/>
            <a:chExt cx="593280" cy="200520"/>
          </a:xfrm>
        </p:grpSpPr>
        <p:sp>
          <p:nvSpPr>
            <p:cNvPr id="3459" name=""/>
            <p:cNvSpPr/>
            <p:nvPr/>
          </p:nvSpPr>
          <p:spPr>
            <a:xfrm>
              <a:off x="4414680" y="460836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60" name=""/>
            <p:cNvSpPr/>
            <p:nvPr/>
          </p:nvSpPr>
          <p:spPr>
            <a:xfrm>
              <a:off x="4533120" y="4608360"/>
              <a:ext cx="4748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RW288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61" name=""/>
          <p:cNvGrpSpPr/>
          <p:nvPr/>
        </p:nvGrpSpPr>
        <p:grpSpPr>
          <a:xfrm>
            <a:off x="3321000" y="800280"/>
            <a:ext cx="479160" cy="200520"/>
            <a:chOff x="3321000" y="800280"/>
            <a:chExt cx="479160" cy="200520"/>
          </a:xfrm>
        </p:grpSpPr>
        <p:sp>
          <p:nvSpPr>
            <p:cNvPr id="3462" name=""/>
            <p:cNvSpPr/>
            <p:nvPr/>
          </p:nvSpPr>
          <p:spPr>
            <a:xfrm>
              <a:off x="3321000" y="806400"/>
              <a:ext cx="11448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63" name=""/>
            <p:cNvSpPr/>
            <p:nvPr/>
          </p:nvSpPr>
          <p:spPr>
            <a:xfrm>
              <a:off x="3462480" y="800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64" name=""/>
          <p:cNvGrpSpPr/>
          <p:nvPr/>
        </p:nvGrpSpPr>
        <p:grpSpPr>
          <a:xfrm>
            <a:off x="5867280" y="4724280"/>
            <a:ext cx="478800" cy="200520"/>
            <a:chOff x="5867280" y="4724280"/>
            <a:chExt cx="478800" cy="200520"/>
          </a:xfrm>
        </p:grpSpPr>
        <p:sp>
          <p:nvSpPr>
            <p:cNvPr id="3465" name=""/>
            <p:cNvSpPr/>
            <p:nvPr/>
          </p:nvSpPr>
          <p:spPr>
            <a:xfrm>
              <a:off x="5867280" y="473076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66" name=""/>
            <p:cNvSpPr/>
            <p:nvPr/>
          </p:nvSpPr>
          <p:spPr>
            <a:xfrm>
              <a:off x="6008400" y="4724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67" name=""/>
          <p:cNvGrpSpPr/>
          <p:nvPr/>
        </p:nvGrpSpPr>
        <p:grpSpPr>
          <a:xfrm>
            <a:off x="3324240" y="2266920"/>
            <a:ext cx="461880" cy="200520"/>
            <a:chOff x="3324240" y="2266920"/>
            <a:chExt cx="461880" cy="200520"/>
          </a:xfrm>
        </p:grpSpPr>
        <p:sp>
          <p:nvSpPr>
            <p:cNvPr id="3468" name=""/>
            <p:cNvSpPr/>
            <p:nvPr/>
          </p:nvSpPr>
          <p:spPr>
            <a:xfrm>
              <a:off x="3324240" y="2281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69" name=""/>
            <p:cNvSpPr/>
            <p:nvPr/>
          </p:nvSpPr>
          <p:spPr>
            <a:xfrm>
              <a:off x="3448440" y="2266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70" name=""/>
          <p:cNvGrpSpPr/>
          <p:nvPr/>
        </p:nvGrpSpPr>
        <p:grpSpPr>
          <a:xfrm>
            <a:off x="838080" y="6400800"/>
            <a:ext cx="461520" cy="200520"/>
            <a:chOff x="838080" y="6400800"/>
            <a:chExt cx="461520" cy="200520"/>
          </a:xfrm>
        </p:grpSpPr>
        <p:sp>
          <p:nvSpPr>
            <p:cNvPr id="3471" name=""/>
            <p:cNvSpPr/>
            <p:nvPr/>
          </p:nvSpPr>
          <p:spPr>
            <a:xfrm>
              <a:off x="838080" y="64166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72" name=""/>
            <p:cNvSpPr/>
            <p:nvPr/>
          </p:nvSpPr>
          <p:spPr>
            <a:xfrm>
              <a:off x="961920" y="6400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73" name=""/>
          <p:cNvGrpSpPr/>
          <p:nvPr/>
        </p:nvGrpSpPr>
        <p:grpSpPr>
          <a:xfrm>
            <a:off x="5722920" y="781200"/>
            <a:ext cx="461880" cy="200520"/>
            <a:chOff x="5722920" y="781200"/>
            <a:chExt cx="461880" cy="200520"/>
          </a:xfrm>
        </p:grpSpPr>
        <p:sp>
          <p:nvSpPr>
            <p:cNvPr id="3474" name=""/>
            <p:cNvSpPr/>
            <p:nvPr/>
          </p:nvSpPr>
          <p:spPr>
            <a:xfrm>
              <a:off x="5722920" y="795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75" name=""/>
            <p:cNvSpPr/>
            <p:nvPr/>
          </p:nvSpPr>
          <p:spPr>
            <a:xfrm>
              <a:off x="5847120" y="781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76" name=""/>
          <p:cNvGrpSpPr/>
          <p:nvPr/>
        </p:nvGrpSpPr>
        <p:grpSpPr>
          <a:xfrm>
            <a:off x="4572000" y="2971800"/>
            <a:ext cx="461880" cy="200520"/>
            <a:chOff x="4572000" y="2971800"/>
            <a:chExt cx="461880" cy="200520"/>
          </a:xfrm>
        </p:grpSpPr>
        <p:sp>
          <p:nvSpPr>
            <p:cNvPr id="3477" name=""/>
            <p:cNvSpPr/>
            <p:nvPr/>
          </p:nvSpPr>
          <p:spPr>
            <a:xfrm>
              <a:off x="4572000" y="298728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78" name=""/>
            <p:cNvSpPr/>
            <p:nvPr/>
          </p:nvSpPr>
          <p:spPr>
            <a:xfrm>
              <a:off x="4696200" y="2971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79" name=""/>
          <p:cNvGrpSpPr/>
          <p:nvPr/>
        </p:nvGrpSpPr>
        <p:grpSpPr>
          <a:xfrm>
            <a:off x="2743200" y="4572000"/>
            <a:ext cx="461880" cy="200520"/>
            <a:chOff x="2743200" y="4572000"/>
            <a:chExt cx="461880" cy="200520"/>
          </a:xfrm>
        </p:grpSpPr>
        <p:sp>
          <p:nvSpPr>
            <p:cNvPr id="3480" name=""/>
            <p:cNvSpPr/>
            <p:nvPr/>
          </p:nvSpPr>
          <p:spPr>
            <a:xfrm>
              <a:off x="2743200" y="4587840"/>
              <a:ext cx="968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81" name=""/>
            <p:cNvSpPr/>
            <p:nvPr/>
          </p:nvSpPr>
          <p:spPr>
            <a:xfrm>
              <a:off x="2867400" y="4572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82" name=""/>
          <p:cNvGrpSpPr/>
          <p:nvPr/>
        </p:nvGrpSpPr>
        <p:grpSpPr>
          <a:xfrm>
            <a:off x="4724280" y="4038480"/>
            <a:ext cx="461520" cy="200520"/>
            <a:chOff x="4724280" y="4038480"/>
            <a:chExt cx="461520" cy="200520"/>
          </a:xfrm>
        </p:grpSpPr>
        <p:sp>
          <p:nvSpPr>
            <p:cNvPr id="3483" name=""/>
            <p:cNvSpPr/>
            <p:nvPr/>
          </p:nvSpPr>
          <p:spPr>
            <a:xfrm>
              <a:off x="4724280" y="40528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84" name=""/>
            <p:cNvSpPr/>
            <p:nvPr/>
          </p:nvSpPr>
          <p:spPr>
            <a:xfrm>
              <a:off x="4848120" y="4038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85" name=""/>
          <p:cNvGrpSpPr/>
          <p:nvPr/>
        </p:nvGrpSpPr>
        <p:grpSpPr>
          <a:xfrm>
            <a:off x="4375080" y="806400"/>
            <a:ext cx="461880" cy="200520"/>
            <a:chOff x="4375080" y="806400"/>
            <a:chExt cx="461880" cy="200520"/>
          </a:xfrm>
        </p:grpSpPr>
        <p:sp>
          <p:nvSpPr>
            <p:cNvPr id="3486" name=""/>
            <p:cNvSpPr/>
            <p:nvPr/>
          </p:nvSpPr>
          <p:spPr>
            <a:xfrm>
              <a:off x="4375080" y="8208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87" name=""/>
            <p:cNvSpPr/>
            <p:nvPr/>
          </p:nvSpPr>
          <p:spPr>
            <a:xfrm>
              <a:off x="4499280" y="806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88" name=""/>
          <p:cNvGrpSpPr/>
          <p:nvPr/>
        </p:nvGrpSpPr>
        <p:grpSpPr>
          <a:xfrm>
            <a:off x="6172200" y="1752480"/>
            <a:ext cx="461520" cy="200520"/>
            <a:chOff x="6172200" y="1752480"/>
            <a:chExt cx="461520" cy="200520"/>
          </a:xfrm>
        </p:grpSpPr>
        <p:sp>
          <p:nvSpPr>
            <p:cNvPr id="3489" name=""/>
            <p:cNvSpPr/>
            <p:nvPr/>
          </p:nvSpPr>
          <p:spPr>
            <a:xfrm>
              <a:off x="6172200" y="17668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90" name=""/>
            <p:cNvSpPr/>
            <p:nvPr/>
          </p:nvSpPr>
          <p:spPr>
            <a:xfrm>
              <a:off x="6296040" y="1752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91" name=""/>
          <p:cNvGrpSpPr/>
          <p:nvPr/>
        </p:nvGrpSpPr>
        <p:grpSpPr>
          <a:xfrm>
            <a:off x="8001000" y="6172200"/>
            <a:ext cx="459720" cy="200520"/>
            <a:chOff x="8001000" y="6172200"/>
            <a:chExt cx="459720" cy="200520"/>
          </a:xfrm>
        </p:grpSpPr>
        <p:sp>
          <p:nvSpPr>
            <p:cNvPr id="3492" name=""/>
            <p:cNvSpPr/>
            <p:nvPr/>
          </p:nvSpPr>
          <p:spPr>
            <a:xfrm>
              <a:off x="8001000" y="6187680"/>
              <a:ext cx="950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93" name=""/>
            <p:cNvSpPr/>
            <p:nvPr/>
          </p:nvSpPr>
          <p:spPr>
            <a:xfrm>
              <a:off x="8123040" y="6172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94" name=""/>
          <p:cNvGrpSpPr/>
          <p:nvPr/>
        </p:nvGrpSpPr>
        <p:grpSpPr>
          <a:xfrm>
            <a:off x="5562720" y="4114800"/>
            <a:ext cx="459720" cy="200520"/>
            <a:chOff x="5562720" y="4114800"/>
            <a:chExt cx="459720" cy="200520"/>
          </a:xfrm>
        </p:grpSpPr>
        <p:sp>
          <p:nvSpPr>
            <p:cNvPr id="3495" name=""/>
            <p:cNvSpPr/>
            <p:nvPr/>
          </p:nvSpPr>
          <p:spPr>
            <a:xfrm>
              <a:off x="5562720" y="41306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96" name=""/>
            <p:cNvSpPr/>
            <p:nvPr/>
          </p:nvSpPr>
          <p:spPr>
            <a:xfrm>
              <a:off x="5684760" y="4114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97" name=""/>
          <p:cNvGrpSpPr/>
          <p:nvPr/>
        </p:nvGrpSpPr>
        <p:grpSpPr>
          <a:xfrm>
            <a:off x="5029200" y="6019920"/>
            <a:ext cx="461520" cy="200520"/>
            <a:chOff x="5029200" y="6019920"/>
            <a:chExt cx="461520" cy="200520"/>
          </a:xfrm>
        </p:grpSpPr>
        <p:sp>
          <p:nvSpPr>
            <p:cNvPr id="3498" name=""/>
            <p:cNvSpPr/>
            <p:nvPr/>
          </p:nvSpPr>
          <p:spPr>
            <a:xfrm>
              <a:off x="5029200" y="60357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99" name=""/>
            <p:cNvSpPr/>
            <p:nvPr/>
          </p:nvSpPr>
          <p:spPr>
            <a:xfrm>
              <a:off x="5153040" y="6019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00" name=""/>
          <p:cNvGrpSpPr/>
          <p:nvPr/>
        </p:nvGrpSpPr>
        <p:grpSpPr>
          <a:xfrm>
            <a:off x="8305920" y="1600200"/>
            <a:ext cx="461160" cy="200520"/>
            <a:chOff x="8305920" y="1600200"/>
            <a:chExt cx="461160" cy="200520"/>
          </a:xfrm>
        </p:grpSpPr>
        <p:sp>
          <p:nvSpPr>
            <p:cNvPr id="3501" name=""/>
            <p:cNvSpPr/>
            <p:nvPr/>
          </p:nvSpPr>
          <p:spPr>
            <a:xfrm>
              <a:off x="8305920" y="1616040"/>
              <a:ext cx="9648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02" name=""/>
            <p:cNvSpPr/>
            <p:nvPr/>
          </p:nvSpPr>
          <p:spPr>
            <a:xfrm>
              <a:off x="8429400" y="1600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03" name=""/>
          <p:cNvGrpSpPr/>
          <p:nvPr/>
        </p:nvGrpSpPr>
        <p:grpSpPr>
          <a:xfrm>
            <a:off x="2590920" y="3200400"/>
            <a:ext cx="460080" cy="200520"/>
            <a:chOff x="2590920" y="3200400"/>
            <a:chExt cx="460080" cy="200520"/>
          </a:xfrm>
        </p:grpSpPr>
        <p:sp>
          <p:nvSpPr>
            <p:cNvPr id="3504" name=""/>
            <p:cNvSpPr/>
            <p:nvPr/>
          </p:nvSpPr>
          <p:spPr>
            <a:xfrm>
              <a:off x="2590920" y="321624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05" name=""/>
            <p:cNvSpPr/>
            <p:nvPr/>
          </p:nvSpPr>
          <p:spPr>
            <a:xfrm>
              <a:off x="2713320" y="3200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06" name=""/>
          <p:cNvGrpSpPr/>
          <p:nvPr/>
        </p:nvGrpSpPr>
        <p:grpSpPr>
          <a:xfrm>
            <a:off x="3857760" y="1376280"/>
            <a:ext cx="461520" cy="200520"/>
            <a:chOff x="3857760" y="1376280"/>
            <a:chExt cx="461520" cy="200520"/>
          </a:xfrm>
        </p:grpSpPr>
        <p:sp>
          <p:nvSpPr>
            <p:cNvPr id="3507" name=""/>
            <p:cNvSpPr/>
            <p:nvPr/>
          </p:nvSpPr>
          <p:spPr>
            <a:xfrm>
              <a:off x="3857760" y="13906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08" name=""/>
            <p:cNvSpPr/>
            <p:nvPr/>
          </p:nvSpPr>
          <p:spPr>
            <a:xfrm>
              <a:off x="3981600" y="1376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09" name=""/>
          <p:cNvGrpSpPr/>
          <p:nvPr/>
        </p:nvGrpSpPr>
        <p:grpSpPr>
          <a:xfrm>
            <a:off x="1143000" y="1905120"/>
            <a:ext cx="461880" cy="200520"/>
            <a:chOff x="1143000" y="1905120"/>
            <a:chExt cx="461880" cy="200520"/>
          </a:xfrm>
        </p:grpSpPr>
        <p:sp>
          <p:nvSpPr>
            <p:cNvPr id="3510" name=""/>
            <p:cNvSpPr/>
            <p:nvPr/>
          </p:nvSpPr>
          <p:spPr>
            <a:xfrm>
              <a:off x="1143000" y="1920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11" name=""/>
            <p:cNvSpPr/>
            <p:nvPr/>
          </p:nvSpPr>
          <p:spPr>
            <a:xfrm>
              <a:off x="1267200" y="1905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12" name=""/>
          <p:cNvGrpSpPr/>
          <p:nvPr/>
        </p:nvGrpSpPr>
        <p:grpSpPr>
          <a:xfrm>
            <a:off x="5410080" y="2514600"/>
            <a:ext cx="461880" cy="200520"/>
            <a:chOff x="5410080" y="2514600"/>
            <a:chExt cx="461880" cy="200520"/>
          </a:xfrm>
        </p:grpSpPr>
        <p:sp>
          <p:nvSpPr>
            <p:cNvPr id="3513" name=""/>
            <p:cNvSpPr/>
            <p:nvPr/>
          </p:nvSpPr>
          <p:spPr>
            <a:xfrm>
              <a:off x="5410080" y="25286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14" name=""/>
            <p:cNvSpPr/>
            <p:nvPr/>
          </p:nvSpPr>
          <p:spPr>
            <a:xfrm>
              <a:off x="5534280" y="2514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15" name=""/>
          <p:cNvGrpSpPr/>
          <p:nvPr/>
        </p:nvGrpSpPr>
        <p:grpSpPr>
          <a:xfrm>
            <a:off x="3657600" y="5791320"/>
            <a:ext cx="461520" cy="200520"/>
            <a:chOff x="3657600" y="5791320"/>
            <a:chExt cx="461520" cy="200520"/>
          </a:xfrm>
        </p:grpSpPr>
        <p:sp>
          <p:nvSpPr>
            <p:cNvPr id="3516" name=""/>
            <p:cNvSpPr/>
            <p:nvPr/>
          </p:nvSpPr>
          <p:spPr>
            <a:xfrm>
              <a:off x="3657600" y="58071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17" name=""/>
            <p:cNvSpPr/>
            <p:nvPr/>
          </p:nvSpPr>
          <p:spPr>
            <a:xfrm>
              <a:off x="3781440" y="5791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18" name=""/>
          <p:cNvGrpSpPr/>
          <p:nvPr/>
        </p:nvGrpSpPr>
        <p:grpSpPr>
          <a:xfrm>
            <a:off x="5791320" y="5334120"/>
            <a:ext cx="461520" cy="200520"/>
            <a:chOff x="5791320" y="5334120"/>
            <a:chExt cx="461520" cy="200520"/>
          </a:xfrm>
        </p:grpSpPr>
        <p:sp>
          <p:nvSpPr>
            <p:cNvPr id="3519" name=""/>
            <p:cNvSpPr/>
            <p:nvPr/>
          </p:nvSpPr>
          <p:spPr>
            <a:xfrm>
              <a:off x="5791320" y="5348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20" name=""/>
            <p:cNvSpPr/>
            <p:nvPr/>
          </p:nvSpPr>
          <p:spPr>
            <a:xfrm>
              <a:off x="5915160" y="5334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521" name="Oval 3520"/>
          <p:cNvSpPr/>
          <p:nvPr/>
        </p:nvSpPr>
        <p:spPr>
          <a:xfrm>
            <a:off x="5726628" y="454619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2" name="Oval 3521"/>
          <p:cNvSpPr/>
          <p:nvPr/>
        </p:nvSpPr>
        <p:spPr>
          <a:xfrm>
            <a:off x="5756628" y="457619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3523" name="Rounded Rectangle 3522"/>
          <p:cNvSpPr/>
          <p:nvPr/>
        </p:nvSpPr>
        <p:spPr>
          <a:xfrm>
            <a:off x="5934628" y="456369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3524" name="Oval 3523"/>
          <p:cNvSpPr/>
          <p:nvPr/>
        </p:nvSpPr>
        <p:spPr>
          <a:xfrm>
            <a:off x="5062785" y="483020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5" name="Oval 3524"/>
          <p:cNvSpPr/>
          <p:nvPr/>
        </p:nvSpPr>
        <p:spPr>
          <a:xfrm>
            <a:off x="5092785" y="486020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3526" name="Rounded Rectangle 3525"/>
          <p:cNvSpPr/>
          <p:nvPr/>
        </p:nvSpPr>
        <p:spPr>
          <a:xfrm>
            <a:off x="5270785" y="484770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3527" name="Oval 3526"/>
          <p:cNvSpPr/>
          <p:nvPr/>
        </p:nvSpPr>
        <p:spPr>
          <a:xfrm>
            <a:off x="5592385" y="552236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8" name="Oval 3527"/>
          <p:cNvSpPr/>
          <p:nvPr/>
        </p:nvSpPr>
        <p:spPr>
          <a:xfrm>
            <a:off x="5622385" y="555236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3529" name="Rounded Rectangle 3528"/>
          <p:cNvSpPr/>
          <p:nvPr/>
        </p:nvSpPr>
        <p:spPr>
          <a:xfrm>
            <a:off x="5800385" y="553986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3530" name="Oval 3529"/>
          <p:cNvSpPr/>
          <p:nvPr/>
        </p:nvSpPr>
        <p:spPr>
          <a:xfrm>
            <a:off x="5904014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1" name="Oval 3530"/>
          <p:cNvSpPr/>
          <p:nvPr/>
        </p:nvSpPr>
        <p:spPr>
          <a:xfrm>
            <a:off x="5934014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3532" name="Rounded Rectangle 3531"/>
          <p:cNvSpPr/>
          <p:nvPr/>
        </p:nvSpPr>
        <p:spPr>
          <a:xfrm>
            <a:off x="6112014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 ↓</a:t>
            </a:r>
          </a:p>
        </p:txBody>
      </p:sp>
      <p:sp>
        <p:nvSpPr>
          <p:cNvPr id="3533" name="Oval 3532"/>
          <p:cNvSpPr/>
          <p:nvPr/>
        </p:nvSpPr>
        <p:spPr>
          <a:xfrm>
            <a:off x="1713079" y="638300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4" name="Oval 3533"/>
          <p:cNvSpPr/>
          <p:nvPr/>
        </p:nvSpPr>
        <p:spPr>
          <a:xfrm>
            <a:off x="1743079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3535" name="Rounded Rectangle 3534"/>
          <p:cNvSpPr/>
          <p:nvPr/>
        </p:nvSpPr>
        <p:spPr>
          <a:xfrm>
            <a:off x="1921079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3536" name="Oval 3535"/>
          <p:cNvSpPr/>
          <p:nvPr/>
        </p:nvSpPr>
        <p:spPr>
          <a:xfrm>
            <a:off x="799995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7" name="Oval 3536"/>
          <p:cNvSpPr/>
          <p:nvPr/>
        </p:nvSpPr>
        <p:spPr>
          <a:xfrm>
            <a:off x="829995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3538" name="Rounded Rectangle 3537"/>
          <p:cNvSpPr/>
          <p:nvPr/>
        </p:nvSpPr>
        <p:spPr>
          <a:xfrm>
            <a:off x="1007995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3539" name="Oval 3538"/>
          <p:cNvSpPr/>
          <p:nvPr/>
        </p:nvSpPr>
        <p:spPr>
          <a:xfrm>
            <a:off x="90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0" name="Oval 3539"/>
          <p:cNvSpPr/>
          <p:nvPr/>
        </p:nvSpPr>
        <p:spPr>
          <a:xfrm>
            <a:off x="120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3541" name="Rounded Rectangle 3540"/>
          <p:cNvSpPr/>
          <p:nvPr/>
        </p:nvSpPr>
        <p:spPr>
          <a:xfrm>
            <a:off x="298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3542" name="Oval 3541"/>
          <p:cNvSpPr/>
          <p:nvPr/>
        </p:nvSpPr>
        <p:spPr>
          <a:xfrm>
            <a:off x="422435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3" name="Oval 3542"/>
          <p:cNvSpPr/>
          <p:nvPr/>
        </p:nvSpPr>
        <p:spPr>
          <a:xfrm>
            <a:off x="425435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3544" name="Rounded Rectangle 3543"/>
          <p:cNvSpPr/>
          <p:nvPr/>
        </p:nvSpPr>
        <p:spPr>
          <a:xfrm>
            <a:off x="443235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3545" name="Oval 3544"/>
          <p:cNvSpPr/>
          <p:nvPr/>
        </p:nvSpPr>
        <p:spPr>
          <a:xfrm>
            <a:off x="3576105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6" name="Oval 3545"/>
          <p:cNvSpPr/>
          <p:nvPr/>
        </p:nvSpPr>
        <p:spPr>
          <a:xfrm>
            <a:off x="3606105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3547" name="Rounded Rectangle 3546"/>
          <p:cNvSpPr/>
          <p:nvPr/>
        </p:nvSpPr>
        <p:spPr>
          <a:xfrm>
            <a:off x="3784105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3548" name="Rounded Rectangle 3547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V61, V63, V64, V65,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"/>
          <p:cNvSpPr/>
          <p:nvPr/>
        </p:nvSpPr>
        <p:spPr>
          <a:xfrm>
            <a:off x="3200040" y="50760"/>
            <a:ext cx="274392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36: RPLL | RWY 06 | STAR CAB1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2" name=""/>
          <p:cNvSpPr/>
          <p:nvPr/>
        </p:nvSpPr>
        <p:spPr>
          <a:xfrm>
            <a:off x="4719600" y="1639800"/>
            <a:ext cx="258840" cy="14652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3" name=""/>
          <p:cNvSpPr/>
          <p:nvPr/>
        </p:nvSpPr>
        <p:spPr>
          <a:xfrm>
            <a:off x="4978440" y="3105000"/>
            <a:ext cx="71280" cy="4064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4" name=""/>
          <p:cNvSpPr/>
          <p:nvPr/>
        </p:nvSpPr>
        <p:spPr>
          <a:xfrm flipH="1">
            <a:off x="4622760" y="3511440"/>
            <a:ext cx="426960" cy="13129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5" name=""/>
          <p:cNvSpPr/>
          <p:nvPr/>
        </p:nvSpPr>
        <p:spPr>
          <a:xfrm flipH="1">
            <a:off x="4094280" y="4824360"/>
            <a:ext cx="528480" cy="5461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6" name=""/>
          <p:cNvSpPr/>
          <p:nvPr/>
        </p:nvSpPr>
        <p:spPr>
          <a:xfrm flipV="1">
            <a:off x="4094280" y="5051520"/>
            <a:ext cx="6120" cy="3189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7" name=""/>
          <p:cNvSpPr/>
          <p:nvPr/>
        </p:nvSpPr>
        <p:spPr>
          <a:xfrm flipV="1">
            <a:off x="4100400" y="5019840"/>
            <a:ext cx="57240" cy="316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15120" bIns="-151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8" name=""/>
          <p:cNvSpPr/>
          <p:nvPr/>
        </p:nvSpPr>
        <p:spPr>
          <a:xfrm flipV="1">
            <a:off x="4157640" y="4811760"/>
            <a:ext cx="374760" cy="208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529" name=""/>
          <p:cNvGrpSpPr/>
          <p:nvPr/>
        </p:nvGrpSpPr>
        <p:grpSpPr>
          <a:xfrm>
            <a:off x="4656240" y="1576440"/>
            <a:ext cx="515880" cy="200520"/>
            <a:chOff x="4656240" y="1576440"/>
            <a:chExt cx="515880" cy="200520"/>
          </a:xfrm>
        </p:grpSpPr>
        <p:sp>
          <p:nvSpPr>
            <p:cNvPr id="3530" name=""/>
            <p:cNvSpPr/>
            <p:nvPr/>
          </p:nvSpPr>
          <p:spPr>
            <a:xfrm>
              <a:off x="4656240" y="1576440"/>
              <a:ext cx="12672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31" name=""/>
            <p:cNvSpPr/>
            <p:nvPr/>
          </p:nvSpPr>
          <p:spPr>
            <a:xfrm>
              <a:off x="4800960" y="1576440"/>
              <a:ext cx="371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CAB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32" name=""/>
          <p:cNvGrpSpPr/>
          <p:nvPr/>
        </p:nvGrpSpPr>
        <p:grpSpPr>
          <a:xfrm>
            <a:off x="4927680" y="3041640"/>
            <a:ext cx="565200" cy="200520"/>
            <a:chOff x="4927680" y="3041640"/>
            <a:chExt cx="565200" cy="200520"/>
          </a:xfrm>
        </p:grpSpPr>
        <p:sp>
          <p:nvSpPr>
            <p:cNvPr id="3533" name=""/>
            <p:cNvSpPr/>
            <p:nvPr/>
          </p:nvSpPr>
          <p:spPr>
            <a:xfrm>
              <a:off x="4927680" y="305424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34" name=""/>
            <p:cNvSpPr/>
            <p:nvPr/>
          </p:nvSpPr>
          <p:spPr>
            <a:xfrm>
              <a:off x="5022720" y="3041640"/>
              <a:ext cx="4701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TARTA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35" name=""/>
          <p:cNvGrpSpPr/>
          <p:nvPr/>
        </p:nvGrpSpPr>
        <p:grpSpPr>
          <a:xfrm>
            <a:off x="4998960" y="3448080"/>
            <a:ext cx="575280" cy="200520"/>
            <a:chOff x="4998960" y="3448080"/>
            <a:chExt cx="575280" cy="200520"/>
          </a:xfrm>
        </p:grpSpPr>
        <p:sp>
          <p:nvSpPr>
            <p:cNvPr id="3536" name=""/>
            <p:cNvSpPr/>
            <p:nvPr/>
          </p:nvSpPr>
          <p:spPr>
            <a:xfrm>
              <a:off x="4998960" y="34606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37" name=""/>
            <p:cNvSpPr/>
            <p:nvPr/>
          </p:nvSpPr>
          <p:spPr>
            <a:xfrm>
              <a:off x="5084280" y="3448080"/>
              <a:ext cx="4899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GARAY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38" name=""/>
          <p:cNvGrpSpPr/>
          <p:nvPr/>
        </p:nvGrpSpPr>
        <p:grpSpPr>
          <a:xfrm>
            <a:off x="4572000" y="4761000"/>
            <a:ext cx="473760" cy="200520"/>
            <a:chOff x="4572000" y="4761000"/>
            <a:chExt cx="473760" cy="200520"/>
          </a:xfrm>
        </p:grpSpPr>
        <p:sp>
          <p:nvSpPr>
            <p:cNvPr id="3539" name=""/>
            <p:cNvSpPr/>
            <p:nvPr/>
          </p:nvSpPr>
          <p:spPr>
            <a:xfrm>
              <a:off x="4572000" y="47736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40" name=""/>
            <p:cNvSpPr/>
            <p:nvPr/>
          </p:nvSpPr>
          <p:spPr>
            <a:xfrm>
              <a:off x="4708080" y="4761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MIA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41" name=""/>
          <p:cNvGrpSpPr/>
          <p:nvPr/>
        </p:nvGrpSpPr>
        <p:grpSpPr>
          <a:xfrm>
            <a:off x="4043520" y="5307120"/>
            <a:ext cx="595080" cy="200520"/>
            <a:chOff x="4043520" y="5307120"/>
            <a:chExt cx="595080" cy="200520"/>
          </a:xfrm>
        </p:grpSpPr>
        <p:sp>
          <p:nvSpPr>
            <p:cNvPr id="3542" name=""/>
            <p:cNvSpPr/>
            <p:nvPr/>
          </p:nvSpPr>
          <p:spPr>
            <a:xfrm>
              <a:off x="4043520" y="53197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43" name=""/>
            <p:cNvSpPr/>
            <p:nvPr/>
          </p:nvSpPr>
          <p:spPr>
            <a:xfrm>
              <a:off x="4174560" y="5307120"/>
              <a:ext cx="464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MIA-10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44" name=""/>
          <p:cNvGrpSpPr/>
          <p:nvPr/>
        </p:nvGrpSpPr>
        <p:grpSpPr>
          <a:xfrm>
            <a:off x="4059360" y="4987800"/>
            <a:ext cx="467280" cy="200520"/>
            <a:chOff x="4059360" y="4987800"/>
            <a:chExt cx="467280" cy="200520"/>
          </a:xfrm>
        </p:grpSpPr>
        <p:sp>
          <p:nvSpPr>
            <p:cNvPr id="3545" name=""/>
            <p:cNvSpPr/>
            <p:nvPr/>
          </p:nvSpPr>
          <p:spPr>
            <a:xfrm>
              <a:off x="4059360" y="501012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46" name=""/>
            <p:cNvSpPr/>
            <p:nvPr/>
          </p:nvSpPr>
          <p:spPr>
            <a:xfrm>
              <a:off x="4160160" y="4987800"/>
              <a:ext cx="366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CI06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47" name=""/>
          <p:cNvGrpSpPr/>
          <p:nvPr/>
        </p:nvGrpSpPr>
        <p:grpSpPr>
          <a:xfrm>
            <a:off x="4116240" y="4956120"/>
            <a:ext cx="463320" cy="200520"/>
            <a:chOff x="4116240" y="4956120"/>
            <a:chExt cx="463320" cy="200520"/>
          </a:xfrm>
        </p:grpSpPr>
        <p:sp>
          <p:nvSpPr>
            <p:cNvPr id="3548" name=""/>
            <p:cNvSpPr/>
            <p:nvPr/>
          </p:nvSpPr>
          <p:spPr>
            <a:xfrm>
              <a:off x="4116240" y="497844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49" name=""/>
            <p:cNvSpPr/>
            <p:nvPr/>
          </p:nvSpPr>
          <p:spPr>
            <a:xfrm>
              <a:off x="4222080" y="4956120"/>
              <a:ext cx="3574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FI06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50" name=""/>
          <p:cNvGrpSpPr/>
          <p:nvPr/>
        </p:nvGrpSpPr>
        <p:grpSpPr>
          <a:xfrm>
            <a:off x="4468680" y="4748040"/>
            <a:ext cx="543600" cy="200520"/>
            <a:chOff x="4468680" y="4748040"/>
            <a:chExt cx="543600" cy="200520"/>
          </a:xfrm>
        </p:grpSpPr>
        <p:sp>
          <p:nvSpPr>
            <p:cNvPr id="3551" name=""/>
            <p:cNvSpPr/>
            <p:nvPr/>
          </p:nvSpPr>
          <p:spPr>
            <a:xfrm>
              <a:off x="4468680" y="474804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52" name=""/>
            <p:cNvSpPr/>
            <p:nvPr/>
          </p:nvSpPr>
          <p:spPr>
            <a:xfrm>
              <a:off x="4586040" y="474804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RW06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53" name=""/>
          <p:cNvGrpSpPr/>
          <p:nvPr/>
        </p:nvGrpSpPr>
        <p:grpSpPr>
          <a:xfrm>
            <a:off x="5127480" y="6141960"/>
            <a:ext cx="486360" cy="200520"/>
            <a:chOff x="5127480" y="6141960"/>
            <a:chExt cx="486360" cy="200520"/>
          </a:xfrm>
        </p:grpSpPr>
        <p:sp>
          <p:nvSpPr>
            <p:cNvPr id="3554" name=""/>
            <p:cNvSpPr/>
            <p:nvPr/>
          </p:nvSpPr>
          <p:spPr>
            <a:xfrm>
              <a:off x="5127480" y="6148440"/>
              <a:ext cx="11448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55" name=""/>
            <p:cNvSpPr/>
            <p:nvPr/>
          </p:nvSpPr>
          <p:spPr>
            <a:xfrm>
              <a:off x="5276160" y="61419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56" name=""/>
          <p:cNvGrpSpPr/>
          <p:nvPr/>
        </p:nvGrpSpPr>
        <p:grpSpPr>
          <a:xfrm>
            <a:off x="3897360" y="771480"/>
            <a:ext cx="486360" cy="200520"/>
            <a:chOff x="3897360" y="771480"/>
            <a:chExt cx="486360" cy="200520"/>
          </a:xfrm>
        </p:grpSpPr>
        <p:sp>
          <p:nvSpPr>
            <p:cNvPr id="3557" name=""/>
            <p:cNvSpPr/>
            <p:nvPr/>
          </p:nvSpPr>
          <p:spPr>
            <a:xfrm>
              <a:off x="3897360" y="777960"/>
              <a:ext cx="114120" cy="11412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200" bIns="34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58" name=""/>
            <p:cNvSpPr/>
            <p:nvPr/>
          </p:nvSpPr>
          <p:spPr>
            <a:xfrm>
              <a:off x="4046040" y="771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59" name=""/>
          <p:cNvGrpSpPr/>
          <p:nvPr/>
        </p:nvGrpSpPr>
        <p:grpSpPr>
          <a:xfrm>
            <a:off x="7010280" y="2514600"/>
            <a:ext cx="461880" cy="200520"/>
            <a:chOff x="7010280" y="2514600"/>
            <a:chExt cx="461880" cy="200520"/>
          </a:xfrm>
        </p:grpSpPr>
        <p:sp>
          <p:nvSpPr>
            <p:cNvPr id="3560" name=""/>
            <p:cNvSpPr/>
            <p:nvPr/>
          </p:nvSpPr>
          <p:spPr>
            <a:xfrm>
              <a:off x="7010280" y="25286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61" name=""/>
            <p:cNvSpPr/>
            <p:nvPr/>
          </p:nvSpPr>
          <p:spPr>
            <a:xfrm>
              <a:off x="7134480" y="2514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62" name=""/>
          <p:cNvGrpSpPr/>
          <p:nvPr/>
        </p:nvGrpSpPr>
        <p:grpSpPr>
          <a:xfrm>
            <a:off x="2895480" y="3124080"/>
            <a:ext cx="461880" cy="200520"/>
            <a:chOff x="2895480" y="3124080"/>
            <a:chExt cx="461880" cy="200520"/>
          </a:xfrm>
        </p:grpSpPr>
        <p:sp>
          <p:nvSpPr>
            <p:cNvPr id="3563" name=""/>
            <p:cNvSpPr/>
            <p:nvPr/>
          </p:nvSpPr>
          <p:spPr>
            <a:xfrm>
              <a:off x="2895480" y="31381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64" name=""/>
            <p:cNvSpPr/>
            <p:nvPr/>
          </p:nvSpPr>
          <p:spPr>
            <a:xfrm>
              <a:off x="3019680" y="3124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65" name=""/>
          <p:cNvGrpSpPr/>
          <p:nvPr/>
        </p:nvGrpSpPr>
        <p:grpSpPr>
          <a:xfrm>
            <a:off x="5159520" y="771480"/>
            <a:ext cx="468720" cy="200520"/>
            <a:chOff x="5159520" y="771480"/>
            <a:chExt cx="468720" cy="200520"/>
          </a:xfrm>
        </p:grpSpPr>
        <p:sp>
          <p:nvSpPr>
            <p:cNvPr id="3566" name=""/>
            <p:cNvSpPr/>
            <p:nvPr/>
          </p:nvSpPr>
          <p:spPr>
            <a:xfrm>
              <a:off x="5159520" y="787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67" name=""/>
            <p:cNvSpPr/>
            <p:nvPr/>
          </p:nvSpPr>
          <p:spPr>
            <a:xfrm>
              <a:off x="5290560" y="771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68" name=""/>
          <p:cNvGrpSpPr/>
          <p:nvPr/>
        </p:nvGrpSpPr>
        <p:grpSpPr>
          <a:xfrm>
            <a:off x="2286000" y="6095880"/>
            <a:ext cx="461880" cy="200520"/>
            <a:chOff x="2286000" y="6095880"/>
            <a:chExt cx="461880" cy="200520"/>
          </a:xfrm>
        </p:grpSpPr>
        <p:sp>
          <p:nvSpPr>
            <p:cNvPr id="3569" name=""/>
            <p:cNvSpPr/>
            <p:nvPr/>
          </p:nvSpPr>
          <p:spPr>
            <a:xfrm>
              <a:off x="2286000" y="61102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70" name=""/>
            <p:cNvSpPr/>
            <p:nvPr/>
          </p:nvSpPr>
          <p:spPr>
            <a:xfrm>
              <a:off x="2410200" y="6095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71" name=""/>
          <p:cNvGrpSpPr/>
          <p:nvPr/>
        </p:nvGrpSpPr>
        <p:grpSpPr>
          <a:xfrm>
            <a:off x="5334120" y="2286000"/>
            <a:ext cx="461160" cy="200520"/>
            <a:chOff x="5334120" y="2286000"/>
            <a:chExt cx="461160" cy="200520"/>
          </a:xfrm>
        </p:grpSpPr>
        <p:sp>
          <p:nvSpPr>
            <p:cNvPr id="3572" name=""/>
            <p:cNvSpPr/>
            <p:nvPr/>
          </p:nvSpPr>
          <p:spPr>
            <a:xfrm>
              <a:off x="5334120" y="230184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73" name=""/>
            <p:cNvSpPr/>
            <p:nvPr/>
          </p:nvSpPr>
          <p:spPr>
            <a:xfrm>
              <a:off x="5457600" y="2286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74" name=""/>
          <p:cNvGrpSpPr/>
          <p:nvPr/>
        </p:nvGrpSpPr>
        <p:grpSpPr>
          <a:xfrm>
            <a:off x="5410080" y="5257800"/>
            <a:ext cx="460080" cy="200520"/>
            <a:chOff x="5410080" y="5257800"/>
            <a:chExt cx="460080" cy="200520"/>
          </a:xfrm>
        </p:grpSpPr>
        <p:sp>
          <p:nvSpPr>
            <p:cNvPr id="3575" name=""/>
            <p:cNvSpPr/>
            <p:nvPr/>
          </p:nvSpPr>
          <p:spPr>
            <a:xfrm>
              <a:off x="5410080" y="527364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76" name=""/>
            <p:cNvSpPr/>
            <p:nvPr/>
          </p:nvSpPr>
          <p:spPr>
            <a:xfrm>
              <a:off x="5532480" y="5257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77" name=""/>
          <p:cNvGrpSpPr/>
          <p:nvPr/>
        </p:nvGrpSpPr>
        <p:grpSpPr>
          <a:xfrm>
            <a:off x="6248520" y="4572000"/>
            <a:ext cx="461160" cy="200520"/>
            <a:chOff x="6248520" y="4572000"/>
            <a:chExt cx="461160" cy="200520"/>
          </a:xfrm>
        </p:grpSpPr>
        <p:sp>
          <p:nvSpPr>
            <p:cNvPr id="3578" name=""/>
            <p:cNvSpPr/>
            <p:nvPr/>
          </p:nvSpPr>
          <p:spPr>
            <a:xfrm>
              <a:off x="6248520" y="458604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79" name=""/>
            <p:cNvSpPr/>
            <p:nvPr/>
          </p:nvSpPr>
          <p:spPr>
            <a:xfrm>
              <a:off x="6372000" y="4572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80" name=""/>
          <p:cNvGrpSpPr/>
          <p:nvPr/>
        </p:nvGrpSpPr>
        <p:grpSpPr>
          <a:xfrm>
            <a:off x="2209680" y="1600200"/>
            <a:ext cx="461880" cy="200520"/>
            <a:chOff x="2209680" y="1600200"/>
            <a:chExt cx="461880" cy="200520"/>
          </a:xfrm>
        </p:grpSpPr>
        <p:sp>
          <p:nvSpPr>
            <p:cNvPr id="3581" name=""/>
            <p:cNvSpPr/>
            <p:nvPr/>
          </p:nvSpPr>
          <p:spPr>
            <a:xfrm>
              <a:off x="2209680" y="16160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82" name=""/>
            <p:cNvSpPr/>
            <p:nvPr/>
          </p:nvSpPr>
          <p:spPr>
            <a:xfrm>
              <a:off x="2333880" y="1600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83" name=""/>
          <p:cNvGrpSpPr/>
          <p:nvPr/>
        </p:nvGrpSpPr>
        <p:grpSpPr>
          <a:xfrm>
            <a:off x="1676520" y="2819520"/>
            <a:ext cx="461160" cy="200520"/>
            <a:chOff x="1676520" y="2819520"/>
            <a:chExt cx="461160" cy="200520"/>
          </a:xfrm>
        </p:grpSpPr>
        <p:sp>
          <p:nvSpPr>
            <p:cNvPr id="3584" name=""/>
            <p:cNvSpPr/>
            <p:nvPr/>
          </p:nvSpPr>
          <p:spPr>
            <a:xfrm>
              <a:off x="1676520" y="283536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85" name=""/>
            <p:cNvSpPr/>
            <p:nvPr/>
          </p:nvSpPr>
          <p:spPr>
            <a:xfrm>
              <a:off x="1800000" y="2819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86" name=""/>
          <p:cNvGrpSpPr/>
          <p:nvPr/>
        </p:nvGrpSpPr>
        <p:grpSpPr>
          <a:xfrm>
            <a:off x="3657600" y="5638680"/>
            <a:ext cx="461880" cy="200520"/>
            <a:chOff x="3657600" y="5638680"/>
            <a:chExt cx="461880" cy="200520"/>
          </a:xfrm>
        </p:grpSpPr>
        <p:sp>
          <p:nvSpPr>
            <p:cNvPr id="3587" name=""/>
            <p:cNvSpPr/>
            <p:nvPr/>
          </p:nvSpPr>
          <p:spPr>
            <a:xfrm>
              <a:off x="3657600" y="565488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88" name=""/>
            <p:cNvSpPr/>
            <p:nvPr/>
          </p:nvSpPr>
          <p:spPr>
            <a:xfrm>
              <a:off x="3781800" y="5638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89" name=""/>
          <p:cNvGrpSpPr/>
          <p:nvPr/>
        </p:nvGrpSpPr>
        <p:grpSpPr>
          <a:xfrm>
            <a:off x="3581280" y="3962520"/>
            <a:ext cx="461520" cy="200520"/>
            <a:chOff x="3581280" y="3962520"/>
            <a:chExt cx="461520" cy="200520"/>
          </a:xfrm>
        </p:grpSpPr>
        <p:sp>
          <p:nvSpPr>
            <p:cNvPr id="3590" name=""/>
            <p:cNvSpPr/>
            <p:nvPr/>
          </p:nvSpPr>
          <p:spPr>
            <a:xfrm>
              <a:off x="3581280" y="39765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91" name=""/>
            <p:cNvSpPr/>
            <p:nvPr/>
          </p:nvSpPr>
          <p:spPr>
            <a:xfrm>
              <a:off x="3705120" y="3962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92" name=""/>
          <p:cNvGrpSpPr/>
          <p:nvPr/>
        </p:nvGrpSpPr>
        <p:grpSpPr>
          <a:xfrm>
            <a:off x="3962520" y="2438280"/>
            <a:ext cx="461160" cy="200520"/>
            <a:chOff x="3962520" y="2438280"/>
            <a:chExt cx="461160" cy="200520"/>
          </a:xfrm>
        </p:grpSpPr>
        <p:sp>
          <p:nvSpPr>
            <p:cNvPr id="3593" name=""/>
            <p:cNvSpPr/>
            <p:nvPr/>
          </p:nvSpPr>
          <p:spPr>
            <a:xfrm>
              <a:off x="3962520" y="245268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94" name=""/>
            <p:cNvSpPr/>
            <p:nvPr/>
          </p:nvSpPr>
          <p:spPr>
            <a:xfrm>
              <a:off x="4086000" y="2438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95" name=""/>
          <p:cNvGrpSpPr/>
          <p:nvPr/>
        </p:nvGrpSpPr>
        <p:grpSpPr>
          <a:xfrm>
            <a:off x="1371600" y="457200"/>
            <a:ext cx="461880" cy="200520"/>
            <a:chOff x="1371600" y="457200"/>
            <a:chExt cx="461880" cy="200520"/>
          </a:xfrm>
        </p:grpSpPr>
        <p:sp>
          <p:nvSpPr>
            <p:cNvPr id="3596" name=""/>
            <p:cNvSpPr/>
            <p:nvPr/>
          </p:nvSpPr>
          <p:spPr>
            <a:xfrm>
              <a:off x="1371600" y="47268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97" name=""/>
            <p:cNvSpPr/>
            <p:nvPr/>
          </p:nvSpPr>
          <p:spPr>
            <a:xfrm>
              <a:off x="1495800" y="457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98" name=""/>
          <p:cNvGrpSpPr/>
          <p:nvPr/>
        </p:nvGrpSpPr>
        <p:grpSpPr>
          <a:xfrm>
            <a:off x="6248520" y="3505320"/>
            <a:ext cx="461160" cy="200520"/>
            <a:chOff x="6248520" y="3505320"/>
            <a:chExt cx="461160" cy="200520"/>
          </a:xfrm>
        </p:grpSpPr>
        <p:sp>
          <p:nvSpPr>
            <p:cNvPr id="3599" name=""/>
            <p:cNvSpPr/>
            <p:nvPr/>
          </p:nvSpPr>
          <p:spPr>
            <a:xfrm>
              <a:off x="6248520" y="35197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00" name=""/>
            <p:cNvSpPr/>
            <p:nvPr/>
          </p:nvSpPr>
          <p:spPr>
            <a:xfrm>
              <a:off x="6372000" y="3505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01" name=""/>
          <p:cNvGrpSpPr/>
          <p:nvPr/>
        </p:nvGrpSpPr>
        <p:grpSpPr>
          <a:xfrm>
            <a:off x="3657600" y="1600200"/>
            <a:ext cx="461520" cy="200520"/>
            <a:chOff x="3657600" y="1600200"/>
            <a:chExt cx="461520" cy="200520"/>
          </a:xfrm>
        </p:grpSpPr>
        <p:sp>
          <p:nvSpPr>
            <p:cNvPr id="3602" name=""/>
            <p:cNvSpPr/>
            <p:nvPr/>
          </p:nvSpPr>
          <p:spPr>
            <a:xfrm>
              <a:off x="3657600" y="16146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03" name=""/>
            <p:cNvSpPr/>
            <p:nvPr/>
          </p:nvSpPr>
          <p:spPr>
            <a:xfrm>
              <a:off x="3781440" y="1600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04" name=""/>
          <p:cNvGrpSpPr/>
          <p:nvPr/>
        </p:nvGrpSpPr>
        <p:grpSpPr>
          <a:xfrm>
            <a:off x="3276720" y="4876920"/>
            <a:ext cx="460080" cy="200520"/>
            <a:chOff x="3276720" y="4876920"/>
            <a:chExt cx="460080" cy="200520"/>
          </a:xfrm>
        </p:grpSpPr>
        <p:sp>
          <p:nvSpPr>
            <p:cNvPr id="3605" name=""/>
            <p:cNvSpPr/>
            <p:nvPr/>
          </p:nvSpPr>
          <p:spPr>
            <a:xfrm>
              <a:off x="3276720" y="48909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06" name=""/>
            <p:cNvSpPr/>
            <p:nvPr/>
          </p:nvSpPr>
          <p:spPr>
            <a:xfrm>
              <a:off x="3399120" y="4876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07" name=""/>
          <p:cNvGrpSpPr/>
          <p:nvPr/>
        </p:nvGrpSpPr>
        <p:grpSpPr>
          <a:xfrm>
            <a:off x="1752480" y="4191120"/>
            <a:ext cx="460440" cy="200520"/>
            <a:chOff x="1752480" y="4191120"/>
            <a:chExt cx="460440" cy="200520"/>
          </a:xfrm>
        </p:grpSpPr>
        <p:sp>
          <p:nvSpPr>
            <p:cNvPr id="3608" name=""/>
            <p:cNvSpPr/>
            <p:nvPr/>
          </p:nvSpPr>
          <p:spPr>
            <a:xfrm>
              <a:off x="1752480" y="4205160"/>
              <a:ext cx="9540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09" name=""/>
            <p:cNvSpPr/>
            <p:nvPr/>
          </p:nvSpPr>
          <p:spPr>
            <a:xfrm>
              <a:off x="1875240" y="4191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10" name=""/>
          <p:cNvGrpSpPr/>
          <p:nvPr/>
        </p:nvGrpSpPr>
        <p:grpSpPr>
          <a:xfrm>
            <a:off x="6324480" y="1447920"/>
            <a:ext cx="460080" cy="200520"/>
            <a:chOff x="6324480" y="1447920"/>
            <a:chExt cx="460080" cy="200520"/>
          </a:xfrm>
        </p:grpSpPr>
        <p:sp>
          <p:nvSpPr>
            <p:cNvPr id="3611" name=""/>
            <p:cNvSpPr/>
            <p:nvPr/>
          </p:nvSpPr>
          <p:spPr>
            <a:xfrm>
              <a:off x="6324480" y="1461960"/>
              <a:ext cx="9540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12" name=""/>
            <p:cNvSpPr/>
            <p:nvPr/>
          </p:nvSpPr>
          <p:spPr>
            <a:xfrm>
              <a:off x="6446880" y="1447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613" name="Oval 3612"/>
          <p:cNvSpPr/>
          <p:nvPr/>
        </p:nvSpPr>
        <p:spPr>
          <a:xfrm>
            <a:off x="3832489" y="5282123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4" name="Oval 3613"/>
          <p:cNvSpPr/>
          <p:nvPr/>
        </p:nvSpPr>
        <p:spPr>
          <a:xfrm>
            <a:off x="3862489" y="531212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3615" name="Rounded Rectangle 3614"/>
          <p:cNvSpPr/>
          <p:nvPr/>
        </p:nvSpPr>
        <p:spPr>
          <a:xfrm>
            <a:off x="4040489" y="529962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3616" name="Oval 3615"/>
          <p:cNvSpPr/>
          <p:nvPr/>
        </p:nvSpPr>
        <p:spPr>
          <a:xfrm>
            <a:off x="3717090" y="506863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7" name="Oval 3616"/>
          <p:cNvSpPr/>
          <p:nvPr/>
        </p:nvSpPr>
        <p:spPr>
          <a:xfrm>
            <a:off x="3747090" y="509863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3618" name="Rounded Rectangle 3617"/>
          <p:cNvSpPr/>
          <p:nvPr/>
        </p:nvSpPr>
        <p:spPr>
          <a:xfrm>
            <a:off x="3925090" y="508613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3619" name="Oval 3618"/>
          <p:cNvSpPr/>
          <p:nvPr/>
        </p:nvSpPr>
        <p:spPr>
          <a:xfrm>
            <a:off x="3717090" y="431277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0" name="Oval 3619"/>
          <p:cNvSpPr/>
          <p:nvPr/>
        </p:nvSpPr>
        <p:spPr>
          <a:xfrm>
            <a:off x="3747090" y="434277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3621" name="Rounded Rectangle 3620"/>
          <p:cNvSpPr/>
          <p:nvPr/>
        </p:nvSpPr>
        <p:spPr>
          <a:xfrm>
            <a:off x="3925090" y="433027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3622" name="Oval 3621"/>
          <p:cNvSpPr/>
          <p:nvPr/>
        </p:nvSpPr>
        <p:spPr>
          <a:xfrm>
            <a:off x="3261264" y="488399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3" name="Oval 3622"/>
          <p:cNvSpPr/>
          <p:nvPr/>
        </p:nvSpPr>
        <p:spPr>
          <a:xfrm>
            <a:off x="3291264" y="491399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3624" name="Rounded Rectangle 3623"/>
          <p:cNvSpPr/>
          <p:nvPr/>
        </p:nvSpPr>
        <p:spPr>
          <a:xfrm>
            <a:off x="3469264" y="490149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V54</a:t>
            </a:r>
          </a:p>
        </p:txBody>
      </p:sp>
      <p:sp>
        <p:nvSpPr>
          <p:cNvPr id="3625" name="Oval 3624"/>
          <p:cNvSpPr/>
          <p:nvPr/>
        </p:nvSpPr>
        <p:spPr>
          <a:xfrm>
            <a:off x="3261264" y="3845407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6" name="Oval 3625"/>
          <p:cNvSpPr/>
          <p:nvPr/>
        </p:nvSpPr>
        <p:spPr>
          <a:xfrm>
            <a:off x="3291264" y="387540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55</a:t>
            </a:r>
          </a:p>
        </p:txBody>
      </p:sp>
      <p:sp>
        <p:nvSpPr>
          <p:cNvPr id="3627" name="Rounded Rectangle 3626"/>
          <p:cNvSpPr/>
          <p:nvPr/>
        </p:nvSpPr>
        <p:spPr>
          <a:xfrm>
            <a:off x="3469264" y="386290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V55</a:t>
            </a:r>
          </a:p>
        </p:txBody>
      </p:sp>
      <p:sp>
        <p:nvSpPr>
          <p:cNvPr id="3628" name="Oval 3627"/>
          <p:cNvSpPr/>
          <p:nvPr/>
        </p:nvSpPr>
        <p:spPr>
          <a:xfrm>
            <a:off x="5338445" y="27381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9" name="Oval 3628"/>
          <p:cNvSpPr/>
          <p:nvPr/>
        </p:nvSpPr>
        <p:spPr>
          <a:xfrm>
            <a:off x="5368445" y="30381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3630" name="Rounded Rectangle 3629"/>
          <p:cNvSpPr/>
          <p:nvPr/>
        </p:nvSpPr>
        <p:spPr>
          <a:xfrm>
            <a:off x="5546445" y="29131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3631" name="Oval 3630"/>
          <p:cNvSpPr/>
          <p:nvPr/>
        </p:nvSpPr>
        <p:spPr>
          <a:xfrm>
            <a:off x="910761" y="177399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2" name="Oval 3631"/>
          <p:cNvSpPr/>
          <p:nvPr/>
        </p:nvSpPr>
        <p:spPr>
          <a:xfrm>
            <a:off x="940761" y="180399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3633" name="Rounded Rectangle 3632"/>
          <p:cNvSpPr/>
          <p:nvPr/>
        </p:nvSpPr>
        <p:spPr>
          <a:xfrm>
            <a:off x="1118761" y="179149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3634" name="Oval 3633"/>
          <p:cNvSpPr/>
          <p:nvPr/>
        </p:nvSpPr>
        <p:spPr>
          <a:xfrm>
            <a:off x="321477" y="1814386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5" name="Oval 3634"/>
          <p:cNvSpPr/>
          <p:nvPr/>
        </p:nvSpPr>
        <p:spPr>
          <a:xfrm>
            <a:off x="351477" y="184438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3636" name="Rounded Rectangle 3635"/>
          <p:cNvSpPr/>
          <p:nvPr/>
        </p:nvSpPr>
        <p:spPr>
          <a:xfrm>
            <a:off x="529477" y="183188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</a:t>
            </a:r>
          </a:p>
        </p:txBody>
      </p:sp>
      <p:sp>
        <p:nvSpPr>
          <p:cNvPr id="3637" name="Oval 3636"/>
          <p:cNvSpPr/>
          <p:nvPr/>
        </p:nvSpPr>
        <p:spPr>
          <a:xfrm>
            <a:off x="90000" y="1814386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8" name="Oval 3637"/>
          <p:cNvSpPr/>
          <p:nvPr/>
        </p:nvSpPr>
        <p:spPr>
          <a:xfrm>
            <a:off x="120000" y="184438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3639" name="Rounded Rectangle 3638"/>
          <p:cNvSpPr/>
          <p:nvPr/>
        </p:nvSpPr>
        <p:spPr>
          <a:xfrm>
            <a:off x="298000" y="183188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3640" name="Oval 3639"/>
          <p:cNvSpPr/>
          <p:nvPr/>
        </p:nvSpPr>
        <p:spPr>
          <a:xfrm>
            <a:off x="6740541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1" name="Oval 3640"/>
          <p:cNvSpPr/>
          <p:nvPr/>
        </p:nvSpPr>
        <p:spPr>
          <a:xfrm>
            <a:off x="6770541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3642" name="Rounded Rectangle 3641"/>
          <p:cNvSpPr/>
          <p:nvPr/>
        </p:nvSpPr>
        <p:spPr>
          <a:xfrm>
            <a:off x="6948541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3643" name="Oval 3642"/>
          <p:cNvSpPr/>
          <p:nvPr/>
        </p:nvSpPr>
        <p:spPr>
          <a:xfrm>
            <a:off x="7542564" y="311198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4" name="Oval 3643"/>
          <p:cNvSpPr/>
          <p:nvPr/>
        </p:nvSpPr>
        <p:spPr>
          <a:xfrm>
            <a:off x="7572564" y="314198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3645" name="Rounded Rectangle 3644"/>
          <p:cNvSpPr/>
          <p:nvPr/>
        </p:nvSpPr>
        <p:spPr>
          <a:xfrm>
            <a:off x="7750564" y="312948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</a:t>
            </a:r>
          </a:p>
        </p:txBody>
      </p:sp>
      <p:sp>
        <p:nvSpPr>
          <p:cNvPr id="3646" name="Oval 3645"/>
          <p:cNvSpPr/>
          <p:nvPr/>
        </p:nvSpPr>
        <p:spPr>
          <a:xfrm>
            <a:off x="8396516" y="2702958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7" name="Oval 3646"/>
          <p:cNvSpPr/>
          <p:nvPr/>
        </p:nvSpPr>
        <p:spPr>
          <a:xfrm>
            <a:off x="8426516" y="273295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3648" name="Rounded Rectangle 3647"/>
          <p:cNvSpPr/>
          <p:nvPr/>
        </p:nvSpPr>
        <p:spPr>
          <a:xfrm>
            <a:off x="7878516" y="272045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</a:t>
            </a:r>
          </a:p>
        </p:txBody>
      </p:sp>
      <p:sp>
        <p:nvSpPr>
          <p:cNvPr id="3649" name="Rounded Rectangle 3648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V64, V65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3" name=""/>
          <p:cNvSpPr/>
          <p:nvPr/>
        </p:nvSpPr>
        <p:spPr>
          <a:xfrm>
            <a:off x="3234960" y="50760"/>
            <a:ext cx="267408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37: RPLL | RWY 24 | STAR IPA1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4" name=""/>
          <p:cNvSpPr/>
          <p:nvPr/>
        </p:nvSpPr>
        <p:spPr>
          <a:xfrm flipH="1" flipV="1">
            <a:off x="4795560" y="3782880"/>
            <a:ext cx="1827000" cy="1587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5" name=""/>
          <p:cNvSpPr/>
          <p:nvPr/>
        </p:nvSpPr>
        <p:spPr>
          <a:xfrm flipH="1" flipV="1">
            <a:off x="3726000" y="2852640"/>
            <a:ext cx="1069920" cy="930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6" name=""/>
          <p:cNvSpPr/>
          <p:nvPr/>
        </p:nvSpPr>
        <p:spPr>
          <a:xfrm flipH="1" flipV="1">
            <a:off x="2561760" y="1841040"/>
            <a:ext cx="1163880" cy="1011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7" name=""/>
          <p:cNvSpPr/>
          <p:nvPr/>
        </p:nvSpPr>
        <p:spPr>
          <a:xfrm flipV="1">
            <a:off x="2562120" y="1639800"/>
            <a:ext cx="1148040" cy="201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8" name=""/>
          <p:cNvSpPr/>
          <p:nvPr/>
        </p:nvSpPr>
        <p:spPr>
          <a:xfrm flipH="1">
            <a:off x="3106800" y="1639800"/>
            <a:ext cx="603360" cy="255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9" name=""/>
          <p:cNvSpPr/>
          <p:nvPr/>
        </p:nvSpPr>
        <p:spPr>
          <a:xfrm flipH="1">
            <a:off x="2846160" y="1895400"/>
            <a:ext cx="260280" cy="138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0" name=""/>
          <p:cNvSpPr/>
          <p:nvPr/>
        </p:nvSpPr>
        <p:spPr>
          <a:xfrm flipH="1">
            <a:off x="2521080" y="2033640"/>
            <a:ext cx="325440" cy="173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621" name=""/>
          <p:cNvGrpSpPr/>
          <p:nvPr/>
        </p:nvGrpSpPr>
        <p:grpSpPr>
          <a:xfrm>
            <a:off x="6559560" y="5307120"/>
            <a:ext cx="578520" cy="200520"/>
            <a:chOff x="6559560" y="5307120"/>
            <a:chExt cx="578520" cy="200520"/>
          </a:xfrm>
        </p:grpSpPr>
        <p:sp>
          <p:nvSpPr>
            <p:cNvPr id="3622" name=""/>
            <p:cNvSpPr/>
            <p:nvPr/>
          </p:nvSpPr>
          <p:spPr>
            <a:xfrm>
              <a:off x="6559560" y="5307120"/>
              <a:ext cx="127080" cy="12672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23" name=""/>
            <p:cNvSpPr/>
            <p:nvPr/>
          </p:nvSpPr>
          <p:spPr>
            <a:xfrm>
              <a:off x="6692040" y="530712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IPATA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24" name=""/>
          <p:cNvGrpSpPr/>
          <p:nvPr/>
        </p:nvGrpSpPr>
        <p:grpSpPr>
          <a:xfrm>
            <a:off x="4745160" y="3719520"/>
            <a:ext cx="569880" cy="200520"/>
            <a:chOff x="4745160" y="3719520"/>
            <a:chExt cx="569880" cy="200520"/>
          </a:xfrm>
        </p:grpSpPr>
        <p:sp>
          <p:nvSpPr>
            <p:cNvPr id="3625" name=""/>
            <p:cNvSpPr/>
            <p:nvPr/>
          </p:nvSpPr>
          <p:spPr>
            <a:xfrm>
              <a:off x="4745160" y="37321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26" name=""/>
            <p:cNvSpPr/>
            <p:nvPr/>
          </p:nvSpPr>
          <p:spPr>
            <a:xfrm>
              <a:off x="4835520" y="3719520"/>
              <a:ext cx="4795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KABAN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27" name=""/>
          <p:cNvGrpSpPr/>
          <p:nvPr/>
        </p:nvGrpSpPr>
        <p:grpSpPr>
          <a:xfrm>
            <a:off x="3675240" y="2789280"/>
            <a:ext cx="577440" cy="200520"/>
            <a:chOff x="3675240" y="2789280"/>
            <a:chExt cx="577440" cy="200520"/>
          </a:xfrm>
        </p:grpSpPr>
        <p:sp>
          <p:nvSpPr>
            <p:cNvPr id="3628" name=""/>
            <p:cNvSpPr/>
            <p:nvPr/>
          </p:nvSpPr>
          <p:spPr>
            <a:xfrm>
              <a:off x="3675240" y="280188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29" name=""/>
            <p:cNvSpPr/>
            <p:nvPr/>
          </p:nvSpPr>
          <p:spPr>
            <a:xfrm>
              <a:off x="3758040" y="278928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CAMBA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30" name=""/>
          <p:cNvGrpSpPr/>
          <p:nvPr/>
        </p:nvGrpSpPr>
        <p:grpSpPr>
          <a:xfrm>
            <a:off x="2511360" y="1778040"/>
            <a:ext cx="473760" cy="200520"/>
            <a:chOff x="2511360" y="1778040"/>
            <a:chExt cx="473760" cy="200520"/>
          </a:xfrm>
        </p:grpSpPr>
        <p:sp>
          <p:nvSpPr>
            <p:cNvPr id="3631" name=""/>
            <p:cNvSpPr/>
            <p:nvPr/>
          </p:nvSpPr>
          <p:spPr>
            <a:xfrm>
              <a:off x="2511360" y="17906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32" name=""/>
            <p:cNvSpPr/>
            <p:nvPr/>
          </p:nvSpPr>
          <p:spPr>
            <a:xfrm>
              <a:off x="2647440" y="17780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MIA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33" name=""/>
          <p:cNvGrpSpPr/>
          <p:nvPr/>
        </p:nvGrpSpPr>
        <p:grpSpPr>
          <a:xfrm>
            <a:off x="3659040" y="1576440"/>
            <a:ext cx="545760" cy="200520"/>
            <a:chOff x="3659040" y="1576440"/>
            <a:chExt cx="545760" cy="200520"/>
          </a:xfrm>
        </p:grpSpPr>
        <p:sp>
          <p:nvSpPr>
            <p:cNvPr id="3634" name=""/>
            <p:cNvSpPr/>
            <p:nvPr/>
          </p:nvSpPr>
          <p:spPr>
            <a:xfrm>
              <a:off x="3659040" y="158904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35" name=""/>
            <p:cNvSpPr/>
            <p:nvPr/>
          </p:nvSpPr>
          <p:spPr>
            <a:xfrm>
              <a:off x="3789360" y="1576440"/>
              <a:ext cx="4154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MIA-9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36" name=""/>
          <p:cNvGrpSpPr/>
          <p:nvPr/>
        </p:nvGrpSpPr>
        <p:grpSpPr>
          <a:xfrm>
            <a:off x="3056040" y="1832040"/>
            <a:ext cx="524520" cy="200520"/>
            <a:chOff x="3056040" y="1832040"/>
            <a:chExt cx="524520" cy="200520"/>
          </a:xfrm>
        </p:grpSpPr>
        <p:sp>
          <p:nvSpPr>
            <p:cNvPr id="3637" name=""/>
            <p:cNvSpPr/>
            <p:nvPr/>
          </p:nvSpPr>
          <p:spPr>
            <a:xfrm>
              <a:off x="3056040" y="18446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38" name=""/>
            <p:cNvSpPr/>
            <p:nvPr/>
          </p:nvSpPr>
          <p:spPr>
            <a:xfrm>
              <a:off x="3184920" y="1832040"/>
              <a:ext cx="395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CF24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39" name=""/>
          <p:cNvGrpSpPr/>
          <p:nvPr/>
        </p:nvGrpSpPr>
        <p:grpSpPr>
          <a:xfrm>
            <a:off x="2805120" y="1969920"/>
            <a:ext cx="494640" cy="200520"/>
            <a:chOff x="2805120" y="1969920"/>
            <a:chExt cx="494640" cy="200520"/>
          </a:xfrm>
        </p:grpSpPr>
        <p:sp>
          <p:nvSpPr>
            <p:cNvPr id="3640" name=""/>
            <p:cNvSpPr/>
            <p:nvPr/>
          </p:nvSpPr>
          <p:spPr>
            <a:xfrm>
              <a:off x="2805120" y="199404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41" name=""/>
            <p:cNvSpPr/>
            <p:nvPr/>
          </p:nvSpPr>
          <p:spPr>
            <a:xfrm>
              <a:off x="2913120" y="1969920"/>
              <a:ext cx="386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FF24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42" name=""/>
          <p:cNvGrpSpPr/>
          <p:nvPr/>
        </p:nvGrpSpPr>
        <p:grpSpPr>
          <a:xfrm>
            <a:off x="2457360" y="2143080"/>
            <a:ext cx="580680" cy="200520"/>
            <a:chOff x="2457360" y="2143080"/>
            <a:chExt cx="580680" cy="200520"/>
          </a:xfrm>
        </p:grpSpPr>
        <p:sp>
          <p:nvSpPr>
            <p:cNvPr id="3643" name=""/>
            <p:cNvSpPr/>
            <p:nvPr/>
          </p:nvSpPr>
          <p:spPr>
            <a:xfrm>
              <a:off x="2457360" y="2143080"/>
              <a:ext cx="12708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44" name=""/>
            <p:cNvSpPr/>
            <p:nvPr/>
          </p:nvSpPr>
          <p:spPr>
            <a:xfrm>
              <a:off x="2611800" y="214308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RW24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45" name=""/>
          <p:cNvGrpSpPr/>
          <p:nvPr/>
        </p:nvGrpSpPr>
        <p:grpSpPr>
          <a:xfrm>
            <a:off x="609480" y="5638680"/>
            <a:ext cx="479160" cy="200520"/>
            <a:chOff x="609480" y="5638680"/>
            <a:chExt cx="479160" cy="200520"/>
          </a:xfrm>
        </p:grpSpPr>
        <p:sp>
          <p:nvSpPr>
            <p:cNvPr id="3646" name=""/>
            <p:cNvSpPr/>
            <p:nvPr/>
          </p:nvSpPr>
          <p:spPr>
            <a:xfrm>
              <a:off x="609480" y="5644800"/>
              <a:ext cx="11448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47" name=""/>
            <p:cNvSpPr/>
            <p:nvPr/>
          </p:nvSpPr>
          <p:spPr>
            <a:xfrm>
              <a:off x="750960" y="5638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48" name=""/>
          <p:cNvGrpSpPr/>
          <p:nvPr/>
        </p:nvGrpSpPr>
        <p:grpSpPr>
          <a:xfrm>
            <a:off x="3581280" y="1066680"/>
            <a:ext cx="461520" cy="200520"/>
            <a:chOff x="3581280" y="1066680"/>
            <a:chExt cx="461520" cy="200520"/>
          </a:xfrm>
        </p:grpSpPr>
        <p:sp>
          <p:nvSpPr>
            <p:cNvPr id="3649" name=""/>
            <p:cNvSpPr/>
            <p:nvPr/>
          </p:nvSpPr>
          <p:spPr>
            <a:xfrm>
              <a:off x="3581280" y="108252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50" name=""/>
            <p:cNvSpPr/>
            <p:nvPr/>
          </p:nvSpPr>
          <p:spPr>
            <a:xfrm>
              <a:off x="3705120" y="1066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51" name=""/>
          <p:cNvGrpSpPr/>
          <p:nvPr/>
        </p:nvGrpSpPr>
        <p:grpSpPr>
          <a:xfrm>
            <a:off x="4091040" y="6039000"/>
            <a:ext cx="461520" cy="200520"/>
            <a:chOff x="4091040" y="6039000"/>
            <a:chExt cx="461520" cy="200520"/>
          </a:xfrm>
        </p:grpSpPr>
        <p:sp>
          <p:nvSpPr>
            <p:cNvPr id="3652" name=""/>
            <p:cNvSpPr/>
            <p:nvPr/>
          </p:nvSpPr>
          <p:spPr>
            <a:xfrm>
              <a:off x="4091040" y="60548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53" name=""/>
            <p:cNvSpPr/>
            <p:nvPr/>
          </p:nvSpPr>
          <p:spPr>
            <a:xfrm>
              <a:off x="4214880" y="6039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54" name=""/>
          <p:cNvGrpSpPr/>
          <p:nvPr/>
        </p:nvGrpSpPr>
        <p:grpSpPr>
          <a:xfrm>
            <a:off x="4114800" y="1828800"/>
            <a:ext cx="461880" cy="200520"/>
            <a:chOff x="4114800" y="1828800"/>
            <a:chExt cx="461880" cy="200520"/>
          </a:xfrm>
        </p:grpSpPr>
        <p:sp>
          <p:nvSpPr>
            <p:cNvPr id="3655" name=""/>
            <p:cNvSpPr/>
            <p:nvPr/>
          </p:nvSpPr>
          <p:spPr>
            <a:xfrm>
              <a:off x="4114800" y="18446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56" name=""/>
            <p:cNvSpPr/>
            <p:nvPr/>
          </p:nvSpPr>
          <p:spPr>
            <a:xfrm>
              <a:off x="4239000" y="1828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57" name=""/>
          <p:cNvGrpSpPr/>
          <p:nvPr/>
        </p:nvGrpSpPr>
        <p:grpSpPr>
          <a:xfrm>
            <a:off x="2590920" y="4114800"/>
            <a:ext cx="461160" cy="200520"/>
            <a:chOff x="2590920" y="4114800"/>
            <a:chExt cx="461160" cy="200520"/>
          </a:xfrm>
        </p:grpSpPr>
        <p:sp>
          <p:nvSpPr>
            <p:cNvPr id="3658" name=""/>
            <p:cNvSpPr/>
            <p:nvPr/>
          </p:nvSpPr>
          <p:spPr>
            <a:xfrm>
              <a:off x="2590920" y="412920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59" name=""/>
            <p:cNvSpPr/>
            <p:nvPr/>
          </p:nvSpPr>
          <p:spPr>
            <a:xfrm>
              <a:off x="2714400" y="4114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60" name=""/>
          <p:cNvGrpSpPr/>
          <p:nvPr/>
        </p:nvGrpSpPr>
        <p:grpSpPr>
          <a:xfrm>
            <a:off x="5867280" y="1447920"/>
            <a:ext cx="461520" cy="200520"/>
            <a:chOff x="5867280" y="1447920"/>
            <a:chExt cx="461520" cy="200520"/>
          </a:xfrm>
        </p:grpSpPr>
        <p:sp>
          <p:nvSpPr>
            <p:cNvPr id="3661" name=""/>
            <p:cNvSpPr/>
            <p:nvPr/>
          </p:nvSpPr>
          <p:spPr>
            <a:xfrm>
              <a:off x="5867280" y="14637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62" name=""/>
            <p:cNvSpPr/>
            <p:nvPr/>
          </p:nvSpPr>
          <p:spPr>
            <a:xfrm>
              <a:off x="5991120" y="1447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63" name=""/>
          <p:cNvGrpSpPr/>
          <p:nvPr/>
        </p:nvGrpSpPr>
        <p:grpSpPr>
          <a:xfrm>
            <a:off x="2590920" y="5791320"/>
            <a:ext cx="461160" cy="200520"/>
            <a:chOff x="2590920" y="5791320"/>
            <a:chExt cx="461160" cy="200520"/>
          </a:xfrm>
        </p:grpSpPr>
        <p:sp>
          <p:nvSpPr>
            <p:cNvPr id="3664" name=""/>
            <p:cNvSpPr/>
            <p:nvPr/>
          </p:nvSpPr>
          <p:spPr>
            <a:xfrm>
              <a:off x="2590920" y="580536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65" name=""/>
            <p:cNvSpPr/>
            <p:nvPr/>
          </p:nvSpPr>
          <p:spPr>
            <a:xfrm>
              <a:off x="2714400" y="5791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66" name=""/>
          <p:cNvGrpSpPr/>
          <p:nvPr/>
        </p:nvGrpSpPr>
        <p:grpSpPr>
          <a:xfrm>
            <a:off x="6168960" y="3859200"/>
            <a:ext cx="460080" cy="200520"/>
            <a:chOff x="6168960" y="3859200"/>
            <a:chExt cx="460080" cy="200520"/>
          </a:xfrm>
        </p:grpSpPr>
        <p:sp>
          <p:nvSpPr>
            <p:cNvPr id="3667" name=""/>
            <p:cNvSpPr/>
            <p:nvPr/>
          </p:nvSpPr>
          <p:spPr>
            <a:xfrm>
              <a:off x="6168960" y="387360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68" name=""/>
            <p:cNvSpPr/>
            <p:nvPr/>
          </p:nvSpPr>
          <p:spPr>
            <a:xfrm>
              <a:off x="6291360" y="3859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69" name=""/>
          <p:cNvGrpSpPr/>
          <p:nvPr/>
        </p:nvGrpSpPr>
        <p:grpSpPr>
          <a:xfrm>
            <a:off x="1631880" y="835200"/>
            <a:ext cx="460080" cy="200520"/>
            <a:chOff x="1631880" y="835200"/>
            <a:chExt cx="460080" cy="200520"/>
          </a:xfrm>
        </p:grpSpPr>
        <p:sp>
          <p:nvSpPr>
            <p:cNvPr id="3670" name=""/>
            <p:cNvSpPr/>
            <p:nvPr/>
          </p:nvSpPr>
          <p:spPr>
            <a:xfrm>
              <a:off x="1631880" y="851040"/>
              <a:ext cx="9540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71" name=""/>
            <p:cNvSpPr/>
            <p:nvPr/>
          </p:nvSpPr>
          <p:spPr>
            <a:xfrm>
              <a:off x="1754280" y="835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72" name=""/>
          <p:cNvGrpSpPr/>
          <p:nvPr/>
        </p:nvGrpSpPr>
        <p:grpSpPr>
          <a:xfrm>
            <a:off x="7407360" y="4316400"/>
            <a:ext cx="461520" cy="200520"/>
            <a:chOff x="7407360" y="4316400"/>
            <a:chExt cx="461520" cy="200520"/>
          </a:xfrm>
        </p:grpSpPr>
        <p:sp>
          <p:nvSpPr>
            <p:cNvPr id="3673" name=""/>
            <p:cNvSpPr/>
            <p:nvPr/>
          </p:nvSpPr>
          <p:spPr>
            <a:xfrm>
              <a:off x="7407360" y="4332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74" name=""/>
            <p:cNvSpPr/>
            <p:nvPr/>
          </p:nvSpPr>
          <p:spPr>
            <a:xfrm>
              <a:off x="7531200" y="4316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75" name=""/>
          <p:cNvGrpSpPr/>
          <p:nvPr/>
        </p:nvGrpSpPr>
        <p:grpSpPr>
          <a:xfrm>
            <a:off x="5357880" y="6029280"/>
            <a:ext cx="460080" cy="200520"/>
            <a:chOff x="5357880" y="6029280"/>
            <a:chExt cx="460080" cy="200520"/>
          </a:xfrm>
        </p:grpSpPr>
        <p:sp>
          <p:nvSpPr>
            <p:cNvPr id="3676" name=""/>
            <p:cNvSpPr/>
            <p:nvPr/>
          </p:nvSpPr>
          <p:spPr>
            <a:xfrm>
              <a:off x="5357880" y="604512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77" name=""/>
            <p:cNvSpPr/>
            <p:nvPr/>
          </p:nvSpPr>
          <p:spPr>
            <a:xfrm>
              <a:off x="5480280" y="6029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78" name=""/>
          <p:cNvGrpSpPr/>
          <p:nvPr/>
        </p:nvGrpSpPr>
        <p:grpSpPr>
          <a:xfrm>
            <a:off x="7010280" y="2819520"/>
            <a:ext cx="461520" cy="200520"/>
            <a:chOff x="7010280" y="2819520"/>
            <a:chExt cx="461520" cy="200520"/>
          </a:xfrm>
        </p:grpSpPr>
        <p:sp>
          <p:nvSpPr>
            <p:cNvPr id="3679" name=""/>
            <p:cNvSpPr/>
            <p:nvPr/>
          </p:nvSpPr>
          <p:spPr>
            <a:xfrm>
              <a:off x="7010280" y="28353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80" name=""/>
            <p:cNvSpPr/>
            <p:nvPr/>
          </p:nvSpPr>
          <p:spPr>
            <a:xfrm>
              <a:off x="7134120" y="2819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81" name=""/>
          <p:cNvGrpSpPr/>
          <p:nvPr/>
        </p:nvGrpSpPr>
        <p:grpSpPr>
          <a:xfrm>
            <a:off x="5105520" y="609480"/>
            <a:ext cx="460080" cy="200520"/>
            <a:chOff x="5105520" y="609480"/>
            <a:chExt cx="460080" cy="200520"/>
          </a:xfrm>
        </p:grpSpPr>
        <p:sp>
          <p:nvSpPr>
            <p:cNvPr id="3682" name=""/>
            <p:cNvSpPr/>
            <p:nvPr/>
          </p:nvSpPr>
          <p:spPr>
            <a:xfrm>
              <a:off x="5105520" y="6238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83" name=""/>
            <p:cNvSpPr/>
            <p:nvPr/>
          </p:nvSpPr>
          <p:spPr>
            <a:xfrm>
              <a:off x="5227920" y="609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84" name=""/>
          <p:cNvGrpSpPr/>
          <p:nvPr/>
        </p:nvGrpSpPr>
        <p:grpSpPr>
          <a:xfrm>
            <a:off x="1905120" y="2819520"/>
            <a:ext cx="461520" cy="200520"/>
            <a:chOff x="1905120" y="2819520"/>
            <a:chExt cx="461520" cy="200520"/>
          </a:xfrm>
        </p:grpSpPr>
        <p:sp>
          <p:nvSpPr>
            <p:cNvPr id="3685" name=""/>
            <p:cNvSpPr/>
            <p:nvPr/>
          </p:nvSpPr>
          <p:spPr>
            <a:xfrm>
              <a:off x="1905120" y="283536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86" name=""/>
            <p:cNvSpPr/>
            <p:nvPr/>
          </p:nvSpPr>
          <p:spPr>
            <a:xfrm>
              <a:off x="2028960" y="2819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87" name=""/>
          <p:cNvGrpSpPr/>
          <p:nvPr/>
        </p:nvGrpSpPr>
        <p:grpSpPr>
          <a:xfrm>
            <a:off x="3708360" y="4746600"/>
            <a:ext cx="461880" cy="200520"/>
            <a:chOff x="3708360" y="4746600"/>
            <a:chExt cx="461880" cy="200520"/>
          </a:xfrm>
        </p:grpSpPr>
        <p:sp>
          <p:nvSpPr>
            <p:cNvPr id="3688" name=""/>
            <p:cNvSpPr/>
            <p:nvPr/>
          </p:nvSpPr>
          <p:spPr>
            <a:xfrm>
              <a:off x="3708360" y="47624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89" name=""/>
            <p:cNvSpPr/>
            <p:nvPr/>
          </p:nvSpPr>
          <p:spPr>
            <a:xfrm>
              <a:off x="3832560" y="4746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90" name=""/>
          <p:cNvGrpSpPr/>
          <p:nvPr/>
        </p:nvGrpSpPr>
        <p:grpSpPr>
          <a:xfrm>
            <a:off x="1066680" y="4114800"/>
            <a:ext cx="461880" cy="200520"/>
            <a:chOff x="1066680" y="4114800"/>
            <a:chExt cx="461880" cy="200520"/>
          </a:xfrm>
        </p:grpSpPr>
        <p:sp>
          <p:nvSpPr>
            <p:cNvPr id="3691" name=""/>
            <p:cNvSpPr/>
            <p:nvPr/>
          </p:nvSpPr>
          <p:spPr>
            <a:xfrm>
              <a:off x="1066680" y="41292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92" name=""/>
            <p:cNvSpPr/>
            <p:nvPr/>
          </p:nvSpPr>
          <p:spPr>
            <a:xfrm>
              <a:off x="1190880" y="4114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93" name=""/>
          <p:cNvGrpSpPr/>
          <p:nvPr/>
        </p:nvGrpSpPr>
        <p:grpSpPr>
          <a:xfrm>
            <a:off x="7924680" y="609480"/>
            <a:ext cx="460080" cy="200520"/>
            <a:chOff x="7924680" y="609480"/>
            <a:chExt cx="460080" cy="200520"/>
          </a:xfrm>
        </p:grpSpPr>
        <p:sp>
          <p:nvSpPr>
            <p:cNvPr id="3694" name=""/>
            <p:cNvSpPr/>
            <p:nvPr/>
          </p:nvSpPr>
          <p:spPr>
            <a:xfrm>
              <a:off x="7924680" y="62388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95" name=""/>
            <p:cNvSpPr/>
            <p:nvPr/>
          </p:nvSpPr>
          <p:spPr>
            <a:xfrm>
              <a:off x="8047080" y="609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96" name=""/>
          <p:cNvGrpSpPr/>
          <p:nvPr/>
        </p:nvGrpSpPr>
        <p:grpSpPr>
          <a:xfrm>
            <a:off x="4921200" y="2593800"/>
            <a:ext cx="460080" cy="200520"/>
            <a:chOff x="4921200" y="2593800"/>
            <a:chExt cx="460080" cy="200520"/>
          </a:xfrm>
        </p:grpSpPr>
        <p:sp>
          <p:nvSpPr>
            <p:cNvPr id="3697" name=""/>
            <p:cNvSpPr/>
            <p:nvPr/>
          </p:nvSpPr>
          <p:spPr>
            <a:xfrm>
              <a:off x="4921200" y="261000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98" name=""/>
            <p:cNvSpPr/>
            <p:nvPr/>
          </p:nvSpPr>
          <p:spPr>
            <a:xfrm>
              <a:off x="5043600" y="2593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99" name=""/>
          <p:cNvGrpSpPr/>
          <p:nvPr/>
        </p:nvGrpSpPr>
        <p:grpSpPr>
          <a:xfrm>
            <a:off x="5256360" y="4827600"/>
            <a:ext cx="460080" cy="200520"/>
            <a:chOff x="5256360" y="4827600"/>
            <a:chExt cx="460080" cy="200520"/>
          </a:xfrm>
        </p:grpSpPr>
        <p:sp>
          <p:nvSpPr>
            <p:cNvPr id="3700" name=""/>
            <p:cNvSpPr/>
            <p:nvPr/>
          </p:nvSpPr>
          <p:spPr>
            <a:xfrm>
              <a:off x="5256360" y="484200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01" name=""/>
            <p:cNvSpPr/>
            <p:nvPr/>
          </p:nvSpPr>
          <p:spPr>
            <a:xfrm>
              <a:off x="5378760" y="48276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02" name=""/>
          <p:cNvGrpSpPr/>
          <p:nvPr/>
        </p:nvGrpSpPr>
        <p:grpSpPr>
          <a:xfrm>
            <a:off x="7362720" y="6058080"/>
            <a:ext cx="461880" cy="200520"/>
            <a:chOff x="7362720" y="6058080"/>
            <a:chExt cx="461880" cy="200520"/>
          </a:xfrm>
        </p:grpSpPr>
        <p:sp>
          <p:nvSpPr>
            <p:cNvPr id="3703" name=""/>
            <p:cNvSpPr/>
            <p:nvPr/>
          </p:nvSpPr>
          <p:spPr>
            <a:xfrm>
              <a:off x="7362720" y="607392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04" name=""/>
            <p:cNvSpPr/>
            <p:nvPr/>
          </p:nvSpPr>
          <p:spPr>
            <a:xfrm>
              <a:off x="7486920" y="6058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705" name="Oval 3704"/>
          <p:cNvSpPr/>
          <p:nvPr/>
        </p:nvSpPr>
        <p:spPr>
          <a:xfrm>
            <a:off x="3007526" y="1596775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6" name="Oval 3705"/>
          <p:cNvSpPr/>
          <p:nvPr/>
        </p:nvSpPr>
        <p:spPr>
          <a:xfrm>
            <a:off x="3037526" y="162677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3707" name="Rounded Rectangle 3706"/>
          <p:cNvSpPr/>
          <p:nvPr/>
        </p:nvSpPr>
        <p:spPr>
          <a:xfrm>
            <a:off x="3215526" y="161427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3708" name="Oval 3707"/>
          <p:cNvSpPr/>
          <p:nvPr/>
        </p:nvSpPr>
        <p:spPr>
          <a:xfrm>
            <a:off x="2529366" y="1363451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9" name="Oval 3708"/>
          <p:cNvSpPr/>
          <p:nvPr/>
        </p:nvSpPr>
        <p:spPr>
          <a:xfrm>
            <a:off x="2559366" y="1393451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3710" name="Rounded Rectangle 3709"/>
          <p:cNvSpPr/>
          <p:nvPr/>
        </p:nvSpPr>
        <p:spPr>
          <a:xfrm>
            <a:off x="2737366" y="1380951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3711" name="Oval 3710"/>
          <p:cNvSpPr/>
          <p:nvPr/>
        </p:nvSpPr>
        <p:spPr>
          <a:xfrm>
            <a:off x="7093618" y="562341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2" name="Oval 3711"/>
          <p:cNvSpPr/>
          <p:nvPr/>
        </p:nvSpPr>
        <p:spPr>
          <a:xfrm>
            <a:off x="7123618" y="565341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3713" name="Rounded Rectangle 3712"/>
          <p:cNvSpPr/>
          <p:nvPr/>
        </p:nvSpPr>
        <p:spPr>
          <a:xfrm>
            <a:off x="7301618" y="564091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3714" name="Oval 3713"/>
          <p:cNvSpPr/>
          <p:nvPr/>
        </p:nvSpPr>
        <p:spPr>
          <a:xfrm>
            <a:off x="7528309" y="613635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5" name="Oval 3714"/>
          <p:cNvSpPr/>
          <p:nvPr/>
        </p:nvSpPr>
        <p:spPr>
          <a:xfrm>
            <a:off x="7558309" y="616635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3716" name="Rounded Rectangle 3715"/>
          <p:cNvSpPr/>
          <p:nvPr/>
        </p:nvSpPr>
        <p:spPr>
          <a:xfrm>
            <a:off x="7736309" y="615385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</a:t>
            </a:r>
          </a:p>
        </p:txBody>
      </p:sp>
      <p:sp>
        <p:nvSpPr>
          <p:cNvPr id="3717" name="Oval 3716"/>
          <p:cNvSpPr/>
          <p:nvPr/>
        </p:nvSpPr>
        <p:spPr>
          <a:xfrm>
            <a:off x="8093406" y="638300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8" name="Oval 3717"/>
          <p:cNvSpPr/>
          <p:nvPr/>
        </p:nvSpPr>
        <p:spPr>
          <a:xfrm>
            <a:off x="8123406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3719" name="Rounded Rectangle 3718"/>
          <p:cNvSpPr/>
          <p:nvPr/>
        </p:nvSpPr>
        <p:spPr>
          <a:xfrm>
            <a:off x="8301406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</a:t>
            </a:r>
          </a:p>
        </p:txBody>
      </p:sp>
      <p:sp>
        <p:nvSpPr>
          <p:cNvPr id="3720" name="Oval 3719"/>
          <p:cNvSpPr/>
          <p:nvPr/>
        </p:nvSpPr>
        <p:spPr>
          <a:xfrm>
            <a:off x="7093618" y="184474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1" name="Oval 3720"/>
          <p:cNvSpPr/>
          <p:nvPr/>
        </p:nvSpPr>
        <p:spPr>
          <a:xfrm>
            <a:off x="7123618" y="187474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3722" name="Rounded Rectangle 3721"/>
          <p:cNvSpPr/>
          <p:nvPr/>
        </p:nvSpPr>
        <p:spPr>
          <a:xfrm>
            <a:off x="7301618" y="186224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</a:t>
            </a:r>
          </a:p>
        </p:txBody>
      </p:sp>
      <p:sp>
        <p:nvSpPr>
          <p:cNvPr id="3723" name="Oval 3722"/>
          <p:cNvSpPr/>
          <p:nvPr/>
        </p:nvSpPr>
        <p:spPr>
          <a:xfrm>
            <a:off x="90000" y="2232832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4" name="Oval 3723"/>
          <p:cNvSpPr/>
          <p:nvPr/>
        </p:nvSpPr>
        <p:spPr>
          <a:xfrm>
            <a:off x="120000" y="226283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3725" name="Rounded Rectangle 3724"/>
          <p:cNvSpPr/>
          <p:nvPr/>
        </p:nvSpPr>
        <p:spPr>
          <a:xfrm>
            <a:off x="298000" y="225033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3726" name="Oval 3725"/>
          <p:cNvSpPr/>
          <p:nvPr/>
        </p:nvSpPr>
        <p:spPr>
          <a:xfrm>
            <a:off x="90000" y="2546679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7" name="Oval 3726"/>
          <p:cNvSpPr/>
          <p:nvPr/>
        </p:nvSpPr>
        <p:spPr>
          <a:xfrm>
            <a:off x="120000" y="257667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3728" name="Rounded Rectangle 3727"/>
          <p:cNvSpPr/>
          <p:nvPr/>
        </p:nvSpPr>
        <p:spPr>
          <a:xfrm>
            <a:off x="298000" y="256417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3729" name="Rounded Rectangle 3728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V65, V66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5" name=""/>
          <p:cNvSpPr/>
          <p:nvPr/>
        </p:nvSpPr>
        <p:spPr>
          <a:xfrm>
            <a:off x="3110760" y="50760"/>
            <a:ext cx="292248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38: UUWW | RWY 19 | STAR DR19A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6" name=""/>
          <p:cNvSpPr/>
          <p:nvPr/>
        </p:nvSpPr>
        <p:spPr>
          <a:xfrm flipH="1" flipV="1">
            <a:off x="3897360" y="2922480"/>
            <a:ext cx="1650960" cy="24480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7" name=""/>
          <p:cNvSpPr/>
          <p:nvPr/>
        </p:nvSpPr>
        <p:spPr>
          <a:xfrm flipH="1" flipV="1">
            <a:off x="3595680" y="2244240"/>
            <a:ext cx="301680" cy="677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8" name=""/>
          <p:cNvSpPr/>
          <p:nvPr/>
        </p:nvSpPr>
        <p:spPr>
          <a:xfrm flipV="1">
            <a:off x="3595680" y="1639800"/>
            <a:ext cx="1139760" cy="6048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9" name=""/>
          <p:cNvSpPr/>
          <p:nvPr/>
        </p:nvSpPr>
        <p:spPr>
          <a:xfrm>
            <a:off x="4735440" y="1639800"/>
            <a:ext cx="287280" cy="200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0" name=""/>
          <p:cNvSpPr/>
          <p:nvPr/>
        </p:nvSpPr>
        <p:spPr>
          <a:xfrm>
            <a:off x="5022720" y="1839960"/>
            <a:ext cx="87480" cy="5540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1" name=""/>
          <p:cNvSpPr/>
          <p:nvPr/>
        </p:nvSpPr>
        <p:spPr>
          <a:xfrm flipH="1">
            <a:off x="5070600" y="2394000"/>
            <a:ext cx="39600" cy="2188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2" name=""/>
          <p:cNvSpPr/>
          <p:nvPr/>
        </p:nvSpPr>
        <p:spPr>
          <a:xfrm flipH="1">
            <a:off x="4974840" y="2612880"/>
            <a:ext cx="95400" cy="4129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713" name=""/>
          <p:cNvGrpSpPr/>
          <p:nvPr/>
        </p:nvGrpSpPr>
        <p:grpSpPr>
          <a:xfrm>
            <a:off x="5484960" y="5307120"/>
            <a:ext cx="547920" cy="200520"/>
            <a:chOff x="5484960" y="5307120"/>
            <a:chExt cx="547920" cy="200520"/>
          </a:xfrm>
        </p:grpSpPr>
        <p:sp>
          <p:nvSpPr>
            <p:cNvPr id="3714" name=""/>
            <p:cNvSpPr/>
            <p:nvPr/>
          </p:nvSpPr>
          <p:spPr>
            <a:xfrm>
              <a:off x="5484960" y="5307120"/>
              <a:ext cx="126720" cy="12672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15" name=""/>
            <p:cNvSpPr/>
            <p:nvPr/>
          </p:nvSpPr>
          <p:spPr>
            <a:xfrm>
              <a:off x="5597640" y="5307120"/>
              <a:ext cx="435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DRNB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16" name=""/>
          <p:cNvGrpSpPr/>
          <p:nvPr/>
        </p:nvGrpSpPr>
        <p:grpSpPr>
          <a:xfrm>
            <a:off x="3846600" y="2859120"/>
            <a:ext cx="582120" cy="200520"/>
            <a:chOff x="3846600" y="2859120"/>
            <a:chExt cx="582120" cy="200520"/>
          </a:xfrm>
        </p:grpSpPr>
        <p:sp>
          <p:nvSpPr>
            <p:cNvPr id="3717" name=""/>
            <p:cNvSpPr/>
            <p:nvPr/>
          </p:nvSpPr>
          <p:spPr>
            <a:xfrm>
              <a:off x="3846600" y="28717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18" name=""/>
            <p:cNvSpPr/>
            <p:nvPr/>
          </p:nvSpPr>
          <p:spPr>
            <a:xfrm>
              <a:off x="3925080" y="2859120"/>
              <a:ext cx="503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GOTMA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19" name=""/>
          <p:cNvGrpSpPr/>
          <p:nvPr/>
        </p:nvGrpSpPr>
        <p:grpSpPr>
          <a:xfrm>
            <a:off x="3554280" y="2181240"/>
            <a:ext cx="532800" cy="200520"/>
            <a:chOff x="3554280" y="2181240"/>
            <a:chExt cx="532800" cy="200520"/>
          </a:xfrm>
        </p:grpSpPr>
        <p:sp>
          <p:nvSpPr>
            <p:cNvPr id="3720" name=""/>
            <p:cNvSpPr/>
            <p:nvPr/>
          </p:nvSpPr>
          <p:spPr>
            <a:xfrm>
              <a:off x="3554280" y="220500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21" name=""/>
            <p:cNvSpPr/>
            <p:nvPr/>
          </p:nvSpPr>
          <p:spPr>
            <a:xfrm>
              <a:off x="3641040" y="218124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054KS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22" name=""/>
          <p:cNvGrpSpPr/>
          <p:nvPr/>
        </p:nvGrpSpPr>
        <p:grpSpPr>
          <a:xfrm>
            <a:off x="4684680" y="1576440"/>
            <a:ext cx="549000" cy="200520"/>
            <a:chOff x="4684680" y="1576440"/>
            <a:chExt cx="549000" cy="200520"/>
          </a:xfrm>
        </p:grpSpPr>
        <p:sp>
          <p:nvSpPr>
            <p:cNvPr id="3723" name=""/>
            <p:cNvSpPr/>
            <p:nvPr/>
          </p:nvSpPr>
          <p:spPr>
            <a:xfrm>
              <a:off x="4684680" y="15890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24" name=""/>
            <p:cNvSpPr/>
            <p:nvPr/>
          </p:nvSpPr>
          <p:spPr>
            <a:xfrm>
              <a:off x="4813560" y="1576440"/>
              <a:ext cx="4201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KSNB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25" name=""/>
          <p:cNvGrpSpPr/>
          <p:nvPr/>
        </p:nvGrpSpPr>
        <p:grpSpPr>
          <a:xfrm>
            <a:off x="4971960" y="1776240"/>
            <a:ext cx="574560" cy="200520"/>
            <a:chOff x="4971960" y="1776240"/>
            <a:chExt cx="574560" cy="200520"/>
          </a:xfrm>
        </p:grpSpPr>
        <p:sp>
          <p:nvSpPr>
            <p:cNvPr id="3726" name=""/>
            <p:cNvSpPr/>
            <p:nvPr/>
          </p:nvSpPr>
          <p:spPr>
            <a:xfrm>
              <a:off x="4971960" y="17892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27" name=""/>
            <p:cNvSpPr/>
            <p:nvPr/>
          </p:nvSpPr>
          <p:spPr>
            <a:xfrm>
              <a:off x="5100480" y="177624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180SX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28" name=""/>
          <p:cNvGrpSpPr/>
          <p:nvPr/>
        </p:nvGrpSpPr>
        <p:grpSpPr>
          <a:xfrm>
            <a:off x="5059440" y="2330280"/>
            <a:ext cx="569160" cy="200520"/>
            <a:chOff x="5059440" y="2330280"/>
            <a:chExt cx="569160" cy="200520"/>
          </a:xfrm>
        </p:grpSpPr>
        <p:sp>
          <p:nvSpPr>
            <p:cNvPr id="3729" name=""/>
            <p:cNvSpPr/>
            <p:nvPr/>
          </p:nvSpPr>
          <p:spPr>
            <a:xfrm>
              <a:off x="5059440" y="23432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30" name=""/>
            <p:cNvSpPr/>
            <p:nvPr/>
          </p:nvSpPr>
          <p:spPr>
            <a:xfrm>
              <a:off x="5188680" y="2330280"/>
              <a:ext cx="4399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D1690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31" name=""/>
          <p:cNvGrpSpPr/>
          <p:nvPr/>
        </p:nvGrpSpPr>
        <p:grpSpPr>
          <a:xfrm>
            <a:off x="5019840" y="2549520"/>
            <a:ext cx="544680" cy="200520"/>
            <a:chOff x="5019840" y="2549520"/>
            <a:chExt cx="544680" cy="200520"/>
          </a:xfrm>
        </p:grpSpPr>
        <p:sp>
          <p:nvSpPr>
            <p:cNvPr id="3732" name=""/>
            <p:cNvSpPr/>
            <p:nvPr/>
          </p:nvSpPr>
          <p:spPr>
            <a:xfrm>
              <a:off x="5019840" y="256212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33" name=""/>
            <p:cNvSpPr/>
            <p:nvPr/>
          </p:nvSpPr>
          <p:spPr>
            <a:xfrm>
              <a:off x="5149080" y="2549520"/>
              <a:ext cx="4154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89ITA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34" name=""/>
          <p:cNvGrpSpPr/>
          <p:nvPr/>
        </p:nvGrpSpPr>
        <p:grpSpPr>
          <a:xfrm>
            <a:off x="4911840" y="2962440"/>
            <a:ext cx="580320" cy="200520"/>
            <a:chOff x="4911840" y="2962440"/>
            <a:chExt cx="580320" cy="200520"/>
          </a:xfrm>
        </p:grpSpPr>
        <p:sp>
          <p:nvSpPr>
            <p:cNvPr id="3735" name=""/>
            <p:cNvSpPr/>
            <p:nvPr/>
          </p:nvSpPr>
          <p:spPr>
            <a:xfrm>
              <a:off x="4911840" y="2962440"/>
              <a:ext cx="126720" cy="12672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200" bIns="43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36" name=""/>
            <p:cNvSpPr/>
            <p:nvPr/>
          </p:nvSpPr>
          <p:spPr>
            <a:xfrm>
              <a:off x="5065920" y="296244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RW19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37" name=""/>
          <p:cNvGrpSpPr/>
          <p:nvPr/>
        </p:nvGrpSpPr>
        <p:grpSpPr>
          <a:xfrm>
            <a:off x="1676520" y="3581280"/>
            <a:ext cx="479160" cy="200520"/>
            <a:chOff x="1676520" y="3581280"/>
            <a:chExt cx="479160" cy="200520"/>
          </a:xfrm>
        </p:grpSpPr>
        <p:sp>
          <p:nvSpPr>
            <p:cNvPr id="3738" name=""/>
            <p:cNvSpPr/>
            <p:nvPr/>
          </p:nvSpPr>
          <p:spPr>
            <a:xfrm>
              <a:off x="1676520" y="3587400"/>
              <a:ext cx="114120" cy="114480"/>
            </a:xfrm>
            <a:prstGeom prst="ellipse">
              <a:avLst/>
            </a:prstGeom>
            <a:solidFill>
              <a:srgbClr val="8c40bf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34560" bIns="34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39" name=""/>
            <p:cNvSpPr/>
            <p:nvPr/>
          </p:nvSpPr>
          <p:spPr>
            <a:xfrm>
              <a:off x="1818000" y="3581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40" name=""/>
          <p:cNvGrpSpPr/>
          <p:nvPr/>
        </p:nvGrpSpPr>
        <p:grpSpPr>
          <a:xfrm>
            <a:off x="380880" y="3276720"/>
            <a:ext cx="461880" cy="200520"/>
            <a:chOff x="380880" y="3276720"/>
            <a:chExt cx="461880" cy="200520"/>
          </a:xfrm>
        </p:grpSpPr>
        <p:sp>
          <p:nvSpPr>
            <p:cNvPr id="3741" name=""/>
            <p:cNvSpPr/>
            <p:nvPr/>
          </p:nvSpPr>
          <p:spPr>
            <a:xfrm>
              <a:off x="380880" y="32925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42" name=""/>
            <p:cNvSpPr/>
            <p:nvPr/>
          </p:nvSpPr>
          <p:spPr>
            <a:xfrm>
              <a:off x="505080" y="3276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43" name=""/>
          <p:cNvGrpSpPr/>
          <p:nvPr/>
        </p:nvGrpSpPr>
        <p:grpSpPr>
          <a:xfrm>
            <a:off x="1905120" y="762120"/>
            <a:ext cx="461520" cy="200520"/>
            <a:chOff x="1905120" y="762120"/>
            <a:chExt cx="461520" cy="200520"/>
          </a:xfrm>
        </p:grpSpPr>
        <p:sp>
          <p:nvSpPr>
            <p:cNvPr id="3744" name=""/>
            <p:cNvSpPr/>
            <p:nvPr/>
          </p:nvSpPr>
          <p:spPr>
            <a:xfrm>
              <a:off x="1905120" y="7765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45" name=""/>
            <p:cNvSpPr/>
            <p:nvPr/>
          </p:nvSpPr>
          <p:spPr>
            <a:xfrm>
              <a:off x="2028960" y="762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46" name=""/>
          <p:cNvGrpSpPr/>
          <p:nvPr/>
        </p:nvGrpSpPr>
        <p:grpSpPr>
          <a:xfrm>
            <a:off x="5867280" y="2590920"/>
            <a:ext cx="460080" cy="200520"/>
            <a:chOff x="5867280" y="2590920"/>
            <a:chExt cx="460080" cy="200520"/>
          </a:xfrm>
        </p:grpSpPr>
        <p:sp>
          <p:nvSpPr>
            <p:cNvPr id="3747" name=""/>
            <p:cNvSpPr/>
            <p:nvPr/>
          </p:nvSpPr>
          <p:spPr>
            <a:xfrm>
              <a:off x="5867280" y="26067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48" name=""/>
            <p:cNvSpPr/>
            <p:nvPr/>
          </p:nvSpPr>
          <p:spPr>
            <a:xfrm>
              <a:off x="5989680" y="2590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49" name=""/>
          <p:cNvGrpSpPr/>
          <p:nvPr/>
        </p:nvGrpSpPr>
        <p:grpSpPr>
          <a:xfrm>
            <a:off x="4876920" y="6324480"/>
            <a:ext cx="461160" cy="200520"/>
            <a:chOff x="4876920" y="6324480"/>
            <a:chExt cx="461160" cy="200520"/>
          </a:xfrm>
        </p:grpSpPr>
        <p:sp>
          <p:nvSpPr>
            <p:cNvPr id="3750" name=""/>
            <p:cNvSpPr/>
            <p:nvPr/>
          </p:nvSpPr>
          <p:spPr>
            <a:xfrm>
              <a:off x="4876920" y="634032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51" name=""/>
            <p:cNvSpPr/>
            <p:nvPr/>
          </p:nvSpPr>
          <p:spPr>
            <a:xfrm>
              <a:off x="5000400" y="6324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52" name=""/>
          <p:cNvGrpSpPr/>
          <p:nvPr/>
        </p:nvGrpSpPr>
        <p:grpSpPr>
          <a:xfrm>
            <a:off x="5334120" y="3581280"/>
            <a:ext cx="461160" cy="200520"/>
            <a:chOff x="5334120" y="3581280"/>
            <a:chExt cx="461160" cy="200520"/>
          </a:xfrm>
        </p:grpSpPr>
        <p:sp>
          <p:nvSpPr>
            <p:cNvPr id="3753" name=""/>
            <p:cNvSpPr/>
            <p:nvPr/>
          </p:nvSpPr>
          <p:spPr>
            <a:xfrm>
              <a:off x="5334120" y="359568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54" name=""/>
            <p:cNvSpPr/>
            <p:nvPr/>
          </p:nvSpPr>
          <p:spPr>
            <a:xfrm>
              <a:off x="5457600" y="3581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55" name=""/>
          <p:cNvGrpSpPr/>
          <p:nvPr/>
        </p:nvGrpSpPr>
        <p:grpSpPr>
          <a:xfrm>
            <a:off x="7543800" y="2209680"/>
            <a:ext cx="459720" cy="200520"/>
            <a:chOff x="7543800" y="2209680"/>
            <a:chExt cx="459720" cy="200520"/>
          </a:xfrm>
        </p:grpSpPr>
        <p:sp>
          <p:nvSpPr>
            <p:cNvPr id="3756" name=""/>
            <p:cNvSpPr/>
            <p:nvPr/>
          </p:nvSpPr>
          <p:spPr>
            <a:xfrm>
              <a:off x="7543800" y="2225520"/>
              <a:ext cx="95040" cy="9540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240" bIns="21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57" name=""/>
            <p:cNvSpPr/>
            <p:nvPr/>
          </p:nvSpPr>
          <p:spPr>
            <a:xfrm>
              <a:off x="7665840" y="2209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58" name=""/>
          <p:cNvGrpSpPr/>
          <p:nvPr/>
        </p:nvGrpSpPr>
        <p:grpSpPr>
          <a:xfrm>
            <a:off x="2286000" y="4952880"/>
            <a:ext cx="461880" cy="200520"/>
            <a:chOff x="2286000" y="4952880"/>
            <a:chExt cx="461880" cy="200520"/>
          </a:xfrm>
        </p:grpSpPr>
        <p:sp>
          <p:nvSpPr>
            <p:cNvPr id="3759" name=""/>
            <p:cNvSpPr/>
            <p:nvPr/>
          </p:nvSpPr>
          <p:spPr>
            <a:xfrm>
              <a:off x="2286000" y="4968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60" name=""/>
            <p:cNvSpPr/>
            <p:nvPr/>
          </p:nvSpPr>
          <p:spPr>
            <a:xfrm>
              <a:off x="2410200" y="4952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61" name=""/>
          <p:cNvGrpSpPr/>
          <p:nvPr/>
        </p:nvGrpSpPr>
        <p:grpSpPr>
          <a:xfrm>
            <a:off x="2590920" y="2438280"/>
            <a:ext cx="461160" cy="200520"/>
            <a:chOff x="2590920" y="2438280"/>
            <a:chExt cx="461160" cy="200520"/>
          </a:xfrm>
        </p:grpSpPr>
        <p:sp>
          <p:nvSpPr>
            <p:cNvPr id="3762" name=""/>
            <p:cNvSpPr/>
            <p:nvPr/>
          </p:nvSpPr>
          <p:spPr>
            <a:xfrm>
              <a:off x="2590920" y="245268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63" name=""/>
            <p:cNvSpPr/>
            <p:nvPr/>
          </p:nvSpPr>
          <p:spPr>
            <a:xfrm>
              <a:off x="2714400" y="2438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64" name=""/>
          <p:cNvGrpSpPr/>
          <p:nvPr/>
        </p:nvGrpSpPr>
        <p:grpSpPr>
          <a:xfrm>
            <a:off x="4343400" y="2362320"/>
            <a:ext cx="461520" cy="200520"/>
            <a:chOff x="4343400" y="2362320"/>
            <a:chExt cx="461520" cy="200520"/>
          </a:xfrm>
        </p:grpSpPr>
        <p:sp>
          <p:nvSpPr>
            <p:cNvPr id="3765" name=""/>
            <p:cNvSpPr/>
            <p:nvPr/>
          </p:nvSpPr>
          <p:spPr>
            <a:xfrm>
              <a:off x="4343400" y="237816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66" name=""/>
            <p:cNvSpPr/>
            <p:nvPr/>
          </p:nvSpPr>
          <p:spPr>
            <a:xfrm>
              <a:off x="4467240" y="2362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67" name=""/>
          <p:cNvGrpSpPr/>
          <p:nvPr/>
        </p:nvGrpSpPr>
        <p:grpSpPr>
          <a:xfrm>
            <a:off x="5638680" y="1523880"/>
            <a:ext cx="461880" cy="200520"/>
            <a:chOff x="5638680" y="1523880"/>
            <a:chExt cx="461880" cy="200520"/>
          </a:xfrm>
        </p:grpSpPr>
        <p:sp>
          <p:nvSpPr>
            <p:cNvPr id="3768" name=""/>
            <p:cNvSpPr/>
            <p:nvPr/>
          </p:nvSpPr>
          <p:spPr>
            <a:xfrm>
              <a:off x="5638680" y="15379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69" name=""/>
            <p:cNvSpPr/>
            <p:nvPr/>
          </p:nvSpPr>
          <p:spPr>
            <a:xfrm>
              <a:off x="5762880" y="1523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70" name=""/>
          <p:cNvGrpSpPr/>
          <p:nvPr/>
        </p:nvGrpSpPr>
        <p:grpSpPr>
          <a:xfrm>
            <a:off x="5857920" y="6094440"/>
            <a:ext cx="461520" cy="200520"/>
            <a:chOff x="5857920" y="6094440"/>
            <a:chExt cx="461520" cy="200520"/>
          </a:xfrm>
        </p:grpSpPr>
        <p:sp>
          <p:nvSpPr>
            <p:cNvPr id="3771" name=""/>
            <p:cNvSpPr/>
            <p:nvPr/>
          </p:nvSpPr>
          <p:spPr>
            <a:xfrm>
              <a:off x="5857920" y="61088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72" name=""/>
            <p:cNvSpPr/>
            <p:nvPr/>
          </p:nvSpPr>
          <p:spPr>
            <a:xfrm>
              <a:off x="5981760" y="60944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73" name=""/>
          <p:cNvGrpSpPr/>
          <p:nvPr/>
        </p:nvGrpSpPr>
        <p:grpSpPr>
          <a:xfrm>
            <a:off x="3809880" y="457200"/>
            <a:ext cx="461880" cy="200520"/>
            <a:chOff x="3809880" y="457200"/>
            <a:chExt cx="461880" cy="200520"/>
          </a:xfrm>
        </p:grpSpPr>
        <p:sp>
          <p:nvSpPr>
            <p:cNvPr id="3774" name=""/>
            <p:cNvSpPr/>
            <p:nvPr/>
          </p:nvSpPr>
          <p:spPr>
            <a:xfrm>
              <a:off x="3809880" y="47304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75" name=""/>
            <p:cNvSpPr/>
            <p:nvPr/>
          </p:nvSpPr>
          <p:spPr>
            <a:xfrm>
              <a:off x="3934080" y="457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76" name=""/>
          <p:cNvGrpSpPr/>
          <p:nvPr/>
        </p:nvGrpSpPr>
        <p:grpSpPr>
          <a:xfrm>
            <a:off x="380880" y="6248520"/>
            <a:ext cx="461880" cy="200520"/>
            <a:chOff x="380880" y="6248520"/>
            <a:chExt cx="461880" cy="200520"/>
          </a:xfrm>
        </p:grpSpPr>
        <p:sp>
          <p:nvSpPr>
            <p:cNvPr id="3777" name=""/>
            <p:cNvSpPr/>
            <p:nvPr/>
          </p:nvSpPr>
          <p:spPr>
            <a:xfrm>
              <a:off x="380880" y="626400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78" name=""/>
            <p:cNvSpPr/>
            <p:nvPr/>
          </p:nvSpPr>
          <p:spPr>
            <a:xfrm>
              <a:off x="505080" y="6248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79" name=""/>
          <p:cNvGrpSpPr/>
          <p:nvPr/>
        </p:nvGrpSpPr>
        <p:grpSpPr>
          <a:xfrm>
            <a:off x="4724280" y="1219320"/>
            <a:ext cx="461520" cy="200520"/>
            <a:chOff x="4724280" y="1219320"/>
            <a:chExt cx="461520" cy="200520"/>
          </a:xfrm>
        </p:grpSpPr>
        <p:sp>
          <p:nvSpPr>
            <p:cNvPr id="3780" name=""/>
            <p:cNvSpPr/>
            <p:nvPr/>
          </p:nvSpPr>
          <p:spPr>
            <a:xfrm>
              <a:off x="4724280" y="1233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81" name=""/>
            <p:cNvSpPr/>
            <p:nvPr/>
          </p:nvSpPr>
          <p:spPr>
            <a:xfrm>
              <a:off x="4848120" y="1219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82" name=""/>
          <p:cNvGrpSpPr/>
          <p:nvPr/>
        </p:nvGrpSpPr>
        <p:grpSpPr>
          <a:xfrm>
            <a:off x="4495680" y="5410080"/>
            <a:ext cx="461880" cy="200520"/>
            <a:chOff x="4495680" y="5410080"/>
            <a:chExt cx="461880" cy="200520"/>
          </a:xfrm>
        </p:grpSpPr>
        <p:sp>
          <p:nvSpPr>
            <p:cNvPr id="3783" name=""/>
            <p:cNvSpPr/>
            <p:nvPr/>
          </p:nvSpPr>
          <p:spPr>
            <a:xfrm>
              <a:off x="4495680" y="54244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84" name=""/>
            <p:cNvSpPr/>
            <p:nvPr/>
          </p:nvSpPr>
          <p:spPr>
            <a:xfrm>
              <a:off x="4619880" y="5410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85" name=""/>
          <p:cNvGrpSpPr/>
          <p:nvPr/>
        </p:nvGrpSpPr>
        <p:grpSpPr>
          <a:xfrm>
            <a:off x="3124080" y="3809880"/>
            <a:ext cx="460440" cy="200520"/>
            <a:chOff x="3124080" y="3809880"/>
            <a:chExt cx="460440" cy="200520"/>
          </a:xfrm>
        </p:grpSpPr>
        <p:sp>
          <p:nvSpPr>
            <p:cNvPr id="3786" name=""/>
            <p:cNvSpPr/>
            <p:nvPr/>
          </p:nvSpPr>
          <p:spPr>
            <a:xfrm>
              <a:off x="3124080" y="382428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87" name=""/>
            <p:cNvSpPr/>
            <p:nvPr/>
          </p:nvSpPr>
          <p:spPr>
            <a:xfrm>
              <a:off x="3246840" y="3809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88" name=""/>
          <p:cNvGrpSpPr/>
          <p:nvPr/>
        </p:nvGrpSpPr>
        <p:grpSpPr>
          <a:xfrm>
            <a:off x="6629400" y="4419720"/>
            <a:ext cx="460080" cy="200520"/>
            <a:chOff x="6629400" y="4419720"/>
            <a:chExt cx="460080" cy="200520"/>
          </a:xfrm>
        </p:grpSpPr>
        <p:sp>
          <p:nvSpPr>
            <p:cNvPr id="3789" name=""/>
            <p:cNvSpPr/>
            <p:nvPr/>
          </p:nvSpPr>
          <p:spPr>
            <a:xfrm>
              <a:off x="6629400" y="4435560"/>
              <a:ext cx="9540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90" name=""/>
            <p:cNvSpPr/>
            <p:nvPr/>
          </p:nvSpPr>
          <p:spPr>
            <a:xfrm>
              <a:off x="6751800" y="4419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91" name=""/>
          <p:cNvGrpSpPr/>
          <p:nvPr/>
        </p:nvGrpSpPr>
        <p:grpSpPr>
          <a:xfrm>
            <a:off x="2743200" y="6324480"/>
            <a:ext cx="460080" cy="200520"/>
            <a:chOff x="2743200" y="6324480"/>
            <a:chExt cx="460080" cy="200520"/>
          </a:xfrm>
        </p:grpSpPr>
        <p:sp>
          <p:nvSpPr>
            <p:cNvPr id="3792" name=""/>
            <p:cNvSpPr/>
            <p:nvPr/>
          </p:nvSpPr>
          <p:spPr>
            <a:xfrm>
              <a:off x="2743200" y="63388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93" name=""/>
            <p:cNvSpPr/>
            <p:nvPr/>
          </p:nvSpPr>
          <p:spPr>
            <a:xfrm>
              <a:off x="2865600" y="6324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94" name=""/>
          <p:cNvGrpSpPr/>
          <p:nvPr/>
        </p:nvGrpSpPr>
        <p:grpSpPr>
          <a:xfrm>
            <a:off x="3733920" y="1469880"/>
            <a:ext cx="460080" cy="200520"/>
            <a:chOff x="3733920" y="1469880"/>
            <a:chExt cx="460080" cy="200520"/>
          </a:xfrm>
        </p:grpSpPr>
        <p:sp>
          <p:nvSpPr>
            <p:cNvPr id="3795" name=""/>
            <p:cNvSpPr/>
            <p:nvPr/>
          </p:nvSpPr>
          <p:spPr>
            <a:xfrm>
              <a:off x="3733920" y="148428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96" name=""/>
            <p:cNvSpPr/>
            <p:nvPr/>
          </p:nvSpPr>
          <p:spPr>
            <a:xfrm>
              <a:off x="3856320" y="14698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797" name="Oval 3796"/>
          <p:cNvSpPr/>
          <p:nvPr/>
        </p:nvSpPr>
        <p:spPr>
          <a:xfrm>
            <a:off x="4216417" y="250787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8" name="Oval 3797"/>
          <p:cNvSpPr/>
          <p:nvPr/>
        </p:nvSpPr>
        <p:spPr>
          <a:xfrm>
            <a:off x="4246417" y="253787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3799" name="Rounded Rectangle 3798"/>
          <p:cNvSpPr/>
          <p:nvPr/>
        </p:nvSpPr>
        <p:spPr>
          <a:xfrm>
            <a:off x="4424417" y="252537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3800" name="Oval 3799"/>
          <p:cNvSpPr/>
          <p:nvPr/>
        </p:nvSpPr>
        <p:spPr>
          <a:xfrm>
            <a:off x="5793464" y="200142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1" name="Oval 3800"/>
          <p:cNvSpPr/>
          <p:nvPr/>
        </p:nvSpPr>
        <p:spPr>
          <a:xfrm>
            <a:off x="5823464" y="203142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3802" name="Rounded Rectangle 3801"/>
          <p:cNvSpPr/>
          <p:nvPr/>
        </p:nvSpPr>
        <p:spPr>
          <a:xfrm>
            <a:off x="6001464" y="201892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3803" name="Oval 3802"/>
          <p:cNvSpPr/>
          <p:nvPr/>
        </p:nvSpPr>
        <p:spPr>
          <a:xfrm>
            <a:off x="6665814" y="2817674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4" name="Oval 3803"/>
          <p:cNvSpPr/>
          <p:nvPr/>
        </p:nvSpPr>
        <p:spPr>
          <a:xfrm>
            <a:off x="6695814" y="2847674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3805" name="Rounded Rectangle 3804"/>
          <p:cNvSpPr/>
          <p:nvPr/>
        </p:nvSpPr>
        <p:spPr>
          <a:xfrm>
            <a:off x="6873814" y="2835174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3806" name="Oval 3805"/>
          <p:cNvSpPr/>
          <p:nvPr/>
        </p:nvSpPr>
        <p:spPr>
          <a:xfrm>
            <a:off x="6417932" y="6383000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7" name="Oval 3806"/>
          <p:cNvSpPr/>
          <p:nvPr/>
        </p:nvSpPr>
        <p:spPr>
          <a:xfrm>
            <a:off x="6447932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3808" name="Rounded Rectangle 3807"/>
          <p:cNvSpPr/>
          <p:nvPr/>
        </p:nvSpPr>
        <p:spPr>
          <a:xfrm>
            <a:off x="6625932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</a:t>
            </a:r>
          </a:p>
        </p:txBody>
      </p:sp>
      <p:sp>
        <p:nvSpPr>
          <p:cNvPr id="3809" name="Oval 3808"/>
          <p:cNvSpPr/>
          <p:nvPr/>
        </p:nvSpPr>
        <p:spPr>
          <a:xfrm>
            <a:off x="7275253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0" name="Oval 3809"/>
          <p:cNvSpPr/>
          <p:nvPr/>
        </p:nvSpPr>
        <p:spPr>
          <a:xfrm>
            <a:off x="7305253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3811" name="Rounded Rectangle 3810"/>
          <p:cNvSpPr/>
          <p:nvPr/>
        </p:nvSpPr>
        <p:spPr>
          <a:xfrm>
            <a:off x="7483253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3812" name="Oval 3811"/>
          <p:cNvSpPr/>
          <p:nvPr/>
        </p:nvSpPr>
        <p:spPr>
          <a:xfrm>
            <a:off x="8045995" y="609570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3" name="Oval 3812"/>
          <p:cNvSpPr/>
          <p:nvPr/>
        </p:nvSpPr>
        <p:spPr>
          <a:xfrm>
            <a:off x="8075995" y="612570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3814" name="Rounded Rectangle 3813"/>
          <p:cNvSpPr/>
          <p:nvPr/>
        </p:nvSpPr>
        <p:spPr>
          <a:xfrm>
            <a:off x="8253995" y="611320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</a:t>
            </a:r>
          </a:p>
        </p:txBody>
      </p:sp>
      <p:sp>
        <p:nvSpPr>
          <p:cNvPr id="3815" name="Oval 3814"/>
          <p:cNvSpPr/>
          <p:nvPr/>
        </p:nvSpPr>
        <p:spPr>
          <a:xfrm>
            <a:off x="8844000" y="2916846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6" name="Oval 3815"/>
          <p:cNvSpPr/>
          <p:nvPr/>
        </p:nvSpPr>
        <p:spPr>
          <a:xfrm>
            <a:off x="8874000" y="2946846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3817" name="Rounded Rectangle 3816"/>
          <p:cNvSpPr/>
          <p:nvPr/>
        </p:nvSpPr>
        <p:spPr>
          <a:xfrm>
            <a:off x="8326000" y="2934346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3818" name="Oval 3817"/>
          <p:cNvSpPr/>
          <p:nvPr/>
        </p:nvSpPr>
        <p:spPr>
          <a:xfrm>
            <a:off x="8844000" y="2920447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9" name="Oval 3818"/>
          <p:cNvSpPr/>
          <p:nvPr/>
        </p:nvSpPr>
        <p:spPr>
          <a:xfrm>
            <a:off x="8874000" y="295044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3820" name="Rounded Rectangle 3819"/>
          <p:cNvSpPr/>
          <p:nvPr/>
        </p:nvSpPr>
        <p:spPr>
          <a:xfrm>
            <a:off x="8326000" y="293794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3821" name="Oval 3820"/>
          <p:cNvSpPr/>
          <p:nvPr/>
        </p:nvSpPr>
        <p:spPr>
          <a:xfrm>
            <a:off x="8844000" y="142833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2" name="Oval 3821"/>
          <p:cNvSpPr/>
          <p:nvPr/>
        </p:nvSpPr>
        <p:spPr>
          <a:xfrm>
            <a:off x="8874000" y="172833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3823" name="Rounded Rectangle 3822"/>
          <p:cNvSpPr/>
          <p:nvPr/>
        </p:nvSpPr>
        <p:spPr>
          <a:xfrm>
            <a:off x="8326000" y="160333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3824" name="Oval 3823"/>
          <p:cNvSpPr/>
          <p:nvPr/>
        </p:nvSpPr>
        <p:spPr>
          <a:xfrm>
            <a:off x="3490552" y="625627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5" name="Oval 3824"/>
          <p:cNvSpPr/>
          <p:nvPr/>
        </p:nvSpPr>
        <p:spPr>
          <a:xfrm>
            <a:off x="3520552" y="628627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3826" name="Rounded Rectangle 3825"/>
          <p:cNvSpPr/>
          <p:nvPr/>
        </p:nvSpPr>
        <p:spPr>
          <a:xfrm>
            <a:off x="3698552" y="627377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</a:t>
            </a:r>
          </a:p>
        </p:txBody>
      </p:sp>
      <p:sp>
        <p:nvSpPr>
          <p:cNvPr id="3827" name="Oval 3826"/>
          <p:cNvSpPr/>
          <p:nvPr/>
        </p:nvSpPr>
        <p:spPr>
          <a:xfrm>
            <a:off x="3390848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8" name="Oval 3827"/>
          <p:cNvSpPr/>
          <p:nvPr/>
        </p:nvSpPr>
        <p:spPr>
          <a:xfrm>
            <a:off x="3420848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68</a:t>
            </a:r>
          </a:p>
        </p:txBody>
      </p:sp>
      <p:sp>
        <p:nvSpPr>
          <p:cNvPr id="3829" name="Rounded Rectangle 3828"/>
          <p:cNvSpPr/>
          <p:nvPr/>
        </p:nvSpPr>
        <p:spPr>
          <a:xfrm>
            <a:off x="3598848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V68 ↓</a:t>
            </a:r>
          </a:p>
        </p:txBody>
      </p:sp>
      <p:sp>
        <p:nvSpPr>
          <p:cNvPr id="3830" name="Rounded Rectangle 3829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V62, V64, V65, V66, V68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7" name=""/>
          <p:cNvSpPr/>
          <p:nvPr/>
        </p:nvSpPr>
        <p:spPr>
          <a:xfrm>
            <a:off x="3090960" y="50760"/>
            <a:ext cx="296208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en-US" sz="1100" spc="-1" strike="noStrike">
                <a:solidFill>
                  <a:srgbClr val="1a2a40"/>
                </a:solidFill>
                <a:latin typeface="Arial"/>
              </a:rPr>
              <a:t>Level 39: UUWW | RWY 24 | STAR GIS24R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8" name=""/>
          <p:cNvSpPr/>
          <p:nvPr/>
        </p:nvSpPr>
        <p:spPr>
          <a:xfrm>
            <a:off x="4227480" y="1639800"/>
            <a:ext cx="109440" cy="560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9" name=""/>
          <p:cNvSpPr/>
          <p:nvPr/>
        </p:nvSpPr>
        <p:spPr>
          <a:xfrm>
            <a:off x="4336920" y="2200320"/>
            <a:ext cx="108000" cy="5554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0" name=""/>
          <p:cNvSpPr/>
          <p:nvPr/>
        </p:nvSpPr>
        <p:spPr>
          <a:xfrm flipH="1">
            <a:off x="4269960" y="2755800"/>
            <a:ext cx="174600" cy="14223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1" name=""/>
          <p:cNvSpPr/>
          <p:nvPr/>
        </p:nvSpPr>
        <p:spPr>
          <a:xfrm>
            <a:off x="4270320" y="4178160"/>
            <a:ext cx="55440" cy="398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2" name=""/>
          <p:cNvSpPr/>
          <p:nvPr/>
        </p:nvSpPr>
        <p:spPr>
          <a:xfrm>
            <a:off x="4325760" y="4576680"/>
            <a:ext cx="55800" cy="397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3" name=""/>
          <p:cNvSpPr/>
          <p:nvPr/>
        </p:nvSpPr>
        <p:spPr>
          <a:xfrm>
            <a:off x="4381560" y="4973760"/>
            <a:ext cx="55440" cy="3967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4" name=""/>
          <p:cNvSpPr/>
          <p:nvPr/>
        </p:nvSpPr>
        <p:spPr>
          <a:xfrm flipV="1">
            <a:off x="4437000" y="5303520"/>
            <a:ext cx="479520" cy="66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5" name=""/>
          <p:cNvSpPr/>
          <p:nvPr/>
        </p:nvSpPr>
        <p:spPr>
          <a:xfrm flipH="1" flipV="1">
            <a:off x="4861080" y="4906440"/>
            <a:ext cx="55440" cy="397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6" name=""/>
          <p:cNvSpPr/>
          <p:nvPr/>
        </p:nvSpPr>
        <p:spPr>
          <a:xfrm flipH="1" flipV="1">
            <a:off x="4803480" y="4508640"/>
            <a:ext cx="57240" cy="3981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7" name=""/>
          <p:cNvSpPr/>
          <p:nvPr/>
        </p:nvSpPr>
        <p:spPr>
          <a:xfrm flipH="1" flipV="1">
            <a:off x="4747680" y="4111200"/>
            <a:ext cx="55800" cy="39708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8" name=""/>
          <p:cNvSpPr/>
          <p:nvPr/>
        </p:nvSpPr>
        <p:spPr>
          <a:xfrm flipH="1" flipV="1">
            <a:off x="4692600" y="3714840"/>
            <a:ext cx="55440" cy="3967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9" name=""/>
          <p:cNvSpPr/>
          <p:nvPr/>
        </p:nvSpPr>
        <p:spPr>
          <a:xfrm flipH="1" flipV="1">
            <a:off x="4637160" y="3315960"/>
            <a:ext cx="55440" cy="3985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0" name=""/>
          <p:cNvSpPr/>
          <p:nvPr/>
        </p:nvSpPr>
        <p:spPr>
          <a:xfrm flipV="1">
            <a:off x="4637160" y="2815920"/>
            <a:ext cx="69840" cy="5000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1" name=""/>
          <p:cNvSpPr/>
          <p:nvPr/>
        </p:nvSpPr>
        <p:spPr>
          <a:xfrm flipV="1">
            <a:off x="4707000" y="2522520"/>
            <a:ext cx="79200" cy="29376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2" name=""/>
          <p:cNvSpPr/>
          <p:nvPr/>
        </p:nvSpPr>
        <p:spPr>
          <a:xfrm flipH="1" flipV="1">
            <a:off x="4708440" y="2320920"/>
            <a:ext cx="77760" cy="2016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3" name=""/>
          <p:cNvSpPr/>
          <p:nvPr/>
        </p:nvSpPr>
        <p:spPr>
          <a:xfrm flipH="1" flipV="1">
            <a:off x="4584600" y="2252520"/>
            <a:ext cx="123840" cy="6840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21600" bIns="216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4" name=""/>
          <p:cNvSpPr/>
          <p:nvPr/>
        </p:nvSpPr>
        <p:spPr>
          <a:xfrm flipH="1">
            <a:off x="4533480" y="2252520"/>
            <a:ext cx="50760" cy="3024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-16560" bIns="-165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5" name=""/>
          <p:cNvSpPr/>
          <p:nvPr/>
        </p:nvSpPr>
        <p:spPr>
          <a:xfrm flipH="1">
            <a:off x="4281120" y="2282760"/>
            <a:ext cx="252360" cy="157320"/>
          </a:xfrm>
          <a:prstGeom prst="line">
            <a:avLst/>
          </a:prstGeom>
          <a:ln w="22320">
            <a:solidFill>
              <a:srgbClr val="2673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816" name=""/>
          <p:cNvGrpSpPr/>
          <p:nvPr/>
        </p:nvGrpSpPr>
        <p:grpSpPr>
          <a:xfrm>
            <a:off x="4164120" y="1576440"/>
            <a:ext cx="565560" cy="200520"/>
            <a:chOff x="4164120" y="1576440"/>
            <a:chExt cx="565560" cy="200520"/>
          </a:xfrm>
        </p:grpSpPr>
        <p:sp>
          <p:nvSpPr>
            <p:cNvPr id="3817" name=""/>
            <p:cNvSpPr/>
            <p:nvPr/>
          </p:nvSpPr>
          <p:spPr>
            <a:xfrm>
              <a:off x="4164120" y="1576440"/>
              <a:ext cx="126720" cy="127080"/>
            </a:xfrm>
            <a:prstGeom prst="ellipse">
              <a:avLst/>
            </a:prstGeom>
            <a:solidFill>
              <a:srgbClr val="26b359"/>
            </a:solidFill>
            <a:ln w="9360">
              <a:solidFill>
                <a:srgbClr val="26b359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18" name=""/>
            <p:cNvSpPr/>
            <p:nvPr/>
          </p:nvSpPr>
          <p:spPr>
            <a:xfrm>
              <a:off x="4309560" y="1576440"/>
              <a:ext cx="42012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GISIN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19" name=""/>
          <p:cNvGrpSpPr/>
          <p:nvPr/>
        </p:nvGrpSpPr>
        <p:grpSpPr>
          <a:xfrm>
            <a:off x="4286160" y="2136600"/>
            <a:ext cx="547920" cy="200520"/>
            <a:chOff x="4286160" y="2136600"/>
            <a:chExt cx="547920" cy="200520"/>
          </a:xfrm>
        </p:grpSpPr>
        <p:sp>
          <p:nvSpPr>
            <p:cNvPr id="3820" name=""/>
            <p:cNvSpPr/>
            <p:nvPr/>
          </p:nvSpPr>
          <p:spPr>
            <a:xfrm>
              <a:off x="4286160" y="21495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21" name=""/>
            <p:cNvSpPr/>
            <p:nvPr/>
          </p:nvSpPr>
          <p:spPr>
            <a:xfrm>
              <a:off x="4398840" y="2136600"/>
              <a:ext cx="435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OKLIT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22" name=""/>
          <p:cNvGrpSpPr/>
          <p:nvPr/>
        </p:nvGrpSpPr>
        <p:grpSpPr>
          <a:xfrm>
            <a:off x="4394160" y="2692440"/>
            <a:ext cx="577800" cy="200520"/>
            <a:chOff x="4394160" y="2692440"/>
            <a:chExt cx="577800" cy="200520"/>
          </a:xfrm>
        </p:grpSpPr>
        <p:sp>
          <p:nvSpPr>
            <p:cNvPr id="3823" name=""/>
            <p:cNvSpPr/>
            <p:nvPr/>
          </p:nvSpPr>
          <p:spPr>
            <a:xfrm>
              <a:off x="4394160" y="270504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24" name=""/>
            <p:cNvSpPr/>
            <p:nvPr/>
          </p:nvSpPr>
          <p:spPr>
            <a:xfrm>
              <a:off x="4477320" y="269244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TURUG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25" name=""/>
          <p:cNvGrpSpPr/>
          <p:nvPr/>
        </p:nvGrpSpPr>
        <p:grpSpPr>
          <a:xfrm>
            <a:off x="4219560" y="4114800"/>
            <a:ext cx="577800" cy="200520"/>
            <a:chOff x="4219560" y="4114800"/>
            <a:chExt cx="577800" cy="200520"/>
          </a:xfrm>
        </p:grpSpPr>
        <p:sp>
          <p:nvSpPr>
            <p:cNvPr id="3826" name=""/>
            <p:cNvSpPr/>
            <p:nvPr/>
          </p:nvSpPr>
          <p:spPr>
            <a:xfrm>
              <a:off x="4219560" y="4127400"/>
              <a:ext cx="101520" cy="10188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560" bIns="25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27" name=""/>
            <p:cNvSpPr/>
            <p:nvPr/>
          </p:nvSpPr>
          <p:spPr>
            <a:xfrm>
              <a:off x="4302720" y="411480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WW521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28" name=""/>
          <p:cNvGrpSpPr/>
          <p:nvPr/>
        </p:nvGrpSpPr>
        <p:grpSpPr>
          <a:xfrm>
            <a:off x="4275000" y="4513320"/>
            <a:ext cx="577800" cy="200520"/>
            <a:chOff x="4275000" y="4513320"/>
            <a:chExt cx="577800" cy="200520"/>
          </a:xfrm>
        </p:grpSpPr>
        <p:sp>
          <p:nvSpPr>
            <p:cNvPr id="3829" name=""/>
            <p:cNvSpPr/>
            <p:nvPr/>
          </p:nvSpPr>
          <p:spPr>
            <a:xfrm>
              <a:off x="4275000" y="4525920"/>
              <a:ext cx="10188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30" name=""/>
            <p:cNvSpPr/>
            <p:nvPr/>
          </p:nvSpPr>
          <p:spPr>
            <a:xfrm>
              <a:off x="4358160" y="451332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WW522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31" name=""/>
          <p:cNvGrpSpPr/>
          <p:nvPr/>
        </p:nvGrpSpPr>
        <p:grpSpPr>
          <a:xfrm>
            <a:off x="4330800" y="4910040"/>
            <a:ext cx="577440" cy="200520"/>
            <a:chOff x="4330800" y="4910040"/>
            <a:chExt cx="577440" cy="200520"/>
          </a:xfrm>
        </p:grpSpPr>
        <p:sp>
          <p:nvSpPr>
            <p:cNvPr id="3832" name=""/>
            <p:cNvSpPr/>
            <p:nvPr/>
          </p:nvSpPr>
          <p:spPr>
            <a:xfrm>
              <a:off x="4330800" y="492300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33" name=""/>
            <p:cNvSpPr/>
            <p:nvPr/>
          </p:nvSpPr>
          <p:spPr>
            <a:xfrm>
              <a:off x="4413600" y="491004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WW523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34" name=""/>
          <p:cNvGrpSpPr/>
          <p:nvPr/>
        </p:nvGrpSpPr>
        <p:grpSpPr>
          <a:xfrm>
            <a:off x="4386240" y="5307120"/>
            <a:ext cx="577800" cy="200520"/>
            <a:chOff x="4386240" y="5307120"/>
            <a:chExt cx="577800" cy="200520"/>
          </a:xfrm>
        </p:grpSpPr>
        <p:sp>
          <p:nvSpPr>
            <p:cNvPr id="3835" name=""/>
            <p:cNvSpPr/>
            <p:nvPr/>
          </p:nvSpPr>
          <p:spPr>
            <a:xfrm>
              <a:off x="4386240" y="53197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36" name=""/>
            <p:cNvSpPr/>
            <p:nvPr/>
          </p:nvSpPr>
          <p:spPr>
            <a:xfrm>
              <a:off x="4469400" y="530712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WW524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37" name=""/>
          <p:cNvGrpSpPr/>
          <p:nvPr/>
        </p:nvGrpSpPr>
        <p:grpSpPr>
          <a:xfrm>
            <a:off x="4865760" y="5240160"/>
            <a:ext cx="577440" cy="200520"/>
            <a:chOff x="4865760" y="5240160"/>
            <a:chExt cx="577440" cy="200520"/>
          </a:xfrm>
        </p:grpSpPr>
        <p:sp>
          <p:nvSpPr>
            <p:cNvPr id="3838" name=""/>
            <p:cNvSpPr/>
            <p:nvPr/>
          </p:nvSpPr>
          <p:spPr>
            <a:xfrm>
              <a:off x="4865760" y="52531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39" name=""/>
            <p:cNvSpPr/>
            <p:nvPr/>
          </p:nvSpPr>
          <p:spPr>
            <a:xfrm>
              <a:off x="4948560" y="524016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WW525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40" name=""/>
          <p:cNvGrpSpPr/>
          <p:nvPr/>
        </p:nvGrpSpPr>
        <p:grpSpPr>
          <a:xfrm>
            <a:off x="4819680" y="4843440"/>
            <a:ext cx="556920" cy="200520"/>
            <a:chOff x="4819680" y="4843440"/>
            <a:chExt cx="556920" cy="200520"/>
          </a:xfrm>
        </p:grpSpPr>
        <p:sp>
          <p:nvSpPr>
            <p:cNvPr id="3841" name=""/>
            <p:cNvSpPr/>
            <p:nvPr/>
          </p:nvSpPr>
          <p:spPr>
            <a:xfrm>
              <a:off x="4819680" y="48657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42" name=""/>
            <p:cNvSpPr/>
            <p:nvPr/>
          </p:nvSpPr>
          <p:spPr>
            <a:xfrm>
              <a:off x="4881960" y="484344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WW505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43" name=""/>
          <p:cNvGrpSpPr/>
          <p:nvPr/>
        </p:nvGrpSpPr>
        <p:grpSpPr>
          <a:xfrm>
            <a:off x="4764240" y="4444920"/>
            <a:ext cx="556920" cy="200520"/>
            <a:chOff x="4764240" y="4444920"/>
            <a:chExt cx="556920" cy="200520"/>
          </a:xfrm>
        </p:grpSpPr>
        <p:sp>
          <p:nvSpPr>
            <p:cNvPr id="3844" name=""/>
            <p:cNvSpPr/>
            <p:nvPr/>
          </p:nvSpPr>
          <p:spPr>
            <a:xfrm>
              <a:off x="4764240" y="4468680"/>
              <a:ext cx="8064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45" name=""/>
            <p:cNvSpPr/>
            <p:nvPr/>
          </p:nvSpPr>
          <p:spPr>
            <a:xfrm>
              <a:off x="4826520" y="444492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WW504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46" name=""/>
          <p:cNvGrpSpPr/>
          <p:nvPr/>
        </p:nvGrpSpPr>
        <p:grpSpPr>
          <a:xfrm>
            <a:off x="4708440" y="4048200"/>
            <a:ext cx="499680" cy="200520"/>
            <a:chOff x="4708440" y="4048200"/>
            <a:chExt cx="499680" cy="200520"/>
          </a:xfrm>
        </p:grpSpPr>
        <p:sp>
          <p:nvSpPr>
            <p:cNvPr id="3847" name=""/>
            <p:cNvSpPr/>
            <p:nvPr/>
          </p:nvSpPr>
          <p:spPr>
            <a:xfrm>
              <a:off x="4708440" y="4070520"/>
              <a:ext cx="81000" cy="8244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1880" bIns="11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48" name=""/>
            <p:cNvSpPr/>
            <p:nvPr/>
          </p:nvSpPr>
          <p:spPr>
            <a:xfrm>
              <a:off x="4777560" y="4048200"/>
              <a:ext cx="43056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DRNB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49" name=""/>
          <p:cNvGrpSpPr/>
          <p:nvPr/>
        </p:nvGrpSpPr>
        <p:grpSpPr>
          <a:xfrm>
            <a:off x="4651200" y="3651120"/>
            <a:ext cx="558720" cy="200520"/>
            <a:chOff x="4651200" y="3651120"/>
            <a:chExt cx="558720" cy="200520"/>
          </a:xfrm>
        </p:grpSpPr>
        <p:sp>
          <p:nvSpPr>
            <p:cNvPr id="3850" name=""/>
            <p:cNvSpPr/>
            <p:nvPr/>
          </p:nvSpPr>
          <p:spPr>
            <a:xfrm>
              <a:off x="4651200" y="3673440"/>
              <a:ext cx="828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51" name=""/>
            <p:cNvSpPr/>
            <p:nvPr/>
          </p:nvSpPr>
          <p:spPr>
            <a:xfrm>
              <a:off x="4715280" y="365112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WW502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52" name=""/>
          <p:cNvGrpSpPr/>
          <p:nvPr/>
        </p:nvGrpSpPr>
        <p:grpSpPr>
          <a:xfrm>
            <a:off x="4595760" y="3252960"/>
            <a:ext cx="556920" cy="200520"/>
            <a:chOff x="4595760" y="3252960"/>
            <a:chExt cx="556920" cy="200520"/>
          </a:xfrm>
        </p:grpSpPr>
        <p:sp>
          <p:nvSpPr>
            <p:cNvPr id="3853" name=""/>
            <p:cNvSpPr/>
            <p:nvPr/>
          </p:nvSpPr>
          <p:spPr>
            <a:xfrm>
              <a:off x="4595760" y="327672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54" name=""/>
            <p:cNvSpPr/>
            <p:nvPr/>
          </p:nvSpPr>
          <p:spPr>
            <a:xfrm>
              <a:off x="4658040" y="3252960"/>
              <a:ext cx="494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WW501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55" name=""/>
          <p:cNvGrpSpPr/>
          <p:nvPr/>
        </p:nvGrpSpPr>
        <p:grpSpPr>
          <a:xfrm>
            <a:off x="4656240" y="2752560"/>
            <a:ext cx="552960" cy="200520"/>
            <a:chOff x="4656240" y="2752560"/>
            <a:chExt cx="552960" cy="200520"/>
          </a:xfrm>
        </p:grpSpPr>
        <p:sp>
          <p:nvSpPr>
            <p:cNvPr id="3856" name=""/>
            <p:cNvSpPr/>
            <p:nvPr/>
          </p:nvSpPr>
          <p:spPr>
            <a:xfrm>
              <a:off x="4656240" y="276552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57" name=""/>
            <p:cNvSpPr/>
            <p:nvPr/>
          </p:nvSpPr>
          <p:spPr>
            <a:xfrm>
              <a:off x="4763160" y="2752560"/>
              <a:ext cx="446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OSTIS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58" name=""/>
          <p:cNvGrpSpPr/>
          <p:nvPr/>
        </p:nvGrpSpPr>
        <p:grpSpPr>
          <a:xfrm>
            <a:off x="4735440" y="2459160"/>
            <a:ext cx="558000" cy="200520"/>
            <a:chOff x="4735440" y="2459160"/>
            <a:chExt cx="558000" cy="200520"/>
          </a:xfrm>
        </p:grpSpPr>
        <p:sp>
          <p:nvSpPr>
            <p:cNvPr id="3859" name=""/>
            <p:cNvSpPr/>
            <p:nvPr/>
          </p:nvSpPr>
          <p:spPr>
            <a:xfrm>
              <a:off x="4735440" y="2471760"/>
              <a:ext cx="101520" cy="101520"/>
            </a:xfrm>
            <a:prstGeom prst="ellipse">
              <a:avLst/>
            </a:prstGeom>
            <a:solidFill>
              <a:srgbClr val="f28c18"/>
            </a:solidFill>
            <a:ln w="9360">
              <a:solidFill>
                <a:srgbClr val="f28c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5200" bIns="252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60" name=""/>
            <p:cNvSpPr/>
            <p:nvPr/>
          </p:nvSpPr>
          <p:spPr>
            <a:xfrm>
              <a:off x="4838400" y="245916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290OB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61" name=""/>
          <p:cNvGrpSpPr/>
          <p:nvPr/>
        </p:nvGrpSpPr>
        <p:grpSpPr>
          <a:xfrm>
            <a:off x="4668840" y="2257560"/>
            <a:ext cx="537120" cy="200520"/>
            <a:chOff x="4668840" y="2257560"/>
            <a:chExt cx="537120" cy="200520"/>
          </a:xfrm>
        </p:grpSpPr>
        <p:sp>
          <p:nvSpPr>
            <p:cNvPr id="3862" name=""/>
            <p:cNvSpPr/>
            <p:nvPr/>
          </p:nvSpPr>
          <p:spPr>
            <a:xfrm>
              <a:off x="4668840" y="2279520"/>
              <a:ext cx="81000" cy="828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2240" bIns="122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63" name=""/>
            <p:cNvSpPr/>
            <p:nvPr/>
          </p:nvSpPr>
          <p:spPr>
            <a:xfrm>
              <a:off x="4750920" y="2257560"/>
              <a:ext cx="4550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258OB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64" name=""/>
          <p:cNvGrpSpPr/>
          <p:nvPr/>
        </p:nvGrpSpPr>
        <p:grpSpPr>
          <a:xfrm>
            <a:off x="4545000" y="2189160"/>
            <a:ext cx="482040" cy="200520"/>
            <a:chOff x="4545000" y="2189160"/>
            <a:chExt cx="482040" cy="200520"/>
          </a:xfrm>
        </p:grpSpPr>
        <p:sp>
          <p:nvSpPr>
            <p:cNvPr id="3865" name=""/>
            <p:cNvSpPr/>
            <p:nvPr/>
          </p:nvSpPr>
          <p:spPr>
            <a:xfrm>
              <a:off x="4545000" y="221148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66" name=""/>
            <p:cNvSpPr/>
            <p:nvPr/>
          </p:nvSpPr>
          <p:spPr>
            <a:xfrm>
              <a:off x="4631400" y="2189160"/>
              <a:ext cx="395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CF24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67" name=""/>
          <p:cNvGrpSpPr/>
          <p:nvPr/>
        </p:nvGrpSpPr>
        <p:grpSpPr>
          <a:xfrm>
            <a:off x="4494240" y="2219400"/>
            <a:ext cx="477360" cy="200520"/>
            <a:chOff x="4494240" y="2219400"/>
            <a:chExt cx="477360" cy="200520"/>
          </a:xfrm>
        </p:grpSpPr>
        <p:sp>
          <p:nvSpPr>
            <p:cNvPr id="3868" name=""/>
            <p:cNvSpPr/>
            <p:nvPr/>
          </p:nvSpPr>
          <p:spPr>
            <a:xfrm>
              <a:off x="4494240" y="2243160"/>
              <a:ext cx="81000" cy="81000"/>
            </a:xfrm>
            <a:prstGeom prst="ellipse">
              <a:avLst/>
            </a:prstGeom>
            <a:solidFill>
              <a:srgbClr val="334d73"/>
            </a:solidFill>
            <a:ln w="9360">
              <a:solidFill>
                <a:srgbClr val="334d7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10440" bIns="1044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69" name=""/>
            <p:cNvSpPr/>
            <p:nvPr/>
          </p:nvSpPr>
          <p:spPr>
            <a:xfrm>
              <a:off x="4584960" y="2219400"/>
              <a:ext cx="3866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282d37"/>
                  </a:solidFill>
                  <a:latin typeface="Arial"/>
                </a:rPr>
                <a:t>FF24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70" name=""/>
          <p:cNvGrpSpPr/>
          <p:nvPr/>
        </p:nvGrpSpPr>
        <p:grpSpPr>
          <a:xfrm>
            <a:off x="4218120" y="2376360"/>
            <a:ext cx="543240" cy="200520"/>
            <a:chOff x="4218120" y="2376360"/>
            <a:chExt cx="543240" cy="200520"/>
          </a:xfrm>
        </p:grpSpPr>
        <p:sp>
          <p:nvSpPr>
            <p:cNvPr id="3871" name=""/>
            <p:cNvSpPr/>
            <p:nvPr/>
          </p:nvSpPr>
          <p:spPr>
            <a:xfrm>
              <a:off x="4218120" y="2376360"/>
              <a:ext cx="126720" cy="127080"/>
            </a:xfrm>
            <a:prstGeom prst="ellipse">
              <a:avLst/>
            </a:prstGeom>
            <a:solidFill>
              <a:srgbClr val="d93333"/>
            </a:solidFill>
            <a:ln w="9360">
              <a:solidFill>
                <a:srgbClr val="d933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560" bIns="435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72" name=""/>
            <p:cNvSpPr/>
            <p:nvPr/>
          </p:nvSpPr>
          <p:spPr>
            <a:xfrm>
              <a:off x="4335120" y="2376360"/>
              <a:ext cx="42624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1" lang="en-US" sz="700" spc="-1" strike="noStrike">
                  <a:solidFill>
                    <a:srgbClr val="282d37"/>
                  </a:solidFill>
                  <a:latin typeface="Arial"/>
                </a:rPr>
                <a:t>RW24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73" name=""/>
          <p:cNvGrpSpPr/>
          <p:nvPr/>
        </p:nvGrpSpPr>
        <p:grpSpPr>
          <a:xfrm>
            <a:off x="4970520" y="736560"/>
            <a:ext cx="468720" cy="200520"/>
            <a:chOff x="4970520" y="736560"/>
            <a:chExt cx="468720" cy="200520"/>
          </a:xfrm>
        </p:grpSpPr>
        <p:sp>
          <p:nvSpPr>
            <p:cNvPr id="3874" name=""/>
            <p:cNvSpPr/>
            <p:nvPr/>
          </p:nvSpPr>
          <p:spPr>
            <a:xfrm>
              <a:off x="4970520" y="7509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75" name=""/>
            <p:cNvSpPr/>
            <p:nvPr/>
          </p:nvSpPr>
          <p:spPr>
            <a:xfrm>
              <a:off x="5101560" y="7365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76" name=""/>
          <p:cNvGrpSpPr/>
          <p:nvPr/>
        </p:nvGrpSpPr>
        <p:grpSpPr>
          <a:xfrm>
            <a:off x="5638680" y="5486400"/>
            <a:ext cx="461520" cy="200520"/>
            <a:chOff x="5638680" y="5486400"/>
            <a:chExt cx="461520" cy="200520"/>
          </a:xfrm>
        </p:grpSpPr>
        <p:sp>
          <p:nvSpPr>
            <p:cNvPr id="3877" name=""/>
            <p:cNvSpPr/>
            <p:nvPr/>
          </p:nvSpPr>
          <p:spPr>
            <a:xfrm>
              <a:off x="5638680" y="550224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78" name=""/>
            <p:cNvSpPr/>
            <p:nvPr/>
          </p:nvSpPr>
          <p:spPr>
            <a:xfrm>
              <a:off x="5762520" y="5486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79" name=""/>
          <p:cNvGrpSpPr/>
          <p:nvPr/>
        </p:nvGrpSpPr>
        <p:grpSpPr>
          <a:xfrm>
            <a:off x="5105520" y="6400800"/>
            <a:ext cx="461520" cy="200520"/>
            <a:chOff x="5105520" y="6400800"/>
            <a:chExt cx="461520" cy="200520"/>
          </a:xfrm>
        </p:grpSpPr>
        <p:sp>
          <p:nvSpPr>
            <p:cNvPr id="3880" name=""/>
            <p:cNvSpPr/>
            <p:nvPr/>
          </p:nvSpPr>
          <p:spPr>
            <a:xfrm>
              <a:off x="5105520" y="64152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81" name=""/>
            <p:cNvSpPr/>
            <p:nvPr/>
          </p:nvSpPr>
          <p:spPr>
            <a:xfrm>
              <a:off x="5229360" y="64008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82" name=""/>
          <p:cNvGrpSpPr/>
          <p:nvPr/>
        </p:nvGrpSpPr>
        <p:grpSpPr>
          <a:xfrm>
            <a:off x="4083120" y="744480"/>
            <a:ext cx="468720" cy="200520"/>
            <a:chOff x="4083120" y="744480"/>
            <a:chExt cx="468720" cy="200520"/>
          </a:xfrm>
        </p:grpSpPr>
        <p:sp>
          <p:nvSpPr>
            <p:cNvPr id="3883" name=""/>
            <p:cNvSpPr/>
            <p:nvPr/>
          </p:nvSpPr>
          <p:spPr>
            <a:xfrm>
              <a:off x="4083120" y="7603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84" name=""/>
            <p:cNvSpPr/>
            <p:nvPr/>
          </p:nvSpPr>
          <p:spPr>
            <a:xfrm>
              <a:off x="4214160" y="7444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85" name=""/>
          <p:cNvGrpSpPr/>
          <p:nvPr/>
        </p:nvGrpSpPr>
        <p:grpSpPr>
          <a:xfrm>
            <a:off x="5099040" y="1630440"/>
            <a:ext cx="461520" cy="200520"/>
            <a:chOff x="5099040" y="1630440"/>
            <a:chExt cx="461520" cy="200520"/>
          </a:xfrm>
        </p:grpSpPr>
        <p:sp>
          <p:nvSpPr>
            <p:cNvPr id="3886" name=""/>
            <p:cNvSpPr/>
            <p:nvPr/>
          </p:nvSpPr>
          <p:spPr>
            <a:xfrm>
              <a:off x="5099040" y="164448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87" name=""/>
            <p:cNvSpPr/>
            <p:nvPr/>
          </p:nvSpPr>
          <p:spPr>
            <a:xfrm>
              <a:off x="5222880" y="163044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88" name=""/>
          <p:cNvGrpSpPr/>
          <p:nvPr/>
        </p:nvGrpSpPr>
        <p:grpSpPr>
          <a:xfrm>
            <a:off x="3200400" y="3276720"/>
            <a:ext cx="461520" cy="200520"/>
            <a:chOff x="3200400" y="3276720"/>
            <a:chExt cx="461520" cy="200520"/>
          </a:xfrm>
        </p:grpSpPr>
        <p:sp>
          <p:nvSpPr>
            <p:cNvPr id="3889" name=""/>
            <p:cNvSpPr/>
            <p:nvPr/>
          </p:nvSpPr>
          <p:spPr>
            <a:xfrm>
              <a:off x="3200400" y="32925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90" name=""/>
            <p:cNvSpPr/>
            <p:nvPr/>
          </p:nvSpPr>
          <p:spPr>
            <a:xfrm>
              <a:off x="3324240" y="32767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91" name=""/>
          <p:cNvGrpSpPr/>
          <p:nvPr/>
        </p:nvGrpSpPr>
        <p:grpSpPr>
          <a:xfrm>
            <a:off x="1828800" y="2438280"/>
            <a:ext cx="459720" cy="200520"/>
            <a:chOff x="1828800" y="2438280"/>
            <a:chExt cx="459720" cy="200520"/>
          </a:xfrm>
        </p:grpSpPr>
        <p:sp>
          <p:nvSpPr>
            <p:cNvPr id="3892" name=""/>
            <p:cNvSpPr/>
            <p:nvPr/>
          </p:nvSpPr>
          <p:spPr>
            <a:xfrm>
              <a:off x="1828800" y="2454480"/>
              <a:ext cx="950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93" name=""/>
            <p:cNvSpPr/>
            <p:nvPr/>
          </p:nvSpPr>
          <p:spPr>
            <a:xfrm>
              <a:off x="1950840" y="24382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94" name=""/>
          <p:cNvGrpSpPr/>
          <p:nvPr/>
        </p:nvGrpSpPr>
        <p:grpSpPr>
          <a:xfrm>
            <a:off x="2971800" y="5334120"/>
            <a:ext cx="460080" cy="200520"/>
            <a:chOff x="2971800" y="5334120"/>
            <a:chExt cx="460080" cy="200520"/>
          </a:xfrm>
        </p:grpSpPr>
        <p:sp>
          <p:nvSpPr>
            <p:cNvPr id="3895" name=""/>
            <p:cNvSpPr/>
            <p:nvPr/>
          </p:nvSpPr>
          <p:spPr>
            <a:xfrm>
              <a:off x="2971800" y="53499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96" name=""/>
            <p:cNvSpPr/>
            <p:nvPr/>
          </p:nvSpPr>
          <p:spPr>
            <a:xfrm>
              <a:off x="3094200" y="5334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97" name=""/>
          <p:cNvGrpSpPr/>
          <p:nvPr/>
        </p:nvGrpSpPr>
        <p:grpSpPr>
          <a:xfrm>
            <a:off x="6934320" y="1143000"/>
            <a:ext cx="461520" cy="200520"/>
            <a:chOff x="6934320" y="1143000"/>
            <a:chExt cx="461520" cy="200520"/>
          </a:xfrm>
        </p:grpSpPr>
        <p:sp>
          <p:nvSpPr>
            <p:cNvPr id="3898" name=""/>
            <p:cNvSpPr/>
            <p:nvPr/>
          </p:nvSpPr>
          <p:spPr>
            <a:xfrm>
              <a:off x="6934320" y="11588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99" name=""/>
            <p:cNvSpPr/>
            <p:nvPr/>
          </p:nvSpPr>
          <p:spPr>
            <a:xfrm>
              <a:off x="7058160" y="1143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V59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00" name=""/>
          <p:cNvGrpSpPr/>
          <p:nvPr/>
        </p:nvGrpSpPr>
        <p:grpSpPr>
          <a:xfrm>
            <a:off x="1752480" y="5105520"/>
            <a:ext cx="460080" cy="200520"/>
            <a:chOff x="1752480" y="5105520"/>
            <a:chExt cx="460080" cy="200520"/>
          </a:xfrm>
        </p:grpSpPr>
        <p:sp>
          <p:nvSpPr>
            <p:cNvPr id="3901" name=""/>
            <p:cNvSpPr/>
            <p:nvPr/>
          </p:nvSpPr>
          <p:spPr>
            <a:xfrm>
              <a:off x="1752480" y="5121360"/>
              <a:ext cx="950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02" name=""/>
            <p:cNvSpPr/>
            <p:nvPr/>
          </p:nvSpPr>
          <p:spPr>
            <a:xfrm>
              <a:off x="1874880" y="51055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03" name=""/>
          <p:cNvGrpSpPr/>
          <p:nvPr/>
        </p:nvGrpSpPr>
        <p:grpSpPr>
          <a:xfrm>
            <a:off x="5486400" y="3200400"/>
            <a:ext cx="461520" cy="200520"/>
            <a:chOff x="5486400" y="3200400"/>
            <a:chExt cx="461520" cy="200520"/>
          </a:xfrm>
        </p:grpSpPr>
        <p:sp>
          <p:nvSpPr>
            <p:cNvPr id="3904" name=""/>
            <p:cNvSpPr/>
            <p:nvPr/>
          </p:nvSpPr>
          <p:spPr>
            <a:xfrm>
              <a:off x="5486400" y="321624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05" name=""/>
            <p:cNvSpPr/>
            <p:nvPr/>
          </p:nvSpPr>
          <p:spPr>
            <a:xfrm>
              <a:off x="5610240" y="32004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V61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06" name=""/>
          <p:cNvGrpSpPr/>
          <p:nvPr/>
        </p:nvGrpSpPr>
        <p:grpSpPr>
          <a:xfrm>
            <a:off x="3581280" y="2743200"/>
            <a:ext cx="461880" cy="200520"/>
            <a:chOff x="3581280" y="2743200"/>
            <a:chExt cx="461880" cy="200520"/>
          </a:xfrm>
        </p:grpSpPr>
        <p:sp>
          <p:nvSpPr>
            <p:cNvPr id="3907" name=""/>
            <p:cNvSpPr/>
            <p:nvPr/>
          </p:nvSpPr>
          <p:spPr>
            <a:xfrm>
              <a:off x="3581280" y="275760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08" name=""/>
            <p:cNvSpPr/>
            <p:nvPr/>
          </p:nvSpPr>
          <p:spPr>
            <a:xfrm>
              <a:off x="3705480" y="2743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V62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09" name=""/>
          <p:cNvGrpSpPr/>
          <p:nvPr/>
        </p:nvGrpSpPr>
        <p:grpSpPr>
          <a:xfrm>
            <a:off x="4089240" y="5751360"/>
            <a:ext cx="469080" cy="200520"/>
            <a:chOff x="4089240" y="5751360"/>
            <a:chExt cx="469080" cy="200520"/>
          </a:xfrm>
        </p:grpSpPr>
        <p:sp>
          <p:nvSpPr>
            <p:cNvPr id="3910" name=""/>
            <p:cNvSpPr/>
            <p:nvPr/>
          </p:nvSpPr>
          <p:spPr>
            <a:xfrm>
              <a:off x="4089240" y="57675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11" name=""/>
            <p:cNvSpPr/>
            <p:nvPr/>
          </p:nvSpPr>
          <p:spPr>
            <a:xfrm>
              <a:off x="4220640" y="575136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V63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12" name=""/>
          <p:cNvGrpSpPr/>
          <p:nvPr/>
        </p:nvGrpSpPr>
        <p:grpSpPr>
          <a:xfrm>
            <a:off x="5791320" y="4648320"/>
            <a:ext cx="461520" cy="200520"/>
            <a:chOff x="5791320" y="4648320"/>
            <a:chExt cx="461520" cy="200520"/>
          </a:xfrm>
        </p:grpSpPr>
        <p:sp>
          <p:nvSpPr>
            <p:cNvPr id="3913" name=""/>
            <p:cNvSpPr/>
            <p:nvPr/>
          </p:nvSpPr>
          <p:spPr>
            <a:xfrm>
              <a:off x="5791320" y="4662360"/>
              <a:ext cx="96840" cy="964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600" bIns="2160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14" name=""/>
            <p:cNvSpPr/>
            <p:nvPr/>
          </p:nvSpPr>
          <p:spPr>
            <a:xfrm>
              <a:off x="5915160" y="46483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V64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15" name=""/>
          <p:cNvGrpSpPr/>
          <p:nvPr/>
        </p:nvGrpSpPr>
        <p:grpSpPr>
          <a:xfrm>
            <a:off x="3200400" y="2209680"/>
            <a:ext cx="461520" cy="200520"/>
            <a:chOff x="3200400" y="2209680"/>
            <a:chExt cx="461520" cy="200520"/>
          </a:xfrm>
        </p:grpSpPr>
        <p:sp>
          <p:nvSpPr>
            <p:cNvPr id="3916" name=""/>
            <p:cNvSpPr/>
            <p:nvPr/>
          </p:nvSpPr>
          <p:spPr>
            <a:xfrm>
              <a:off x="3200400" y="222372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17" name=""/>
            <p:cNvSpPr/>
            <p:nvPr/>
          </p:nvSpPr>
          <p:spPr>
            <a:xfrm>
              <a:off x="3324240" y="22096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V65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18" name=""/>
          <p:cNvGrpSpPr/>
          <p:nvPr/>
        </p:nvGrpSpPr>
        <p:grpSpPr>
          <a:xfrm>
            <a:off x="5410080" y="2239920"/>
            <a:ext cx="461520" cy="200520"/>
            <a:chOff x="5410080" y="2239920"/>
            <a:chExt cx="461520" cy="200520"/>
          </a:xfrm>
        </p:grpSpPr>
        <p:sp>
          <p:nvSpPr>
            <p:cNvPr id="3919" name=""/>
            <p:cNvSpPr/>
            <p:nvPr/>
          </p:nvSpPr>
          <p:spPr>
            <a:xfrm>
              <a:off x="5410080" y="2255760"/>
              <a:ext cx="9684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20" name=""/>
            <p:cNvSpPr/>
            <p:nvPr/>
          </p:nvSpPr>
          <p:spPr>
            <a:xfrm>
              <a:off x="5533920" y="22399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V66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21" name=""/>
          <p:cNvGrpSpPr/>
          <p:nvPr/>
        </p:nvGrpSpPr>
        <p:grpSpPr>
          <a:xfrm>
            <a:off x="3048120" y="1143000"/>
            <a:ext cx="461160" cy="200520"/>
            <a:chOff x="3048120" y="1143000"/>
            <a:chExt cx="461160" cy="200520"/>
          </a:xfrm>
        </p:grpSpPr>
        <p:sp>
          <p:nvSpPr>
            <p:cNvPr id="3922" name=""/>
            <p:cNvSpPr/>
            <p:nvPr/>
          </p:nvSpPr>
          <p:spPr>
            <a:xfrm>
              <a:off x="3048120" y="1158840"/>
              <a:ext cx="96480" cy="968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1960" bIns="2196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23" name=""/>
            <p:cNvSpPr/>
            <p:nvPr/>
          </p:nvSpPr>
          <p:spPr>
            <a:xfrm>
              <a:off x="3171600" y="11430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V67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24" name=""/>
          <p:cNvGrpSpPr/>
          <p:nvPr/>
        </p:nvGrpSpPr>
        <p:grpSpPr>
          <a:xfrm>
            <a:off x="5479920" y="3886200"/>
            <a:ext cx="461520" cy="200520"/>
            <a:chOff x="5479920" y="3886200"/>
            <a:chExt cx="461520" cy="200520"/>
          </a:xfrm>
        </p:grpSpPr>
        <p:sp>
          <p:nvSpPr>
            <p:cNvPr id="3925" name=""/>
            <p:cNvSpPr/>
            <p:nvPr/>
          </p:nvSpPr>
          <p:spPr>
            <a:xfrm>
              <a:off x="5479920" y="3902040"/>
              <a:ext cx="96840" cy="9468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520" bIns="2052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26" name=""/>
            <p:cNvSpPr/>
            <p:nvPr/>
          </p:nvSpPr>
          <p:spPr>
            <a:xfrm>
              <a:off x="5603760" y="388620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V68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27" name=""/>
          <p:cNvGrpSpPr/>
          <p:nvPr/>
        </p:nvGrpSpPr>
        <p:grpSpPr>
          <a:xfrm>
            <a:off x="7315200" y="3124080"/>
            <a:ext cx="461880" cy="200520"/>
            <a:chOff x="7315200" y="3124080"/>
            <a:chExt cx="461880" cy="200520"/>
          </a:xfrm>
        </p:grpSpPr>
        <p:sp>
          <p:nvSpPr>
            <p:cNvPr id="3928" name=""/>
            <p:cNvSpPr/>
            <p:nvPr/>
          </p:nvSpPr>
          <p:spPr>
            <a:xfrm>
              <a:off x="7315200" y="313992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29" name=""/>
            <p:cNvSpPr/>
            <p:nvPr/>
          </p:nvSpPr>
          <p:spPr>
            <a:xfrm>
              <a:off x="7439400" y="312408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V69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30" name=""/>
          <p:cNvGrpSpPr/>
          <p:nvPr/>
        </p:nvGrpSpPr>
        <p:grpSpPr>
          <a:xfrm>
            <a:off x="3352680" y="4191120"/>
            <a:ext cx="461520" cy="200520"/>
            <a:chOff x="3352680" y="4191120"/>
            <a:chExt cx="461520" cy="200520"/>
          </a:xfrm>
        </p:grpSpPr>
        <p:sp>
          <p:nvSpPr>
            <p:cNvPr id="3931" name=""/>
            <p:cNvSpPr/>
            <p:nvPr/>
          </p:nvSpPr>
          <p:spPr>
            <a:xfrm>
              <a:off x="3352680" y="4206960"/>
              <a:ext cx="96840" cy="95040"/>
            </a:xfrm>
            <a:prstGeom prst="ellipse">
              <a:avLst/>
            </a:prstGeom>
            <a:solidFill>
              <a:srgbClr val="b380d9"/>
            </a:solidFill>
            <a:ln w="9360">
              <a:solidFill>
                <a:srgbClr val="59268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0880" bIns="20880" anchor="ctr">
              <a:noAutofit/>
            </a:bodyPr>
            <a:p>
              <a:pPr algn="ctr"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32" name=""/>
            <p:cNvSpPr/>
            <p:nvPr/>
          </p:nvSpPr>
          <p:spPr>
            <a:xfrm>
              <a:off x="3476520" y="4191120"/>
              <a:ext cx="337680" cy="20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t">
              <a:spAutoFit/>
            </a:bodyPr>
            <a:p>
              <a:pPr>
                <a:tabLst>
                  <a:tab algn="l" pos="0"/>
                  <a:tab algn="l" pos="914400"/>
                  <a:tab algn="l" pos="1828800"/>
                  <a:tab algn="l" pos="2743200"/>
                  <a:tab algn="l" pos="3657600"/>
                  <a:tab algn="l" pos="4572000"/>
                  <a:tab algn="l" pos="5486400"/>
                  <a:tab algn="l" pos="6400800"/>
                  <a:tab algn="l" pos="7315200"/>
                  <a:tab algn="l" pos="8229600"/>
                  <a:tab algn="l" pos="9144000"/>
                  <a:tab algn="l" pos="10058400"/>
                </a:tabLst>
              </a:pPr>
              <a:r>
                <a:rPr b="0" lang="en-US" sz="700" spc="-1" strike="noStrike">
                  <a:solidFill>
                    <a:srgbClr val="7326a6"/>
                  </a:solidFill>
                  <a:latin typeface="Arial"/>
                </a:rPr>
                <a:t>V70</a:t>
              </a:r>
              <a:endParaRPr b="0" lang="en-US" sz="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933" name="Oval 3932"/>
          <p:cNvSpPr/>
          <p:nvPr/>
        </p:nvSpPr>
        <p:spPr>
          <a:xfrm>
            <a:off x="6065531" y="583863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4" name="Oval 3933"/>
          <p:cNvSpPr/>
          <p:nvPr/>
        </p:nvSpPr>
        <p:spPr>
          <a:xfrm>
            <a:off x="6095531" y="586863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3935" name="Rounded Rectangle 3934"/>
          <p:cNvSpPr/>
          <p:nvPr/>
        </p:nvSpPr>
        <p:spPr>
          <a:xfrm>
            <a:off x="6273531" y="585613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V51</a:t>
            </a:r>
          </a:p>
        </p:txBody>
      </p:sp>
      <p:sp>
        <p:nvSpPr>
          <p:cNvPr id="3936" name="Oval 3935"/>
          <p:cNvSpPr/>
          <p:nvPr/>
        </p:nvSpPr>
        <p:spPr>
          <a:xfrm>
            <a:off x="5723693" y="4646509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7" name="Oval 3936"/>
          <p:cNvSpPr/>
          <p:nvPr/>
        </p:nvSpPr>
        <p:spPr>
          <a:xfrm>
            <a:off x="5753693" y="4676509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3938" name="Rounded Rectangle 3937"/>
          <p:cNvSpPr/>
          <p:nvPr/>
        </p:nvSpPr>
        <p:spPr>
          <a:xfrm>
            <a:off x="5931693" y="4664009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V52</a:t>
            </a:r>
          </a:p>
        </p:txBody>
      </p:sp>
      <p:sp>
        <p:nvSpPr>
          <p:cNvPr id="3939" name="Oval 3938"/>
          <p:cNvSpPr/>
          <p:nvPr/>
        </p:nvSpPr>
        <p:spPr>
          <a:xfrm>
            <a:off x="5523048" y="2969422"/>
            <a:ext cx="210000" cy="210000"/>
          </a:xfrm>
          <a:prstGeom prst="ellipse">
            <a:avLst/>
          </a:prstGeom>
          <a:solidFill>
            <a:srgbClr val="FFC0C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0" name="Oval 3939"/>
          <p:cNvSpPr/>
          <p:nvPr/>
        </p:nvSpPr>
        <p:spPr>
          <a:xfrm>
            <a:off x="5553048" y="2999422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3941" name="Rounded Rectangle 3940"/>
          <p:cNvSpPr/>
          <p:nvPr/>
        </p:nvSpPr>
        <p:spPr>
          <a:xfrm>
            <a:off x="5731048" y="2986922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V53</a:t>
            </a:r>
          </a:p>
        </p:txBody>
      </p:sp>
      <p:sp>
        <p:nvSpPr>
          <p:cNvPr id="3942" name="Oval 3941"/>
          <p:cNvSpPr/>
          <p:nvPr/>
        </p:nvSpPr>
        <p:spPr>
          <a:xfrm>
            <a:off x="4332709" y="90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3" name="Oval 3942"/>
          <p:cNvSpPr/>
          <p:nvPr/>
        </p:nvSpPr>
        <p:spPr>
          <a:xfrm>
            <a:off x="4362709" y="120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3944" name="Rounded Rectangle 3943"/>
          <p:cNvSpPr/>
          <p:nvPr/>
        </p:nvSpPr>
        <p:spPr>
          <a:xfrm>
            <a:off x="4540709" y="107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V61 ↓</a:t>
            </a:r>
          </a:p>
        </p:txBody>
      </p:sp>
      <p:sp>
        <p:nvSpPr>
          <p:cNvPr id="3945" name="Oval 3944"/>
          <p:cNvSpPr/>
          <p:nvPr/>
        </p:nvSpPr>
        <p:spPr>
          <a:xfrm>
            <a:off x="90000" y="2743735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6" name="Oval 3945"/>
          <p:cNvSpPr/>
          <p:nvPr/>
        </p:nvSpPr>
        <p:spPr>
          <a:xfrm>
            <a:off x="120000" y="277373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3947" name="Rounded Rectangle 3946"/>
          <p:cNvSpPr/>
          <p:nvPr/>
        </p:nvSpPr>
        <p:spPr>
          <a:xfrm>
            <a:off x="298000" y="276123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V62 ↓</a:t>
            </a:r>
          </a:p>
        </p:txBody>
      </p:sp>
      <p:sp>
        <p:nvSpPr>
          <p:cNvPr id="3948" name="Oval 3947"/>
          <p:cNvSpPr/>
          <p:nvPr/>
        </p:nvSpPr>
        <p:spPr>
          <a:xfrm>
            <a:off x="90000" y="5441208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9" name="Oval 3948"/>
          <p:cNvSpPr/>
          <p:nvPr/>
        </p:nvSpPr>
        <p:spPr>
          <a:xfrm>
            <a:off x="120000" y="547120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3950" name="Rounded Rectangle 3949"/>
          <p:cNvSpPr/>
          <p:nvPr/>
        </p:nvSpPr>
        <p:spPr>
          <a:xfrm>
            <a:off x="298000" y="545870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V63 ↓</a:t>
            </a:r>
          </a:p>
        </p:txBody>
      </p:sp>
      <p:sp>
        <p:nvSpPr>
          <p:cNvPr id="3951" name="Oval 3950"/>
          <p:cNvSpPr/>
          <p:nvPr/>
        </p:nvSpPr>
        <p:spPr>
          <a:xfrm>
            <a:off x="90000" y="5441208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2" name="Oval 3951"/>
          <p:cNvSpPr/>
          <p:nvPr/>
        </p:nvSpPr>
        <p:spPr>
          <a:xfrm>
            <a:off x="120000" y="5471208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3953" name="Rounded Rectangle 3952"/>
          <p:cNvSpPr/>
          <p:nvPr/>
        </p:nvSpPr>
        <p:spPr>
          <a:xfrm>
            <a:off x="298000" y="5458708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V64 ↓</a:t>
            </a:r>
          </a:p>
        </p:txBody>
      </p:sp>
      <p:sp>
        <p:nvSpPr>
          <p:cNvPr id="3954" name="Oval 3953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5" name="Oval 3954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3956" name="Rounded Rectangle 3955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V65 ↓</a:t>
            </a:r>
          </a:p>
        </p:txBody>
      </p:sp>
      <p:sp>
        <p:nvSpPr>
          <p:cNvPr id="3957" name="Oval 3956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8" name="Oval 3957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3959" name="Rounded Rectangle 3958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V66 ↓</a:t>
            </a:r>
          </a:p>
        </p:txBody>
      </p:sp>
      <p:sp>
        <p:nvSpPr>
          <p:cNvPr id="3960" name="Oval 3959"/>
          <p:cNvSpPr/>
          <p:nvPr/>
        </p:nvSpPr>
        <p:spPr>
          <a:xfrm>
            <a:off x="8844000" y="638300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1" name="Oval 3960"/>
          <p:cNvSpPr/>
          <p:nvPr/>
        </p:nvSpPr>
        <p:spPr>
          <a:xfrm>
            <a:off x="8874000" y="641300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sp>
        <p:nvSpPr>
          <p:cNvPr id="3962" name="Rounded Rectangle 3961"/>
          <p:cNvSpPr/>
          <p:nvPr/>
        </p:nvSpPr>
        <p:spPr>
          <a:xfrm>
            <a:off x="8326000" y="640050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V67 ↓</a:t>
            </a:r>
          </a:p>
        </p:txBody>
      </p:sp>
      <p:sp>
        <p:nvSpPr>
          <p:cNvPr id="3963" name="Oval 3962"/>
          <p:cNvSpPr/>
          <p:nvPr/>
        </p:nvSpPr>
        <p:spPr>
          <a:xfrm>
            <a:off x="8844000" y="4868630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4" name="Oval 3963"/>
          <p:cNvSpPr/>
          <p:nvPr/>
        </p:nvSpPr>
        <p:spPr>
          <a:xfrm>
            <a:off x="8874000" y="4898630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68</a:t>
            </a:r>
          </a:p>
        </p:txBody>
      </p:sp>
      <p:sp>
        <p:nvSpPr>
          <p:cNvPr id="3965" name="Rounded Rectangle 3964"/>
          <p:cNvSpPr/>
          <p:nvPr/>
        </p:nvSpPr>
        <p:spPr>
          <a:xfrm>
            <a:off x="8326000" y="4886130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V68 ↓</a:t>
            </a:r>
          </a:p>
        </p:txBody>
      </p:sp>
      <p:sp>
        <p:nvSpPr>
          <p:cNvPr id="3966" name="Oval 3965"/>
          <p:cNvSpPr/>
          <p:nvPr/>
        </p:nvSpPr>
        <p:spPr>
          <a:xfrm>
            <a:off x="8844000" y="2743735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7" name="Oval 3966"/>
          <p:cNvSpPr/>
          <p:nvPr/>
        </p:nvSpPr>
        <p:spPr>
          <a:xfrm>
            <a:off x="8874000" y="2773735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69</a:t>
            </a:r>
          </a:p>
        </p:txBody>
      </p:sp>
      <p:sp>
        <p:nvSpPr>
          <p:cNvPr id="3968" name="Rounded Rectangle 3967"/>
          <p:cNvSpPr/>
          <p:nvPr/>
        </p:nvSpPr>
        <p:spPr>
          <a:xfrm>
            <a:off x="8326000" y="2761235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V69 ↓</a:t>
            </a:r>
          </a:p>
        </p:txBody>
      </p:sp>
      <p:sp>
        <p:nvSpPr>
          <p:cNvPr id="3969" name="Oval 3968"/>
          <p:cNvSpPr/>
          <p:nvPr/>
        </p:nvSpPr>
        <p:spPr>
          <a:xfrm>
            <a:off x="8844000" y="2829937"/>
            <a:ext cx="210000" cy="21000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0" name="Oval 3969"/>
          <p:cNvSpPr/>
          <p:nvPr/>
        </p:nvSpPr>
        <p:spPr>
          <a:xfrm>
            <a:off x="8874000" y="2859937"/>
            <a:ext cx="150000" cy="150000"/>
          </a:xfrm>
          <a:prstGeom prst="ellipse">
            <a:avLst/>
          </a:prstGeom>
          <a:solidFill>
            <a:srgbClr val="C00000"/>
          </a:solidFill>
          <a:ln w="12700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70</a:t>
            </a:r>
          </a:p>
        </p:txBody>
      </p:sp>
      <p:sp>
        <p:nvSpPr>
          <p:cNvPr id="3971" name="Rounded Rectangle 3970"/>
          <p:cNvSpPr/>
          <p:nvPr/>
        </p:nvSpPr>
        <p:spPr>
          <a:xfrm>
            <a:off x="8326000" y="2847437"/>
            <a:ext cx="520000" cy="175000"/>
          </a:xfrm>
          <a:prstGeom prst="roundRect">
            <a:avLst/>
          </a:prstGeom>
          <a:solidFill>
            <a:srgbClr val="C00000"/>
          </a:solidFill>
          <a:ln w="952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V70 ↓</a:t>
            </a:r>
          </a:p>
        </p:txBody>
      </p:sp>
      <p:sp>
        <p:nvSpPr>
          <p:cNvPr id="3972" name="Rounded Rectangle 3971"/>
          <p:cNvSpPr/>
          <p:nvPr/>
        </p:nvSpPr>
        <p:spPr>
          <a:xfrm>
            <a:off x="80000" y="6548000"/>
            <a:ext cx="7800000" cy="220000"/>
          </a:xfrm>
          <a:prstGeom prst="roundRect">
            <a:avLst/>
          </a:prstGeom>
          <a:solidFill>
            <a:srgbClr val="20202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KIRMIZI = oyunda aktif virtual point (V51–V70)   |   slayt dışı: V61, V62, V63, V64, V65, V66, V67, V68, V69, V70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4199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2026-08-21T21:04:15Z</dcterms:created>
  <dc:creator>ada</dc:creator>
  <dc:description/>
  <dc:language>en-US</dc:language>
  <cp:lastModifiedBy>ada</cp:lastModifiedBy>
  <dcterms:modified xsi:type="dcterms:W3CDTF">2026-08-24T19:04:24Z</dcterms:modified>
  <cp:revision>45</cp:revision>
  <dc:subject/>
  <dc:title>Slide 1</dc:title>
</cp:coreProperties>
</file>